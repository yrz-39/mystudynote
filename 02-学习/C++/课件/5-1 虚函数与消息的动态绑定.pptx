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23"/>
  </p:notesMasterIdLst>
  <p:sldIdLst>
    <p:sldId id="573" r:id="rId2"/>
    <p:sldId id="606" r:id="rId3"/>
    <p:sldId id="714" r:id="rId4"/>
    <p:sldId id="730" r:id="rId5"/>
    <p:sldId id="733" r:id="rId6"/>
    <p:sldId id="609" r:id="rId7"/>
    <p:sldId id="610" r:id="rId8"/>
    <p:sldId id="726" r:id="rId9"/>
    <p:sldId id="611" r:id="rId10"/>
    <p:sldId id="731" r:id="rId11"/>
    <p:sldId id="634" r:id="rId12"/>
    <p:sldId id="612" r:id="rId13"/>
    <p:sldId id="727" r:id="rId14"/>
    <p:sldId id="736" r:id="rId15"/>
    <p:sldId id="737" r:id="rId16"/>
    <p:sldId id="676" r:id="rId17"/>
    <p:sldId id="734" r:id="rId18"/>
    <p:sldId id="735" r:id="rId19"/>
    <p:sldId id="694" r:id="rId20"/>
    <p:sldId id="728" r:id="rId21"/>
    <p:sldId id="729" r:id="rId22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7" autoAdjust="0"/>
    <p:restoredTop sz="94719" autoAdjust="0"/>
  </p:normalViewPr>
  <p:slideViewPr>
    <p:cSldViewPr>
      <p:cViewPr varScale="1">
        <p:scale>
          <a:sx n="159" d="100"/>
          <a:sy n="159" d="100"/>
        </p:scale>
        <p:origin x="4386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>
        <p:scale>
          <a:sx n="75" d="100"/>
          <a:sy n="75" d="100"/>
        </p:scale>
        <p:origin x="-173" y="14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8AC39976-F159-6D39-FB0C-38D64A4954D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923E9DFC-EC11-CBD9-D0F4-A70080FEBAB6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8A3A398F-0990-40F0-7FA8-09895E46D3FA}"/>
              </a:ext>
            </a:extLst>
          </p:cNvPr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>
            <a:extLst>
              <a:ext uri="{FF2B5EF4-FFF2-40B4-BE49-F238E27FC236}">
                <a16:creationId xmlns:a16="http://schemas.microsoft.com/office/drawing/2014/main" id="{5A1B521A-165C-B9E0-C32D-2983EFE227AB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FDA58527-A652-A0AD-D2C7-0081DB370EE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7" name="Rectangle 7">
            <a:extLst>
              <a:ext uri="{FF2B5EF4-FFF2-40B4-BE49-F238E27FC236}">
                <a16:creationId xmlns:a16="http://schemas.microsoft.com/office/drawing/2014/main" id="{D54DC086-5AD1-7200-1E84-0B3E3D0E14F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A08A1562-7AB2-43B5-B58F-DAFE0AC89D1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BC7AEE3-2A83-B6E1-3CF1-68BB23C8107D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8763" cy="6851650"/>
            <a:chOff x="1" y="0"/>
            <a:chExt cx="5763" cy="431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01ADE88-C8A5-CE57-D55B-9F288158E2F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45" y="2626"/>
              <a:ext cx="719" cy="1690"/>
            </a:xfrm>
            <a:custGeom>
              <a:avLst/>
              <a:gdLst/>
              <a:ahLst/>
              <a:cxnLst>
                <a:cxn ang="0">
                  <a:pos x="717" y="72"/>
                </a:cxn>
                <a:cxn ang="0">
                  <a:pos x="717" y="0"/>
                </a:cxn>
                <a:cxn ang="0">
                  <a:pos x="699" y="101"/>
                </a:cxn>
                <a:cxn ang="0">
                  <a:pos x="675" y="209"/>
                </a:cxn>
                <a:cxn ang="0">
                  <a:pos x="627" y="389"/>
                </a:cxn>
                <a:cxn ang="0">
                  <a:pos x="574" y="569"/>
                </a:cxn>
                <a:cxn ang="0">
                  <a:pos x="502" y="749"/>
                </a:cxn>
                <a:cxn ang="0">
                  <a:pos x="424" y="935"/>
                </a:cxn>
                <a:cxn ang="0">
                  <a:pos x="334" y="1121"/>
                </a:cxn>
                <a:cxn ang="0">
                  <a:pos x="233" y="1312"/>
                </a:cxn>
                <a:cxn ang="0">
                  <a:pos x="125" y="1498"/>
                </a:cxn>
                <a:cxn ang="0">
                  <a:pos x="0" y="1690"/>
                </a:cxn>
                <a:cxn ang="0">
                  <a:pos x="11" y="1690"/>
                </a:cxn>
                <a:cxn ang="0">
                  <a:pos x="137" y="1498"/>
                </a:cxn>
                <a:cxn ang="0">
                  <a:pos x="245" y="1312"/>
                </a:cxn>
                <a:cxn ang="0">
                  <a:pos x="346" y="1121"/>
                </a:cxn>
                <a:cxn ang="0">
                  <a:pos x="436" y="935"/>
                </a:cxn>
                <a:cxn ang="0">
                  <a:pos x="514" y="749"/>
                </a:cxn>
                <a:cxn ang="0">
                  <a:pos x="585" y="569"/>
                </a:cxn>
                <a:cxn ang="0">
                  <a:pos x="639" y="389"/>
                </a:cxn>
                <a:cxn ang="0">
                  <a:pos x="687" y="209"/>
                </a:cxn>
                <a:cxn ang="0">
                  <a:pos x="705" y="143"/>
                </a:cxn>
                <a:cxn ang="0">
                  <a:pos x="717" y="72"/>
                </a:cxn>
                <a:cxn ang="0">
                  <a:pos x="717" y="72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6A6358C1-E369-751A-D090-A9EE2F9E844B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386" y="3794"/>
              <a:ext cx="378" cy="522"/>
            </a:xfrm>
            <a:custGeom>
              <a:avLst/>
              <a:gdLst/>
              <a:ahLst/>
              <a:cxnLst>
                <a:cxn ang="0">
                  <a:pos x="377" y="0"/>
                </a:cxn>
                <a:cxn ang="0">
                  <a:pos x="293" y="132"/>
                </a:cxn>
                <a:cxn ang="0">
                  <a:pos x="204" y="264"/>
                </a:cxn>
                <a:cxn ang="0">
                  <a:pos x="102" y="396"/>
                </a:cxn>
                <a:cxn ang="0">
                  <a:pos x="0" y="522"/>
                </a:cxn>
                <a:cxn ang="0">
                  <a:pos x="12" y="522"/>
                </a:cxn>
                <a:cxn ang="0">
                  <a:pos x="114" y="402"/>
                </a:cxn>
                <a:cxn ang="0">
                  <a:pos x="204" y="282"/>
                </a:cxn>
                <a:cxn ang="0">
                  <a:pos x="377" y="24"/>
                </a:cxn>
                <a:cxn ang="0">
                  <a:pos x="377" y="0"/>
                </a:cxn>
                <a:cxn ang="0">
                  <a:pos x="377" y="0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46002D2-413B-DA14-2F9F-13E070516B1B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80" y="4214"/>
              <a:ext cx="84" cy="102"/>
            </a:xfrm>
            <a:custGeom>
              <a:avLst/>
              <a:gdLst/>
              <a:ahLst/>
              <a:cxnLst>
                <a:cxn ang="0">
                  <a:pos x="0" y="102"/>
                </a:cxn>
                <a:cxn ang="0">
                  <a:pos x="18" y="102"/>
                </a:cxn>
                <a:cxn ang="0">
                  <a:pos x="48" y="60"/>
                </a:cxn>
                <a:cxn ang="0">
                  <a:pos x="84" y="24"/>
                </a:cxn>
                <a:cxn ang="0">
                  <a:pos x="84" y="0"/>
                </a:cxn>
                <a:cxn ang="0">
                  <a:pos x="42" y="54"/>
                </a:cxn>
                <a:cxn ang="0">
                  <a:pos x="0" y="102"/>
                </a:cxn>
                <a:cxn ang="0">
                  <a:pos x="0" y="102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FAF7EF0A-7E9B-AA04-A343-4998CF37596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26" name="Freeform 7">
                <a:extLst>
                  <a:ext uri="{FF2B5EF4-FFF2-40B4-BE49-F238E27FC236}">
                    <a16:creationId xmlns:a16="http://schemas.microsoft.com/office/drawing/2014/main" id="{AC9DD75B-119C-3A38-C9D7-FB50EC6A1D78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789" y="0"/>
                <a:ext cx="72" cy="431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0" y="4316"/>
                  </a:cxn>
                  <a:cxn ang="0">
                    <a:pos x="72" y="4316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27" name="Freeform 8">
                <a:extLst>
                  <a:ext uri="{FF2B5EF4-FFF2-40B4-BE49-F238E27FC236}">
                    <a16:creationId xmlns:a16="http://schemas.microsoft.com/office/drawing/2014/main" id="{C04D1E21-97D5-0AA6-643C-11A2B06CC58B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089" y="0"/>
                <a:ext cx="174" cy="4316"/>
              </a:xfrm>
              <a:custGeom>
                <a:avLst/>
                <a:gdLst/>
                <a:ahLst/>
                <a:cxnLst>
                  <a:cxn ang="0">
                    <a:pos x="24" y="0"/>
                  </a:cxn>
                  <a:cxn ang="0">
                    <a:pos x="12" y="0"/>
                  </a:cxn>
                  <a:cxn ang="0">
                    <a:pos x="42" y="216"/>
                  </a:cxn>
                  <a:cxn ang="0">
                    <a:pos x="72" y="444"/>
                  </a:cxn>
                  <a:cxn ang="0">
                    <a:pos x="96" y="689"/>
                  </a:cxn>
                  <a:cxn ang="0">
                    <a:pos x="120" y="947"/>
                  </a:cxn>
                  <a:cxn ang="0">
                    <a:pos x="132" y="1211"/>
                  </a:cxn>
                  <a:cxn ang="0">
                    <a:pos x="150" y="1487"/>
                  </a:cxn>
                  <a:cxn ang="0">
                    <a:pos x="156" y="1768"/>
                  </a:cxn>
                  <a:cxn ang="0">
                    <a:pos x="162" y="2062"/>
                  </a:cxn>
                  <a:cxn ang="0">
                    <a:pos x="156" y="2644"/>
                  </a:cxn>
                  <a:cxn ang="0">
                    <a:pos x="126" y="3225"/>
                  </a:cxn>
                  <a:cxn ang="0">
                    <a:pos x="108" y="3507"/>
                  </a:cxn>
                  <a:cxn ang="0">
                    <a:pos x="78" y="3788"/>
                  </a:cxn>
                  <a:cxn ang="0">
                    <a:pos x="42" y="4058"/>
                  </a:cxn>
                  <a:cxn ang="0">
                    <a:pos x="0" y="4316"/>
                  </a:cxn>
                  <a:cxn ang="0">
                    <a:pos x="12" y="4316"/>
                  </a:cxn>
                  <a:cxn ang="0">
                    <a:pos x="54" y="4058"/>
                  </a:cxn>
                  <a:cxn ang="0">
                    <a:pos x="90" y="3782"/>
                  </a:cxn>
                  <a:cxn ang="0">
                    <a:pos x="120" y="3507"/>
                  </a:cxn>
                  <a:cxn ang="0">
                    <a:pos x="138" y="3219"/>
                  </a:cxn>
                  <a:cxn ang="0">
                    <a:pos x="168" y="2638"/>
                  </a:cxn>
                  <a:cxn ang="0">
                    <a:pos x="174" y="2056"/>
                  </a:cxn>
                  <a:cxn ang="0">
                    <a:pos x="168" y="1768"/>
                  </a:cxn>
                  <a:cxn ang="0">
                    <a:pos x="162" y="1487"/>
                  </a:cxn>
                  <a:cxn ang="0">
                    <a:pos x="144" y="1211"/>
                  </a:cxn>
                  <a:cxn ang="0">
                    <a:pos x="132" y="941"/>
                  </a:cxn>
                  <a:cxn ang="0">
                    <a:pos x="108" y="689"/>
                  </a:cxn>
                  <a:cxn ang="0">
                    <a:pos x="84" y="444"/>
                  </a:cxn>
                  <a:cxn ang="0">
                    <a:pos x="54" y="216"/>
                  </a:cxn>
                  <a:cxn ang="0">
                    <a:pos x="24" y="0"/>
                  </a:cxn>
                  <a:cxn ang="0">
                    <a:pos x="24" y="0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28" name="Freeform 9">
                <a:extLst>
                  <a:ext uri="{FF2B5EF4-FFF2-40B4-BE49-F238E27FC236}">
                    <a16:creationId xmlns:a16="http://schemas.microsoft.com/office/drawing/2014/main" id="{8E447405-B6D4-A975-E923-46A868A3D9B2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358" y="0"/>
                <a:ext cx="337" cy="4316"/>
              </a:xfrm>
              <a:custGeom>
                <a:avLst/>
                <a:gdLst/>
                <a:ahLst/>
                <a:cxnLst>
                  <a:cxn ang="0">
                    <a:pos x="329" y="2014"/>
                  </a:cxn>
                  <a:cxn ang="0">
                    <a:pos x="317" y="1726"/>
                  </a:cxn>
                  <a:cxn ang="0">
                    <a:pos x="293" y="1445"/>
                  </a:cxn>
                  <a:cxn ang="0">
                    <a:pos x="263" y="1175"/>
                  </a:cxn>
                  <a:cxn ang="0">
                    <a:pos x="228" y="917"/>
                  </a:cxn>
                  <a:cxn ang="0">
                    <a:pos x="186" y="665"/>
                  </a:cxn>
                  <a:cxn ang="0">
                    <a:pos x="132" y="432"/>
                  </a:cxn>
                  <a:cxn ang="0">
                    <a:pos x="78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66" y="204"/>
                  </a:cxn>
                  <a:cxn ang="0">
                    <a:pos x="120" y="432"/>
                  </a:cxn>
                  <a:cxn ang="0">
                    <a:pos x="174" y="665"/>
                  </a:cxn>
                  <a:cxn ang="0">
                    <a:pos x="216" y="917"/>
                  </a:cxn>
                  <a:cxn ang="0">
                    <a:pos x="251" y="1175"/>
                  </a:cxn>
                  <a:cxn ang="0">
                    <a:pos x="281" y="1445"/>
                  </a:cxn>
                  <a:cxn ang="0">
                    <a:pos x="305" y="1726"/>
                  </a:cxn>
                  <a:cxn ang="0">
                    <a:pos x="317" y="2014"/>
                  </a:cxn>
                  <a:cxn ang="0">
                    <a:pos x="323" y="2314"/>
                  </a:cxn>
                  <a:cxn ang="0">
                    <a:pos x="317" y="2608"/>
                  </a:cxn>
                  <a:cxn ang="0">
                    <a:pos x="305" y="2907"/>
                  </a:cxn>
                  <a:cxn ang="0">
                    <a:pos x="281" y="3201"/>
                  </a:cxn>
                  <a:cxn ang="0">
                    <a:pos x="257" y="3489"/>
                  </a:cxn>
                  <a:cxn ang="0">
                    <a:pos x="216" y="3777"/>
                  </a:cxn>
                  <a:cxn ang="0">
                    <a:pos x="174" y="4052"/>
                  </a:cxn>
                  <a:cxn ang="0">
                    <a:pos x="120" y="4316"/>
                  </a:cxn>
                  <a:cxn ang="0">
                    <a:pos x="132" y="4316"/>
                  </a:cxn>
                  <a:cxn ang="0">
                    <a:pos x="186" y="4052"/>
                  </a:cxn>
                  <a:cxn ang="0">
                    <a:pos x="228" y="3777"/>
                  </a:cxn>
                  <a:cxn ang="0">
                    <a:pos x="269" y="3489"/>
                  </a:cxn>
                  <a:cxn ang="0">
                    <a:pos x="293" y="3201"/>
                  </a:cxn>
                  <a:cxn ang="0">
                    <a:pos x="317" y="2907"/>
                  </a:cxn>
                  <a:cxn ang="0">
                    <a:pos x="329" y="2608"/>
                  </a:cxn>
                  <a:cxn ang="0">
                    <a:pos x="335" y="2314"/>
                  </a:cxn>
                  <a:cxn ang="0">
                    <a:pos x="329" y="2014"/>
                  </a:cxn>
                  <a:cxn ang="0">
                    <a:pos x="329" y="2014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29" name="Freeform 10">
                <a:extLst>
                  <a:ext uri="{FF2B5EF4-FFF2-40B4-BE49-F238E27FC236}">
                    <a16:creationId xmlns:a16="http://schemas.microsoft.com/office/drawing/2014/main" id="{BECF9CB0-DC50-35BC-7830-90847E0D3122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676" y="0"/>
                <a:ext cx="427" cy="4316"/>
              </a:xfrm>
              <a:custGeom>
                <a:avLst/>
                <a:gdLst/>
                <a:ahLst/>
                <a:cxnLst>
                  <a:cxn ang="0">
                    <a:pos x="413" y="1924"/>
                  </a:cxn>
                  <a:cxn ang="0">
                    <a:pos x="395" y="1690"/>
                  </a:cxn>
                  <a:cxn ang="0">
                    <a:pos x="365" y="1457"/>
                  </a:cxn>
                  <a:cxn ang="0">
                    <a:pos x="329" y="1229"/>
                  </a:cxn>
                  <a:cxn ang="0">
                    <a:pos x="281" y="1001"/>
                  </a:cxn>
                  <a:cxn ang="0">
                    <a:pos x="227" y="761"/>
                  </a:cxn>
                  <a:cxn ang="0">
                    <a:pos x="162" y="522"/>
                  </a:cxn>
                  <a:cxn ang="0">
                    <a:pos x="90" y="27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84" y="270"/>
                  </a:cxn>
                  <a:cxn ang="0">
                    <a:pos x="156" y="522"/>
                  </a:cxn>
                  <a:cxn ang="0">
                    <a:pos x="216" y="767"/>
                  </a:cxn>
                  <a:cxn ang="0">
                    <a:pos x="275" y="1001"/>
                  </a:cxn>
                  <a:cxn ang="0">
                    <a:pos x="317" y="1235"/>
                  </a:cxn>
                  <a:cxn ang="0">
                    <a:pos x="353" y="1463"/>
                  </a:cxn>
                  <a:cxn ang="0">
                    <a:pos x="383" y="1690"/>
                  </a:cxn>
                  <a:cxn ang="0">
                    <a:pos x="401" y="1924"/>
                  </a:cxn>
                  <a:cxn ang="0">
                    <a:pos x="413" y="2188"/>
                  </a:cxn>
                  <a:cxn ang="0">
                    <a:pos x="407" y="2458"/>
                  </a:cxn>
                  <a:cxn ang="0">
                    <a:pos x="395" y="2733"/>
                  </a:cxn>
                  <a:cxn ang="0">
                    <a:pos x="365" y="3021"/>
                  </a:cxn>
                  <a:cxn ang="0">
                    <a:pos x="329" y="3321"/>
                  </a:cxn>
                  <a:cxn ang="0">
                    <a:pos x="275" y="3639"/>
                  </a:cxn>
                  <a:cxn ang="0">
                    <a:pos x="204" y="3968"/>
                  </a:cxn>
                  <a:cxn ang="0">
                    <a:pos x="126" y="4316"/>
                  </a:cxn>
                  <a:cxn ang="0">
                    <a:pos x="138" y="4316"/>
                  </a:cxn>
                  <a:cxn ang="0">
                    <a:pos x="216" y="3968"/>
                  </a:cxn>
                  <a:cxn ang="0">
                    <a:pos x="287" y="3639"/>
                  </a:cxn>
                  <a:cxn ang="0">
                    <a:pos x="341" y="3321"/>
                  </a:cxn>
                  <a:cxn ang="0">
                    <a:pos x="377" y="3021"/>
                  </a:cxn>
                  <a:cxn ang="0">
                    <a:pos x="407" y="2733"/>
                  </a:cxn>
                  <a:cxn ang="0">
                    <a:pos x="419" y="2458"/>
                  </a:cxn>
                  <a:cxn ang="0">
                    <a:pos x="425" y="2188"/>
                  </a:cxn>
                  <a:cxn ang="0">
                    <a:pos x="413" y="1924"/>
                  </a:cxn>
                  <a:cxn ang="0">
                    <a:pos x="413" y="1924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0" name="Freeform 11">
                <a:extLst>
                  <a:ext uri="{FF2B5EF4-FFF2-40B4-BE49-F238E27FC236}">
                    <a16:creationId xmlns:a16="http://schemas.microsoft.com/office/drawing/2014/main" id="{E7DF0EEC-D141-A483-2D40-9021993C0043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946" y="0"/>
                <a:ext cx="558" cy="4316"/>
              </a:xfrm>
              <a:custGeom>
                <a:avLst/>
                <a:gdLst/>
                <a:ahLst/>
                <a:cxnLst>
                  <a:cxn ang="0">
                    <a:pos x="556" y="2020"/>
                  </a:cxn>
                  <a:cxn ang="0">
                    <a:pos x="538" y="1732"/>
                  </a:cxn>
                  <a:cxn ang="0">
                    <a:pos x="503" y="1445"/>
                  </a:cxn>
                  <a:cxn ang="0">
                    <a:pos x="455" y="1175"/>
                  </a:cxn>
                  <a:cxn ang="0">
                    <a:pos x="395" y="911"/>
                  </a:cxn>
                  <a:cxn ang="0">
                    <a:pos x="317" y="659"/>
                  </a:cxn>
                  <a:cxn ang="0">
                    <a:pos x="228" y="426"/>
                  </a:cxn>
                  <a:cxn ang="0">
                    <a:pos x="126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14" y="204"/>
                  </a:cxn>
                  <a:cxn ang="0">
                    <a:pos x="216" y="426"/>
                  </a:cxn>
                  <a:cxn ang="0">
                    <a:pos x="305" y="659"/>
                  </a:cxn>
                  <a:cxn ang="0">
                    <a:pos x="383" y="911"/>
                  </a:cxn>
                  <a:cxn ang="0">
                    <a:pos x="443" y="1175"/>
                  </a:cxn>
                  <a:cxn ang="0">
                    <a:pos x="491" y="1445"/>
                  </a:cxn>
                  <a:cxn ang="0">
                    <a:pos x="526" y="1732"/>
                  </a:cxn>
                  <a:cxn ang="0">
                    <a:pos x="544" y="2020"/>
                  </a:cxn>
                  <a:cxn ang="0">
                    <a:pos x="544" y="2326"/>
                  </a:cxn>
                  <a:cxn ang="0">
                    <a:pos x="532" y="2632"/>
                  </a:cxn>
                  <a:cxn ang="0">
                    <a:pos x="503" y="2931"/>
                  </a:cxn>
                  <a:cxn ang="0">
                    <a:pos x="455" y="3225"/>
                  </a:cxn>
                  <a:cxn ang="0">
                    <a:pos x="389" y="3513"/>
                  </a:cxn>
                  <a:cxn ang="0">
                    <a:pos x="311" y="3788"/>
                  </a:cxn>
                  <a:cxn ang="0">
                    <a:pos x="216" y="4058"/>
                  </a:cxn>
                  <a:cxn ang="0">
                    <a:pos x="102" y="4316"/>
                  </a:cxn>
                  <a:cxn ang="0">
                    <a:pos x="114" y="4316"/>
                  </a:cxn>
                  <a:cxn ang="0">
                    <a:pos x="228" y="4058"/>
                  </a:cxn>
                  <a:cxn ang="0">
                    <a:pos x="323" y="3788"/>
                  </a:cxn>
                  <a:cxn ang="0">
                    <a:pos x="401" y="3513"/>
                  </a:cxn>
                  <a:cxn ang="0">
                    <a:pos x="467" y="3225"/>
                  </a:cxn>
                  <a:cxn ang="0">
                    <a:pos x="515" y="2931"/>
                  </a:cxn>
                  <a:cxn ang="0">
                    <a:pos x="544" y="2632"/>
                  </a:cxn>
                  <a:cxn ang="0">
                    <a:pos x="556" y="2326"/>
                  </a:cxn>
                  <a:cxn ang="0">
                    <a:pos x="556" y="2020"/>
                  </a:cxn>
                  <a:cxn ang="0">
                    <a:pos x="556" y="2020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1" name="Freeform 12">
                <a:extLst>
                  <a:ext uri="{FF2B5EF4-FFF2-40B4-BE49-F238E27FC236}">
                    <a16:creationId xmlns:a16="http://schemas.microsoft.com/office/drawing/2014/main" id="{0377F6BF-3B4C-D43E-C116-F6A28D3D43C6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246" y="0"/>
                <a:ext cx="690" cy="4316"/>
              </a:xfrm>
              <a:custGeom>
                <a:avLst/>
                <a:gdLst/>
                <a:ahLst/>
                <a:cxnLst>
                  <a:cxn ang="0">
                    <a:pos x="688" y="2086"/>
                  </a:cxn>
                  <a:cxn ang="0">
                    <a:pos x="670" y="1810"/>
                  </a:cxn>
                  <a:cxn ang="0">
                    <a:pos x="634" y="1541"/>
                  </a:cxn>
                  <a:cxn ang="0">
                    <a:pos x="574" y="1271"/>
                  </a:cxn>
                  <a:cxn ang="0">
                    <a:pos x="497" y="1007"/>
                  </a:cxn>
                  <a:cxn ang="0">
                    <a:pos x="401" y="749"/>
                  </a:cxn>
                  <a:cxn ang="0">
                    <a:pos x="293" y="492"/>
                  </a:cxn>
                  <a:cxn ang="0">
                    <a:pos x="162" y="24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50" y="240"/>
                  </a:cxn>
                  <a:cxn ang="0">
                    <a:pos x="281" y="492"/>
                  </a:cxn>
                  <a:cxn ang="0">
                    <a:pos x="389" y="749"/>
                  </a:cxn>
                  <a:cxn ang="0">
                    <a:pos x="485" y="1007"/>
                  </a:cxn>
                  <a:cxn ang="0">
                    <a:pos x="562" y="1271"/>
                  </a:cxn>
                  <a:cxn ang="0">
                    <a:pos x="622" y="1541"/>
                  </a:cxn>
                  <a:cxn ang="0">
                    <a:pos x="658" y="1810"/>
                  </a:cxn>
                  <a:cxn ang="0">
                    <a:pos x="676" y="2086"/>
                  </a:cxn>
                  <a:cxn ang="0">
                    <a:pos x="676" y="2368"/>
                  </a:cxn>
                  <a:cxn ang="0">
                    <a:pos x="658" y="2650"/>
                  </a:cxn>
                  <a:cxn ang="0">
                    <a:pos x="616" y="2931"/>
                  </a:cxn>
                  <a:cxn ang="0">
                    <a:pos x="556" y="3213"/>
                  </a:cxn>
                  <a:cxn ang="0">
                    <a:pos x="473" y="3495"/>
                  </a:cxn>
                  <a:cxn ang="0">
                    <a:pos x="371" y="3777"/>
                  </a:cxn>
                  <a:cxn ang="0">
                    <a:pos x="251" y="4046"/>
                  </a:cxn>
                  <a:cxn ang="0">
                    <a:pos x="114" y="4316"/>
                  </a:cxn>
                  <a:cxn ang="0">
                    <a:pos x="126" y="4316"/>
                  </a:cxn>
                  <a:cxn ang="0">
                    <a:pos x="263" y="4046"/>
                  </a:cxn>
                  <a:cxn ang="0">
                    <a:pos x="383" y="3777"/>
                  </a:cxn>
                  <a:cxn ang="0">
                    <a:pos x="485" y="3495"/>
                  </a:cxn>
                  <a:cxn ang="0">
                    <a:pos x="568" y="3219"/>
                  </a:cxn>
                  <a:cxn ang="0">
                    <a:pos x="628" y="2937"/>
                  </a:cxn>
                  <a:cxn ang="0">
                    <a:pos x="670" y="2656"/>
                  </a:cxn>
                  <a:cxn ang="0">
                    <a:pos x="688" y="2368"/>
                  </a:cxn>
                  <a:cxn ang="0">
                    <a:pos x="688" y="2086"/>
                  </a:cxn>
                  <a:cxn ang="0">
                    <a:pos x="688" y="2086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2" name="Freeform 13">
                <a:extLst>
                  <a:ext uri="{FF2B5EF4-FFF2-40B4-BE49-F238E27FC236}">
                    <a16:creationId xmlns:a16="http://schemas.microsoft.com/office/drawing/2014/main" id="{26CA1846-BF4B-4DC7-FE8D-0BD347B5DDBB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522" y="0"/>
                <a:ext cx="864" cy="4316"/>
              </a:xfrm>
              <a:custGeom>
                <a:avLst/>
                <a:gdLst/>
                <a:ahLst/>
                <a:cxnLst>
                  <a:cxn ang="0">
                    <a:pos x="855" y="2128"/>
                  </a:cxn>
                  <a:cxn ang="0">
                    <a:pos x="831" y="1834"/>
                  </a:cxn>
                  <a:cxn ang="0">
                    <a:pos x="808" y="1684"/>
                  </a:cxn>
                  <a:cxn ang="0">
                    <a:pos x="784" y="1541"/>
                  </a:cxn>
                  <a:cxn ang="0">
                    <a:pos x="748" y="1397"/>
                  </a:cxn>
                  <a:cxn ang="0">
                    <a:pos x="712" y="1253"/>
                  </a:cxn>
                  <a:cxn ang="0">
                    <a:pos x="664" y="1115"/>
                  </a:cxn>
                  <a:cxn ang="0">
                    <a:pos x="610" y="977"/>
                  </a:cxn>
                  <a:cxn ang="0">
                    <a:pos x="491" y="719"/>
                  </a:cxn>
                  <a:cxn ang="0">
                    <a:pos x="353" y="468"/>
                  </a:cxn>
                  <a:cxn ang="0">
                    <a:pos x="192" y="228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80" y="228"/>
                  </a:cxn>
                  <a:cxn ang="0">
                    <a:pos x="341" y="468"/>
                  </a:cxn>
                  <a:cxn ang="0">
                    <a:pos x="479" y="719"/>
                  </a:cxn>
                  <a:cxn ang="0">
                    <a:pos x="598" y="983"/>
                  </a:cxn>
                  <a:cxn ang="0">
                    <a:pos x="652" y="1121"/>
                  </a:cxn>
                  <a:cxn ang="0">
                    <a:pos x="700" y="1259"/>
                  </a:cxn>
                  <a:cxn ang="0">
                    <a:pos x="736" y="1403"/>
                  </a:cxn>
                  <a:cxn ang="0">
                    <a:pos x="772" y="1547"/>
                  </a:cxn>
                  <a:cxn ang="0">
                    <a:pos x="802" y="1690"/>
                  </a:cxn>
                  <a:cxn ang="0">
                    <a:pos x="819" y="1834"/>
                  </a:cxn>
                  <a:cxn ang="0">
                    <a:pos x="837" y="1984"/>
                  </a:cxn>
                  <a:cxn ang="0">
                    <a:pos x="843" y="2128"/>
                  </a:cxn>
                  <a:cxn ang="0">
                    <a:pos x="849" y="2278"/>
                  </a:cxn>
                  <a:cxn ang="0">
                    <a:pos x="843" y="2428"/>
                  </a:cxn>
                  <a:cxn ang="0">
                    <a:pos x="831" y="2572"/>
                  </a:cxn>
                  <a:cxn ang="0">
                    <a:pos x="819" y="2721"/>
                  </a:cxn>
                  <a:cxn ang="0">
                    <a:pos x="796" y="2865"/>
                  </a:cxn>
                  <a:cxn ang="0">
                    <a:pos x="766" y="3015"/>
                  </a:cxn>
                  <a:cxn ang="0">
                    <a:pos x="724" y="3159"/>
                  </a:cxn>
                  <a:cxn ang="0">
                    <a:pos x="682" y="3303"/>
                  </a:cxn>
                  <a:cxn ang="0">
                    <a:pos x="586" y="3567"/>
                  </a:cxn>
                  <a:cxn ang="0">
                    <a:pos x="473" y="3824"/>
                  </a:cxn>
                  <a:cxn ang="0">
                    <a:pos x="335" y="4076"/>
                  </a:cxn>
                  <a:cxn ang="0">
                    <a:pos x="180" y="4316"/>
                  </a:cxn>
                  <a:cxn ang="0">
                    <a:pos x="192" y="4316"/>
                  </a:cxn>
                  <a:cxn ang="0">
                    <a:pos x="347" y="4076"/>
                  </a:cxn>
                  <a:cxn ang="0">
                    <a:pos x="485" y="3824"/>
                  </a:cxn>
                  <a:cxn ang="0">
                    <a:pos x="598" y="3573"/>
                  </a:cxn>
                  <a:cxn ang="0">
                    <a:pos x="694" y="3309"/>
                  </a:cxn>
                  <a:cxn ang="0">
                    <a:pos x="736" y="3165"/>
                  </a:cxn>
                  <a:cxn ang="0">
                    <a:pos x="778" y="3021"/>
                  </a:cxn>
                  <a:cxn ang="0">
                    <a:pos x="808" y="2871"/>
                  </a:cxn>
                  <a:cxn ang="0">
                    <a:pos x="831" y="2727"/>
                  </a:cxn>
                  <a:cxn ang="0">
                    <a:pos x="843" y="2578"/>
                  </a:cxn>
                  <a:cxn ang="0">
                    <a:pos x="855" y="2428"/>
                  </a:cxn>
                  <a:cxn ang="0">
                    <a:pos x="861" y="2278"/>
                  </a:cxn>
                  <a:cxn ang="0">
                    <a:pos x="855" y="2128"/>
                  </a:cxn>
                  <a:cxn ang="0">
                    <a:pos x="855" y="2128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3" name="Freeform 14">
                <a:extLst>
                  <a:ext uri="{FF2B5EF4-FFF2-40B4-BE49-F238E27FC236}">
                    <a16:creationId xmlns:a16="http://schemas.microsoft.com/office/drawing/2014/main" id="{2CCF0F3D-9898-C125-5834-AA5139671092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399" y="0"/>
                <a:ext cx="150" cy="4316"/>
              </a:xfrm>
              <a:custGeom>
                <a:avLst/>
                <a:gdLst/>
                <a:ahLst/>
                <a:cxnLst>
                  <a:cxn ang="0">
                    <a:pos x="18" y="1942"/>
                  </a:cxn>
                  <a:cxn ang="0">
                    <a:pos x="30" y="1630"/>
                  </a:cxn>
                  <a:cxn ang="0">
                    <a:pos x="42" y="1331"/>
                  </a:cxn>
                  <a:cxn ang="0">
                    <a:pos x="59" y="1055"/>
                  </a:cxn>
                  <a:cxn ang="0">
                    <a:pos x="77" y="791"/>
                  </a:cxn>
                  <a:cxn ang="0">
                    <a:pos x="83" y="671"/>
                  </a:cxn>
                  <a:cxn ang="0">
                    <a:pos x="95" y="557"/>
                  </a:cxn>
                  <a:cxn ang="0">
                    <a:pos x="107" y="444"/>
                  </a:cxn>
                  <a:cxn ang="0">
                    <a:pos x="113" y="342"/>
                  </a:cxn>
                  <a:cxn ang="0">
                    <a:pos x="125" y="246"/>
                  </a:cxn>
                  <a:cxn ang="0">
                    <a:pos x="131" y="156"/>
                  </a:cxn>
                  <a:cxn ang="0">
                    <a:pos x="143" y="72"/>
                  </a:cxn>
                  <a:cxn ang="0">
                    <a:pos x="149" y="0"/>
                  </a:cxn>
                  <a:cxn ang="0">
                    <a:pos x="137" y="0"/>
                  </a:cxn>
                  <a:cxn ang="0">
                    <a:pos x="131" y="72"/>
                  </a:cxn>
                  <a:cxn ang="0">
                    <a:pos x="119" y="156"/>
                  </a:cxn>
                  <a:cxn ang="0">
                    <a:pos x="113" y="246"/>
                  </a:cxn>
                  <a:cxn ang="0">
                    <a:pos x="101" y="342"/>
                  </a:cxn>
                  <a:cxn ang="0">
                    <a:pos x="95" y="444"/>
                  </a:cxn>
                  <a:cxn ang="0">
                    <a:pos x="83" y="557"/>
                  </a:cxn>
                  <a:cxn ang="0">
                    <a:pos x="71" y="671"/>
                  </a:cxn>
                  <a:cxn ang="0">
                    <a:pos x="65" y="791"/>
                  </a:cxn>
                  <a:cxn ang="0">
                    <a:pos x="48" y="1055"/>
                  </a:cxn>
                  <a:cxn ang="0">
                    <a:pos x="30" y="1331"/>
                  </a:cxn>
                  <a:cxn ang="0">
                    <a:pos x="18" y="1630"/>
                  </a:cxn>
                  <a:cxn ang="0">
                    <a:pos x="6" y="1942"/>
                  </a:cxn>
                  <a:cxn ang="0">
                    <a:pos x="0" y="2278"/>
                  </a:cxn>
                  <a:cxn ang="0">
                    <a:pos x="6" y="2602"/>
                  </a:cxn>
                  <a:cxn ang="0">
                    <a:pos x="12" y="2919"/>
                  </a:cxn>
                  <a:cxn ang="0">
                    <a:pos x="24" y="3219"/>
                  </a:cxn>
                  <a:cxn ang="0">
                    <a:pos x="36" y="3513"/>
                  </a:cxn>
                  <a:cxn ang="0">
                    <a:pos x="59" y="3794"/>
                  </a:cxn>
                  <a:cxn ang="0">
                    <a:pos x="89" y="4058"/>
                  </a:cxn>
                  <a:cxn ang="0">
                    <a:pos x="125" y="4316"/>
                  </a:cxn>
                  <a:cxn ang="0">
                    <a:pos x="137" y="4316"/>
                  </a:cxn>
                  <a:cxn ang="0">
                    <a:pos x="101" y="4058"/>
                  </a:cxn>
                  <a:cxn ang="0">
                    <a:pos x="71" y="3794"/>
                  </a:cxn>
                  <a:cxn ang="0">
                    <a:pos x="48" y="3513"/>
                  </a:cxn>
                  <a:cxn ang="0">
                    <a:pos x="36" y="3225"/>
                  </a:cxn>
                  <a:cxn ang="0">
                    <a:pos x="24" y="2919"/>
                  </a:cxn>
                  <a:cxn ang="0">
                    <a:pos x="18" y="2608"/>
                  </a:cxn>
                  <a:cxn ang="0">
                    <a:pos x="12" y="2278"/>
                  </a:cxn>
                  <a:cxn ang="0">
                    <a:pos x="18" y="1942"/>
                  </a:cxn>
                  <a:cxn ang="0">
                    <a:pos x="18" y="1942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4" name="Freeform 15">
                <a:extLst>
                  <a:ext uri="{FF2B5EF4-FFF2-40B4-BE49-F238E27FC236}">
                    <a16:creationId xmlns:a16="http://schemas.microsoft.com/office/drawing/2014/main" id="{02A694E9-C4E9-6E99-FD57-8B8B5A5C65D7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967" y="0"/>
                <a:ext cx="300" cy="4316"/>
              </a:xfrm>
              <a:custGeom>
                <a:avLst/>
                <a:gdLst/>
                <a:ahLst/>
                <a:cxnLst>
                  <a:cxn ang="0">
                    <a:pos x="18" y="2062"/>
                  </a:cxn>
                  <a:cxn ang="0">
                    <a:pos x="30" y="1750"/>
                  </a:cxn>
                  <a:cxn ang="0">
                    <a:pos x="54" y="1451"/>
                  </a:cxn>
                  <a:cxn ang="0">
                    <a:pos x="84" y="1169"/>
                  </a:cxn>
                  <a:cxn ang="0">
                    <a:pos x="126" y="899"/>
                  </a:cxn>
                  <a:cxn ang="0">
                    <a:pos x="162" y="641"/>
                  </a:cxn>
                  <a:cxn ang="0">
                    <a:pos x="209" y="408"/>
                  </a:cxn>
                  <a:cxn ang="0">
                    <a:pos x="251" y="192"/>
                  </a:cxn>
                  <a:cxn ang="0">
                    <a:pos x="299" y="0"/>
                  </a:cxn>
                  <a:cxn ang="0">
                    <a:pos x="287" y="0"/>
                  </a:cxn>
                  <a:cxn ang="0">
                    <a:pos x="239" y="192"/>
                  </a:cxn>
                  <a:cxn ang="0">
                    <a:pos x="198" y="408"/>
                  </a:cxn>
                  <a:cxn ang="0">
                    <a:pos x="156" y="641"/>
                  </a:cxn>
                  <a:cxn ang="0">
                    <a:pos x="114" y="899"/>
                  </a:cxn>
                  <a:cxn ang="0">
                    <a:pos x="78" y="1169"/>
                  </a:cxn>
                  <a:cxn ang="0">
                    <a:pos x="48" y="1451"/>
                  </a:cxn>
                  <a:cxn ang="0">
                    <a:pos x="24" y="1750"/>
                  </a:cxn>
                  <a:cxn ang="0">
                    <a:pos x="6" y="2062"/>
                  </a:cxn>
                  <a:cxn ang="0">
                    <a:pos x="0" y="2374"/>
                  </a:cxn>
                  <a:cxn ang="0">
                    <a:pos x="12" y="2674"/>
                  </a:cxn>
                  <a:cxn ang="0">
                    <a:pos x="30" y="2973"/>
                  </a:cxn>
                  <a:cxn ang="0">
                    <a:pos x="54" y="3255"/>
                  </a:cxn>
                  <a:cxn ang="0">
                    <a:pos x="96" y="3537"/>
                  </a:cxn>
                  <a:cxn ang="0">
                    <a:pos x="144" y="3806"/>
                  </a:cxn>
                  <a:cxn ang="0">
                    <a:pos x="203" y="4064"/>
                  </a:cxn>
                  <a:cxn ang="0">
                    <a:pos x="275" y="4316"/>
                  </a:cxn>
                  <a:cxn ang="0">
                    <a:pos x="287" y="4316"/>
                  </a:cxn>
                  <a:cxn ang="0">
                    <a:pos x="215" y="4064"/>
                  </a:cxn>
                  <a:cxn ang="0">
                    <a:pos x="156" y="3806"/>
                  </a:cxn>
                  <a:cxn ang="0">
                    <a:pos x="108" y="3537"/>
                  </a:cxn>
                  <a:cxn ang="0">
                    <a:pos x="66" y="3261"/>
                  </a:cxn>
                  <a:cxn ang="0">
                    <a:pos x="42" y="2973"/>
                  </a:cxn>
                  <a:cxn ang="0">
                    <a:pos x="24" y="2680"/>
                  </a:cxn>
                  <a:cxn ang="0">
                    <a:pos x="12" y="2374"/>
                  </a:cxn>
                  <a:cxn ang="0">
                    <a:pos x="18" y="2062"/>
                  </a:cxn>
                  <a:cxn ang="0">
                    <a:pos x="18" y="2062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5" name="Freeform 16">
                <a:extLst>
                  <a:ext uri="{FF2B5EF4-FFF2-40B4-BE49-F238E27FC236}">
                    <a16:creationId xmlns:a16="http://schemas.microsoft.com/office/drawing/2014/main" id="{FE3351D6-CB8F-FAF7-5C22-E827938E67A8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566" y="0"/>
                <a:ext cx="425" cy="4316"/>
              </a:xfrm>
              <a:custGeom>
                <a:avLst/>
                <a:gdLst/>
                <a:ahLst/>
                <a:cxnLst>
                  <a:cxn ang="0">
                    <a:pos x="424" y="0"/>
                  </a:cxn>
                  <a:cxn ang="0">
                    <a:pos x="412" y="0"/>
                  </a:cxn>
                  <a:cxn ang="0">
                    <a:pos x="316" y="222"/>
                  </a:cxn>
                  <a:cxn ang="0">
                    <a:pos x="239" y="462"/>
                  </a:cxn>
                  <a:cxn ang="0">
                    <a:pos x="167" y="707"/>
                  </a:cxn>
                  <a:cxn ang="0">
                    <a:pos x="107" y="971"/>
                  </a:cxn>
                  <a:cxn ang="0">
                    <a:pos x="65" y="1247"/>
                  </a:cxn>
                  <a:cxn ang="0">
                    <a:pos x="29" y="1529"/>
                  </a:cxn>
                  <a:cxn ang="0">
                    <a:pos x="6" y="1822"/>
                  </a:cxn>
                  <a:cxn ang="0">
                    <a:pos x="0" y="2122"/>
                  </a:cxn>
                  <a:cxn ang="0">
                    <a:pos x="6" y="2404"/>
                  </a:cxn>
                  <a:cxn ang="0">
                    <a:pos x="24" y="2686"/>
                  </a:cxn>
                  <a:cxn ang="0">
                    <a:pos x="47" y="2961"/>
                  </a:cxn>
                  <a:cxn ang="0">
                    <a:pos x="89" y="3243"/>
                  </a:cxn>
                  <a:cxn ang="0">
                    <a:pos x="137" y="3519"/>
                  </a:cxn>
                  <a:cxn ang="0">
                    <a:pos x="197" y="3788"/>
                  </a:cxn>
                  <a:cxn ang="0">
                    <a:pos x="269" y="4058"/>
                  </a:cxn>
                  <a:cxn ang="0">
                    <a:pos x="346" y="4316"/>
                  </a:cxn>
                  <a:cxn ang="0">
                    <a:pos x="358" y="4316"/>
                  </a:cxn>
                  <a:cxn ang="0">
                    <a:pos x="281" y="4058"/>
                  </a:cxn>
                  <a:cxn ang="0">
                    <a:pos x="209" y="3788"/>
                  </a:cxn>
                  <a:cxn ang="0">
                    <a:pos x="149" y="3519"/>
                  </a:cxn>
                  <a:cxn ang="0">
                    <a:pos x="101" y="3243"/>
                  </a:cxn>
                  <a:cxn ang="0">
                    <a:pos x="59" y="2961"/>
                  </a:cxn>
                  <a:cxn ang="0">
                    <a:pos x="35" y="2686"/>
                  </a:cxn>
                  <a:cxn ang="0">
                    <a:pos x="18" y="2404"/>
                  </a:cxn>
                  <a:cxn ang="0">
                    <a:pos x="12" y="2122"/>
                  </a:cxn>
                  <a:cxn ang="0">
                    <a:pos x="18" y="1822"/>
                  </a:cxn>
                  <a:cxn ang="0">
                    <a:pos x="41" y="1529"/>
                  </a:cxn>
                  <a:cxn ang="0">
                    <a:pos x="71" y="1247"/>
                  </a:cxn>
                  <a:cxn ang="0">
                    <a:pos x="119" y="971"/>
                  </a:cxn>
                  <a:cxn ang="0">
                    <a:pos x="179" y="707"/>
                  </a:cxn>
                  <a:cxn ang="0">
                    <a:pos x="245" y="462"/>
                  </a:cxn>
                  <a:cxn ang="0">
                    <a:pos x="328" y="222"/>
                  </a:cxn>
                  <a:cxn ang="0">
                    <a:pos x="424" y="0"/>
                  </a:cxn>
                  <a:cxn ang="0">
                    <a:pos x="424" y="0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6" name="Freeform 17">
                <a:extLst>
                  <a:ext uri="{FF2B5EF4-FFF2-40B4-BE49-F238E27FC236}">
                    <a16:creationId xmlns:a16="http://schemas.microsoft.com/office/drawing/2014/main" id="{C00CA1D4-33F9-910D-0E0F-D5D7817F7432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128" y="0"/>
                <a:ext cx="575" cy="4316"/>
              </a:xfrm>
              <a:custGeom>
                <a:avLst/>
                <a:gdLst/>
                <a:ahLst/>
                <a:cxnLst>
                  <a:cxn ang="0">
                    <a:pos x="12" y="2146"/>
                  </a:cxn>
                  <a:cxn ang="0">
                    <a:pos x="24" y="1846"/>
                  </a:cxn>
                  <a:cxn ang="0">
                    <a:pos x="54" y="1559"/>
                  </a:cxn>
                  <a:cxn ang="0">
                    <a:pos x="96" y="1277"/>
                  </a:cxn>
                  <a:cxn ang="0">
                    <a:pos x="162" y="1001"/>
                  </a:cxn>
                  <a:cxn ang="0">
                    <a:pos x="239" y="731"/>
                  </a:cxn>
                  <a:cxn ang="0">
                    <a:pos x="335" y="480"/>
                  </a:cxn>
                  <a:cxn ang="0">
                    <a:pos x="449" y="234"/>
                  </a:cxn>
                  <a:cxn ang="0">
                    <a:pos x="574" y="0"/>
                  </a:cxn>
                  <a:cxn ang="0">
                    <a:pos x="562" y="0"/>
                  </a:cxn>
                  <a:cxn ang="0">
                    <a:pos x="437" y="234"/>
                  </a:cxn>
                  <a:cxn ang="0">
                    <a:pos x="323" y="480"/>
                  </a:cxn>
                  <a:cxn ang="0">
                    <a:pos x="227" y="737"/>
                  </a:cxn>
                  <a:cxn ang="0">
                    <a:pos x="150" y="1001"/>
                  </a:cxn>
                  <a:cxn ang="0">
                    <a:pos x="84" y="1277"/>
                  </a:cxn>
                  <a:cxn ang="0">
                    <a:pos x="42" y="1559"/>
                  </a:cxn>
                  <a:cxn ang="0">
                    <a:pos x="12" y="1852"/>
                  </a:cxn>
                  <a:cxn ang="0">
                    <a:pos x="0" y="2146"/>
                  </a:cxn>
                  <a:cxn ang="0">
                    <a:pos x="6" y="2434"/>
                  </a:cxn>
                  <a:cxn ang="0">
                    <a:pos x="30" y="2715"/>
                  </a:cxn>
                  <a:cxn ang="0">
                    <a:pos x="66" y="2997"/>
                  </a:cxn>
                  <a:cxn ang="0">
                    <a:pos x="120" y="3273"/>
                  </a:cxn>
                  <a:cxn ang="0">
                    <a:pos x="191" y="3549"/>
                  </a:cxn>
                  <a:cxn ang="0">
                    <a:pos x="275" y="3812"/>
                  </a:cxn>
                  <a:cxn ang="0">
                    <a:pos x="371" y="4070"/>
                  </a:cxn>
                  <a:cxn ang="0">
                    <a:pos x="484" y="4316"/>
                  </a:cxn>
                  <a:cxn ang="0">
                    <a:pos x="496" y="4316"/>
                  </a:cxn>
                  <a:cxn ang="0">
                    <a:pos x="383" y="4070"/>
                  </a:cxn>
                  <a:cxn ang="0">
                    <a:pos x="287" y="3812"/>
                  </a:cxn>
                  <a:cxn ang="0">
                    <a:pos x="203" y="3549"/>
                  </a:cxn>
                  <a:cxn ang="0">
                    <a:pos x="132" y="3273"/>
                  </a:cxn>
                  <a:cxn ang="0">
                    <a:pos x="78" y="2997"/>
                  </a:cxn>
                  <a:cxn ang="0">
                    <a:pos x="42" y="2715"/>
                  </a:cxn>
                  <a:cxn ang="0">
                    <a:pos x="18" y="2434"/>
                  </a:cxn>
                  <a:cxn ang="0">
                    <a:pos x="12" y="2146"/>
                  </a:cxn>
                  <a:cxn ang="0">
                    <a:pos x="12" y="2146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7" name="Freeform 18">
                <a:extLst>
                  <a:ext uri="{FF2B5EF4-FFF2-40B4-BE49-F238E27FC236}">
                    <a16:creationId xmlns:a16="http://schemas.microsoft.com/office/drawing/2014/main" id="{C707C46D-2FEA-A6B9-A1DA-68F43FFB43B9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702" y="0"/>
                <a:ext cx="737" cy="4316"/>
              </a:xfrm>
              <a:custGeom>
                <a:avLst/>
                <a:gdLst/>
                <a:ahLst/>
                <a:cxnLst>
                  <a:cxn ang="0">
                    <a:pos x="12" y="2098"/>
                  </a:cxn>
                  <a:cxn ang="0">
                    <a:pos x="29" y="1798"/>
                  </a:cxn>
                  <a:cxn ang="0">
                    <a:pos x="71" y="1505"/>
                  </a:cxn>
                  <a:cxn ang="0">
                    <a:pos x="131" y="1223"/>
                  </a:cxn>
                  <a:cxn ang="0">
                    <a:pos x="215" y="941"/>
                  </a:cxn>
                  <a:cxn ang="0">
                    <a:pos x="316" y="689"/>
                  </a:cxn>
                  <a:cxn ang="0">
                    <a:pos x="442" y="444"/>
                  </a:cxn>
                  <a:cxn ang="0">
                    <a:pos x="580" y="216"/>
                  </a:cxn>
                  <a:cxn ang="0">
                    <a:pos x="735" y="0"/>
                  </a:cxn>
                  <a:cxn ang="0">
                    <a:pos x="723" y="0"/>
                  </a:cxn>
                  <a:cxn ang="0">
                    <a:pos x="568" y="210"/>
                  </a:cxn>
                  <a:cxn ang="0">
                    <a:pos x="430" y="438"/>
                  </a:cxn>
                  <a:cxn ang="0">
                    <a:pos x="311" y="683"/>
                  </a:cxn>
                  <a:cxn ang="0">
                    <a:pos x="209" y="941"/>
                  </a:cxn>
                  <a:cxn ang="0">
                    <a:pos x="125" y="1217"/>
                  </a:cxn>
                  <a:cxn ang="0">
                    <a:pos x="59" y="1505"/>
                  </a:cxn>
                  <a:cxn ang="0">
                    <a:pos x="18" y="1798"/>
                  </a:cxn>
                  <a:cxn ang="0">
                    <a:pos x="0" y="2098"/>
                  </a:cxn>
                  <a:cxn ang="0">
                    <a:pos x="6" y="2404"/>
                  </a:cxn>
                  <a:cxn ang="0">
                    <a:pos x="29" y="2709"/>
                  </a:cxn>
                  <a:cxn ang="0">
                    <a:pos x="77" y="3015"/>
                  </a:cxn>
                  <a:cxn ang="0">
                    <a:pos x="149" y="3315"/>
                  </a:cxn>
                  <a:cxn ang="0">
                    <a:pos x="227" y="3573"/>
                  </a:cxn>
                  <a:cxn ang="0">
                    <a:pos x="316" y="3824"/>
                  </a:cxn>
                  <a:cxn ang="0">
                    <a:pos x="424" y="4076"/>
                  </a:cxn>
                  <a:cxn ang="0">
                    <a:pos x="544" y="4316"/>
                  </a:cxn>
                  <a:cxn ang="0">
                    <a:pos x="556" y="4316"/>
                  </a:cxn>
                  <a:cxn ang="0">
                    <a:pos x="436" y="4076"/>
                  </a:cxn>
                  <a:cxn ang="0">
                    <a:pos x="328" y="3824"/>
                  </a:cxn>
                  <a:cxn ang="0">
                    <a:pos x="239" y="3573"/>
                  </a:cxn>
                  <a:cxn ang="0">
                    <a:pos x="161" y="3315"/>
                  </a:cxn>
                  <a:cxn ang="0">
                    <a:pos x="89" y="3015"/>
                  </a:cxn>
                  <a:cxn ang="0">
                    <a:pos x="41" y="2709"/>
                  </a:cxn>
                  <a:cxn ang="0">
                    <a:pos x="18" y="2404"/>
                  </a:cxn>
                  <a:cxn ang="0">
                    <a:pos x="12" y="2098"/>
                  </a:cxn>
                  <a:cxn ang="0">
                    <a:pos x="12" y="2098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8" name="Freeform 19">
                <a:extLst>
                  <a:ext uri="{FF2B5EF4-FFF2-40B4-BE49-F238E27FC236}">
                    <a16:creationId xmlns:a16="http://schemas.microsoft.com/office/drawing/2014/main" id="{DAEF7835-3D12-9F44-DAD9-61C511F900C5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88" y="0"/>
                <a:ext cx="840" cy="4316"/>
              </a:xfrm>
              <a:custGeom>
                <a:avLst/>
                <a:gdLst/>
                <a:ahLst/>
                <a:cxnLst>
                  <a:cxn ang="0">
                    <a:pos x="18" y="1948"/>
                  </a:cxn>
                  <a:cxn ang="0">
                    <a:pos x="48" y="1708"/>
                  </a:cxn>
                  <a:cxn ang="0">
                    <a:pos x="96" y="1475"/>
                  </a:cxn>
                  <a:cxn ang="0">
                    <a:pos x="161" y="1235"/>
                  </a:cxn>
                  <a:cxn ang="0">
                    <a:pos x="251" y="995"/>
                  </a:cxn>
                  <a:cxn ang="0">
                    <a:pos x="365" y="755"/>
                  </a:cxn>
                  <a:cxn ang="0">
                    <a:pos x="496" y="510"/>
                  </a:cxn>
                  <a:cxn ang="0">
                    <a:pos x="658" y="258"/>
                  </a:cxn>
                  <a:cxn ang="0">
                    <a:pos x="741" y="132"/>
                  </a:cxn>
                  <a:cxn ang="0">
                    <a:pos x="837" y="0"/>
                  </a:cxn>
                  <a:cxn ang="0">
                    <a:pos x="825" y="0"/>
                  </a:cxn>
                  <a:cxn ang="0">
                    <a:pos x="729" y="132"/>
                  </a:cxn>
                  <a:cxn ang="0">
                    <a:pos x="640" y="258"/>
                  </a:cxn>
                  <a:cxn ang="0">
                    <a:pos x="562" y="384"/>
                  </a:cxn>
                  <a:cxn ang="0">
                    <a:pos x="484" y="510"/>
                  </a:cxn>
                  <a:cxn ang="0">
                    <a:pos x="353" y="755"/>
                  </a:cxn>
                  <a:cxn ang="0">
                    <a:pos x="239" y="995"/>
                  </a:cxn>
                  <a:cxn ang="0">
                    <a:pos x="150" y="1235"/>
                  </a:cxn>
                  <a:cxn ang="0">
                    <a:pos x="84" y="1469"/>
                  </a:cxn>
                  <a:cxn ang="0">
                    <a:pos x="36" y="1702"/>
                  </a:cxn>
                  <a:cxn ang="0">
                    <a:pos x="6" y="1942"/>
                  </a:cxn>
                  <a:cxn ang="0">
                    <a:pos x="0" y="2200"/>
                  </a:cxn>
                  <a:cxn ang="0">
                    <a:pos x="12" y="2470"/>
                  </a:cxn>
                  <a:cxn ang="0">
                    <a:pos x="48" y="2739"/>
                  </a:cxn>
                  <a:cxn ang="0">
                    <a:pos x="114" y="3027"/>
                  </a:cxn>
                  <a:cxn ang="0">
                    <a:pos x="150" y="3171"/>
                  </a:cxn>
                  <a:cxn ang="0">
                    <a:pos x="197" y="3321"/>
                  </a:cxn>
                  <a:cxn ang="0">
                    <a:pos x="245" y="3477"/>
                  </a:cxn>
                  <a:cxn ang="0">
                    <a:pos x="305" y="3639"/>
                  </a:cxn>
                  <a:cxn ang="0">
                    <a:pos x="365" y="3800"/>
                  </a:cxn>
                  <a:cxn ang="0">
                    <a:pos x="437" y="3968"/>
                  </a:cxn>
                  <a:cxn ang="0">
                    <a:pos x="508" y="4136"/>
                  </a:cxn>
                  <a:cxn ang="0">
                    <a:pos x="592" y="4316"/>
                  </a:cxn>
                  <a:cxn ang="0">
                    <a:pos x="604" y="4316"/>
                  </a:cxn>
                  <a:cxn ang="0">
                    <a:pos x="520" y="4136"/>
                  </a:cxn>
                  <a:cxn ang="0">
                    <a:pos x="448" y="3968"/>
                  </a:cxn>
                  <a:cxn ang="0">
                    <a:pos x="377" y="3800"/>
                  </a:cxn>
                  <a:cxn ang="0">
                    <a:pos x="317" y="3639"/>
                  </a:cxn>
                  <a:cxn ang="0">
                    <a:pos x="257" y="3477"/>
                  </a:cxn>
                  <a:cxn ang="0">
                    <a:pos x="209" y="3327"/>
                  </a:cxn>
                  <a:cxn ang="0">
                    <a:pos x="161" y="3171"/>
                  </a:cxn>
                  <a:cxn ang="0">
                    <a:pos x="126" y="3027"/>
                  </a:cxn>
                  <a:cxn ang="0">
                    <a:pos x="60" y="2739"/>
                  </a:cxn>
                  <a:cxn ang="0">
                    <a:pos x="24" y="2470"/>
                  </a:cxn>
                  <a:cxn ang="0">
                    <a:pos x="12" y="2206"/>
                  </a:cxn>
                  <a:cxn ang="0">
                    <a:pos x="18" y="1948"/>
                  </a:cxn>
                  <a:cxn ang="0">
                    <a:pos x="18" y="1948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sp>
          <p:nvSpPr>
            <p:cNvPr id="7" name="Freeform 20">
              <a:extLst>
                <a:ext uri="{FF2B5EF4-FFF2-40B4-BE49-F238E27FC236}">
                  <a16:creationId xmlns:a16="http://schemas.microsoft.com/office/drawing/2014/main" id="{96FD0552-5160-91CC-F05E-FCCFDCE3106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2901"/>
              <a:ext cx="606" cy="1415"/>
            </a:xfrm>
            <a:custGeom>
              <a:avLst/>
              <a:gdLst/>
              <a:ahLst/>
              <a:cxnLst>
                <a:cxn ang="0">
                  <a:pos x="0" y="54"/>
                </a:cxn>
                <a:cxn ang="0">
                  <a:pos x="42" y="228"/>
                </a:cxn>
                <a:cxn ang="0">
                  <a:pos x="96" y="402"/>
                </a:cxn>
                <a:cxn ang="0">
                  <a:pos x="161" y="576"/>
                </a:cxn>
                <a:cxn ang="0">
                  <a:pos x="227" y="744"/>
                </a:cxn>
                <a:cxn ang="0">
                  <a:pos x="305" y="917"/>
                </a:cxn>
                <a:cxn ang="0">
                  <a:pos x="389" y="1085"/>
                </a:cxn>
                <a:cxn ang="0">
                  <a:pos x="484" y="1253"/>
                </a:cxn>
                <a:cxn ang="0">
                  <a:pos x="586" y="1415"/>
                </a:cxn>
                <a:cxn ang="0">
                  <a:pos x="604" y="1415"/>
                </a:cxn>
                <a:cxn ang="0">
                  <a:pos x="496" y="1247"/>
                </a:cxn>
                <a:cxn ang="0">
                  <a:pos x="401" y="1073"/>
                </a:cxn>
                <a:cxn ang="0">
                  <a:pos x="311" y="899"/>
                </a:cxn>
                <a:cxn ang="0">
                  <a:pos x="233" y="720"/>
                </a:cxn>
                <a:cxn ang="0">
                  <a:pos x="161" y="546"/>
                </a:cxn>
                <a:cxn ang="0">
                  <a:pos x="102" y="366"/>
                </a:cxn>
                <a:cxn ang="0">
                  <a:pos x="48" y="180"/>
                </a:cxn>
                <a:cxn ang="0">
                  <a:pos x="0" y="0"/>
                </a:cxn>
                <a:cxn ang="0">
                  <a:pos x="0" y="54"/>
                </a:cxn>
                <a:cxn ang="0">
                  <a:pos x="0" y="54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8" name="Freeform 21">
              <a:extLst>
                <a:ext uri="{FF2B5EF4-FFF2-40B4-BE49-F238E27FC236}">
                  <a16:creationId xmlns:a16="http://schemas.microsoft.com/office/drawing/2014/main" id="{F696FE5D-39D2-F806-C605-144A250B44E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3890"/>
              <a:ext cx="228" cy="426"/>
            </a:xfrm>
            <a:custGeom>
              <a:avLst/>
              <a:gdLst/>
              <a:ahLst/>
              <a:cxnLst>
                <a:cxn ang="0">
                  <a:pos x="0" y="30"/>
                </a:cxn>
                <a:cxn ang="0">
                  <a:pos x="108" y="240"/>
                </a:cxn>
                <a:cxn ang="0">
                  <a:pos x="215" y="426"/>
                </a:cxn>
                <a:cxn ang="0">
                  <a:pos x="227" y="426"/>
                </a:cxn>
                <a:cxn ang="0">
                  <a:pos x="167" y="330"/>
                </a:cxn>
                <a:cxn ang="0">
                  <a:pos x="114" y="222"/>
                </a:cxn>
                <a:cxn ang="0">
                  <a:pos x="0" y="0"/>
                </a:cxn>
                <a:cxn ang="0">
                  <a:pos x="0" y="30"/>
                </a:cxn>
                <a:cxn ang="0">
                  <a:pos x="0" y="30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9" name="Freeform 22">
              <a:extLst>
                <a:ext uri="{FF2B5EF4-FFF2-40B4-BE49-F238E27FC236}">
                  <a16:creationId xmlns:a16="http://schemas.microsoft.com/office/drawing/2014/main" id="{3BA9C3DB-0E3A-A372-1594-951DAF592023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776" y="0"/>
              <a:ext cx="984" cy="1786"/>
            </a:xfrm>
            <a:custGeom>
              <a:avLst/>
              <a:gdLst/>
              <a:ahLst/>
              <a:cxnLst>
                <a:cxn ang="0">
                  <a:pos x="981" y="1786"/>
                </a:cxn>
                <a:cxn ang="0">
                  <a:pos x="981" y="1720"/>
                </a:cxn>
                <a:cxn ang="0">
                  <a:pos x="969" y="1666"/>
                </a:cxn>
                <a:cxn ang="0">
                  <a:pos x="957" y="1613"/>
                </a:cxn>
                <a:cxn ang="0">
                  <a:pos x="921" y="1487"/>
                </a:cxn>
                <a:cxn ang="0">
                  <a:pos x="885" y="1361"/>
                </a:cxn>
                <a:cxn ang="0">
                  <a:pos x="796" y="1121"/>
                </a:cxn>
                <a:cxn ang="0">
                  <a:pos x="682" y="899"/>
                </a:cxn>
                <a:cxn ang="0">
                  <a:pos x="562" y="689"/>
                </a:cxn>
                <a:cxn ang="0">
                  <a:pos x="431" y="498"/>
                </a:cxn>
                <a:cxn ang="0">
                  <a:pos x="293" y="318"/>
                </a:cxn>
                <a:cxn ang="0">
                  <a:pos x="150" y="150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138" y="150"/>
                </a:cxn>
                <a:cxn ang="0">
                  <a:pos x="275" y="318"/>
                </a:cxn>
                <a:cxn ang="0">
                  <a:pos x="413" y="498"/>
                </a:cxn>
                <a:cxn ang="0">
                  <a:pos x="545" y="689"/>
                </a:cxn>
                <a:cxn ang="0">
                  <a:pos x="670" y="899"/>
                </a:cxn>
                <a:cxn ang="0">
                  <a:pos x="778" y="1121"/>
                </a:cxn>
                <a:cxn ang="0">
                  <a:pos x="873" y="1361"/>
                </a:cxn>
                <a:cxn ang="0">
                  <a:pos x="909" y="1487"/>
                </a:cxn>
                <a:cxn ang="0">
                  <a:pos x="945" y="1619"/>
                </a:cxn>
                <a:cxn ang="0">
                  <a:pos x="963" y="1702"/>
                </a:cxn>
                <a:cxn ang="0">
                  <a:pos x="981" y="1786"/>
                </a:cxn>
                <a:cxn ang="0">
                  <a:pos x="981" y="1786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0" name="Freeform 23">
              <a:extLst>
                <a:ext uri="{FF2B5EF4-FFF2-40B4-BE49-F238E27FC236}">
                  <a16:creationId xmlns:a16="http://schemas.microsoft.com/office/drawing/2014/main" id="{8809266A-65B2-8D21-28C7-EDAEF091C08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41" y="0"/>
              <a:ext cx="719" cy="845"/>
            </a:xfrm>
            <a:custGeom>
              <a:avLst/>
              <a:gdLst>
                <a:gd name="T0" fmla="*/ 951 w 717"/>
                <a:gd name="T1" fmla="*/ 845 h 845"/>
                <a:gd name="T2" fmla="*/ 951 w 717"/>
                <a:gd name="T3" fmla="*/ 821 h 845"/>
                <a:gd name="T4" fmla="*/ 790 w 717"/>
                <a:gd name="T5" fmla="*/ 605 h 845"/>
                <a:gd name="T6" fmla="*/ 514 w 717"/>
                <a:gd name="T7" fmla="*/ 396 h 845"/>
                <a:gd name="T8" fmla="*/ 329 w 717"/>
                <a:gd name="T9" fmla="*/ 192 h 845"/>
                <a:gd name="T10" fmla="*/ 17 w 717"/>
                <a:gd name="T11" fmla="*/ 0 h 845"/>
                <a:gd name="T12" fmla="*/ 0 w 717"/>
                <a:gd name="T13" fmla="*/ 0 h 845"/>
                <a:gd name="T14" fmla="*/ 317 w 717"/>
                <a:gd name="T15" fmla="*/ 198 h 845"/>
                <a:gd name="T16" fmla="*/ 508 w 717"/>
                <a:gd name="T17" fmla="*/ 408 h 845"/>
                <a:gd name="T18" fmla="*/ 784 w 717"/>
                <a:gd name="T19" fmla="*/ 623 h 845"/>
                <a:gd name="T20" fmla="*/ 951 w 717"/>
                <a:gd name="T21" fmla="*/ 845 h 845"/>
                <a:gd name="T22" fmla="*/ 951 w 717"/>
                <a:gd name="T23" fmla="*/ 845 h 84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Freeform 24">
              <a:extLst>
                <a:ext uri="{FF2B5EF4-FFF2-40B4-BE49-F238E27FC236}">
                  <a16:creationId xmlns:a16="http://schemas.microsoft.com/office/drawing/2014/main" id="{60FD844F-035B-5B9C-9988-144D3CFD33E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352" y="0"/>
              <a:ext cx="408" cy="414"/>
            </a:xfrm>
            <a:custGeom>
              <a:avLst/>
              <a:gdLst>
                <a:gd name="T0" fmla="*/ 515 w 407"/>
                <a:gd name="T1" fmla="*/ 414 h 414"/>
                <a:gd name="T2" fmla="*/ 515 w 407"/>
                <a:gd name="T3" fmla="*/ 396 h 414"/>
                <a:gd name="T4" fmla="*/ 330 w 407"/>
                <a:gd name="T5" fmla="*/ 192 h 414"/>
                <a:gd name="T6" fmla="*/ 12 w 407"/>
                <a:gd name="T7" fmla="*/ 0 h 414"/>
                <a:gd name="T8" fmla="*/ 0 w 407"/>
                <a:gd name="T9" fmla="*/ 0 h 414"/>
                <a:gd name="T10" fmla="*/ 108 w 407"/>
                <a:gd name="T11" fmla="*/ 102 h 414"/>
                <a:gd name="T12" fmla="*/ 324 w 407"/>
                <a:gd name="T13" fmla="*/ 204 h 414"/>
                <a:gd name="T14" fmla="*/ 515 w 407"/>
                <a:gd name="T15" fmla="*/ 414 h 414"/>
                <a:gd name="T16" fmla="*/ 515 w 407"/>
                <a:gd name="T17" fmla="*/ 414 h 4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Freeform 25">
              <a:extLst>
                <a:ext uri="{FF2B5EF4-FFF2-40B4-BE49-F238E27FC236}">
                  <a16:creationId xmlns:a16="http://schemas.microsoft.com/office/drawing/2014/main" id="{FD4BFC9C-7D2E-A498-6993-8F0C3BA8476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858" cy="1409"/>
            </a:xfrm>
            <a:custGeom>
              <a:avLst/>
              <a:gdLst/>
              <a:ahLst/>
              <a:cxnLst>
                <a:cxn ang="0">
                  <a:pos x="0" y="1361"/>
                </a:cxn>
                <a:cxn ang="0">
                  <a:pos x="0" y="1409"/>
                </a:cxn>
                <a:cxn ang="0">
                  <a:pos x="54" y="1211"/>
                </a:cxn>
                <a:cxn ang="0">
                  <a:pos x="126" y="1013"/>
                </a:cxn>
                <a:cxn ang="0">
                  <a:pos x="215" y="827"/>
                </a:cxn>
                <a:cxn ang="0">
                  <a:pos x="311" y="647"/>
                </a:cxn>
                <a:cxn ang="0">
                  <a:pos x="431" y="474"/>
                </a:cxn>
                <a:cxn ang="0">
                  <a:pos x="556" y="312"/>
                </a:cxn>
                <a:cxn ang="0">
                  <a:pos x="700" y="150"/>
                </a:cxn>
                <a:cxn ang="0">
                  <a:pos x="855" y="0"/>
                </a:cxn>
                <a:cxn ang="0">
                  <a:pos x="837" y="0"/>
                </a:cxn>
                <a:cxn ang="0">
                  <a:pos x="688" y="144"/>
                </a:cxn>
                <a:cxn ang="0">
                  <a:pos x="550" y="300"/>
                </a:cxn>
                <a:cxn ang="0">
                  <a:pos x="425" y="462"/>
                </a:cxn>
                <a:cxn ang="0">
                  <a:pos x="311" y="629"/>
                </a:cxn>
                <a:cxn ang="0">
                  <a:pos x="215" y="803"/>
                </a:cxn>
                <a:cxn ang="0">
                  <a:pos x="132" y="983"/>
                </a:cxn>
                <a:cxn ang="0">
                  <a:pos x="60" y="1169"/>
                </a:cxn>
                <a:cxn ang="0">
                  <a:pos x="0" y="1361"/>
                </a:cxn>
                <a:cxn ang="0">
                  <a:pos x="0" y="1361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3" name="Freeform 26">
              <a:extLst>
                <a:ext uri="{FF2B5EF4-FFF2-40B4-BE49-F238E27FC236}">
                  <a16:creationId xmlns:a16="http://schemas.microsoft.com/office/drawing/2014/main" id="{EC5E9B1F-6CC7-82DC-AA6C-E8966BDCA8A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588" cy="599"/>
            </a:xfrm>
            <a:custGeom>
              <a:avLst/>
              <a:gdLst>
                <a:gd name="T0" fmla="*/ 836 w 586"/>
                <a:gd name="T1" fmla="*/ 0 h 599"/>
                <a:gd name="T2" fmla="*/ 809 w 586"/>
                <a:gd name="T3" fmla="*/ 0 h 599"/>
                <a:gd name="T4" fmla="*/ 590 w 586"/>
                <a:gd name="T5" fmla="*/ 132 h 599"/>
                <a:gd name="T6" fmla="*/ 365 w 586"/>
                <a:gd name="T7" fmla="*/ 270 h 599"/>
                <a:gd name="T8" fmla="*/ 120 w 586"/>
                <a:gd name="T9" fmla="*/ 420 h 599"/>
                <a:gd name="T10" fmla="*/ 0 w 586"/>
                <a:gd name="T11" fmla="*/ 575 h 599"/>
                <a:gd name="T12" fmla="*/ 0 w 586"/>
                <a:gd name="T13" fmla="*/ 599 h 599"/>
                <a:gd name="T14" fmla="*/ 120 w 586"/>
                <a:gd name="T15" fmla="*/ 432 h 599"/>
                <a:gd name="T16" fmla="*/ 365 w 586"/>
                <a:gd name="T17" fmla="*/ 282 h 599"/>
                <a:gd name="T18" fmla="*/ 602 w 586"/>
                <a:gd name="T19" fmla="*/ 138 h 599"/>
                <a:gd name="T20" fmla="*/ 836 w 586"/>
                <a:gd name="T21" fmla="*/ 0 h 599"/>
                <a:gd name="T22" fmla="*/ 836 w 586"/>
                <a:gd name="T23" fmla="*/ 0 h 59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27">
              <a:extLst>
                <a:ext uri="{FF2B5EF4-FFF2-40B4-BE49-F238E27FC236}">
                  <a16:creationId xmlns:a16="http://schemas.microsoft.com/office/drawing/2014/main" id="{6DF977C7-AE1E-2C11-3DB3-BF43E6C4618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270" cy="252"/>
            </a:xfrm>
            <a:custGeom>
              <a:avLst/>
              <a:gdLst>
                <a:gd name="T0" fmla="*/ 377 w 269"/>
                <a:gd name="T1" fmla="*/ 0 h 252"/>
                <a:gd name="T2" fmla="*/ 359 w 269"/>
                <a:gd name="T3" fmla="*/ 0 h 252"/>
                <a:gd name="T4" fmla="*/ 120 w 269"/>
                <a:gd name="T5" fmla="*/ 114 h 252"/>
                <a:gd name="T6" fmla="*/ 60 w 269"/>
                <a:gd name="T7" fmla="*/ 174 h 252"/>
                <a:gd name="T8" fmla="*/ 0 w 269"/>
                <a:gd name="T9" fmla="*/ 234 h 252"/>
                <a:gd name="T10" fmla="*/ 0 w 269"/>
                <a:gd name="T11" fmla="*/ 252 h 252"/>
                <a:gd name="T12" fmla="*/ 126 w 269"/>
                <a:gd name="T13" fmla="*/ 120 h 252"/>
                <a:gd name="T14" fmla="*/ 377 w 269"/>
                <a:gd name="T15" fmla="*/ 0 h 252"/>
                <a:gd name="T16" fmla="*/ 377 w 269"/>
                <a:gd name="T17" fmla="*/ 0 h 2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28">
              <a:extLst>
                <a:ext uri="{FF2B5EF4-FFF2-40B4-BE49-F238E27FC236}">
                  <a16:creationId xmlns:a16="http://schemas.microsoft.com/office/drawing/2014/main" id="{177AEE3D-10B9-A0F0-6A0F-8961D73928A7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2749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29">
              <a:extLst>
                <a:ext uri="{FF2B5EF4-FFF2-40B4-BE49-F238E27FC236}">
                  <a16:creationId xmlns:a16="http://schemas.microsoft.com/office/drawing/2014/main" id="{0CCE6AD4-F8B3-6316-EB0D-8B394FEB13D5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2356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30">
              <a:extLst>
                <a:ext uri="{FF2B5EF4-FFF2-40B4-BE49-F238E27FC236}">
                  <a16:creationId xmlns:a16="http://schemas.microsoft.com/office/drawing/2014/main" id="{A19A8C2E-C037-552D-3AE8-03FD48ED31CA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142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8" name="Group 31">
              <a:extLst>
                <a:ext uri="{FF2B5EF4-FFF2-40B4-BE49-F238E27FC236}">
                  <a16:creationId xmlns:a16="http://schemas.microsoft.com/office/drawing/2014/main" id="{BCD84F4D-74D5-8342-B4BE-F93CF25FBB9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21" name="Line 32">
                <a:extLst>
                  <a:ext uri="{FF2B5EF4-FFF2-40B4-BE49-F238E27FC236}">
                    <a16:creationId xmlns:a16="http://schemas.microsoft.com/office/drawing/2014/main" id="{CA7C0BA2-3C5C-3036-9888-1AF7FB3AA4E4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784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" name="Line 33">
                <a:extLst>
                  <a:ext uri="{FF2B5EF4-FFF2-40B4-BE49-F238E27FC236}">
                    <a16:creationId xmlns:a16="http://schemas.microsoft.com/office/drawing/2014/main" id="{2E91F213-5E89-16E0-8825-527A5FBFB6C9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963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" name="Line 34">
                <a:extLst>
                  <a:ext uri="{FF2B5EF4-FFF2-40B4-BE49-F238E27FC236}">
                    <a16:creationId xmlns:a16="http://schemas.microsoft.com/office/drawing/2014/main" id="{41C49FEA-695E-0443-A144-B07CF7AFD91A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570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" name="Line 35">
                <a:extLst>
                  <a:ext uri="{FF2B5EF4-FFF2-40B4-BE49-F238E27FC236}">
                    <a16:creationId xmlns:a16="http://schemas.microsoft.com/office/drawing/2014/main" id="{E139619B-E773-CCE1-F0D4-05734ED28827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177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" name="Line 36">
                <a:extLst>
                  <a:ext uri="{FF2B5EF4-FFF2-40B4-BE49-F238E27FC236}">
                    <a16:creationId xmlns:a16="http://schemas.microsoft.com/office/drawing/2014/main" id="{71080E2F-35CA-0971-6E53-B98B114E81BD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392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9" name="Line 37">
              <a:extLst>
                <a:ext uri="{FF2B5EF4-FFF2-40B4-BE49-F238E27FC236}">
                  <a16:creationId xmlns:a16="http://schemas.microsoft.com/office/drawing/2014/main" id="{18E8DB29-165C-6AB7-5A19-D798441EC189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928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38">
              <a:extLst>
                <a:ext uri="{FF2B5EF4-FFF2-40B4-BE49-F238E27FC236}">
                  <a16:creationId xmlns:a16="http://schemas.microsoft.com/office/drawing/2014/main" id="{349360F9-89E8-C7D1-B51B-C775BFB6949D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535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00423" name="Rectangle 39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692275"/>
            <a:ext cx="7772400" cy="1736725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00424" name="Rectangle 40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39" name="Rectangle 41">
            <a:extLst>
              <a:ext uri="{FF2B5EF4-FFF2-40B4-BE49-F238E27FC236}">
                <a16:creationId xmlns:a16="http://schemas.microsoft.com/office/drawing/2014/main" id="{AF1F736A-BAC0-59B6-696B-CB5C9A66AD58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0" name="Rectangle 42">
            <a:extLst>
              <a:ext uri="{FF2B5EF4-FFF2-40B4-BE49-F238E27FC236}">
                <a16:creationId xmlns:a16="http://schemas.microsoft.com/office/drawing/2014/main" id="{11C4B3E3-C6E7-29D8-6484-7EE5019934C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" name="Rectangle 43">
            <a:extLst>
              <a:ext uri="{FF2B5EF4-FFF2-40B4-BE49-F238E27FC236}">
                <a16:creationId xmlns:a16="http://schemas.microsoft.com/office/drawing/2014/main" id="{DB81F101-5EE1-B561-AFE2-93994B36E62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0766737-E0F4-4204-8758-BF4395392BF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48453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0">
            <a:extLst>
              <a:ext uri="{FF2B5EF4-FFF2-40B4-BE49-F238E27FC236}">
                <a16:creationId xmlns:a16="http://schemas.microsoft.com/office/drawing/2014/main" id="{41D2F55F-EB86-361D-E346-0C17CCD575D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>
            <a:extLst>
              <a:ext uri="{FF2B5EF4-FFF2-40B4-BE49-F238E27FC236}">
                <a16:creationId xmlns:a16="http://schemas.microsoft.com/office/drawing/2014/main" id="{DA1DD551-C0E5-4332-85E0-552E4F737CF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>
            <a:extLst>
              <a:ext uri="{FF2B5EF4-FFF2-40B4-BE49-F238E27FC236}">
                <a16:creationId xmlns:a16="http://schemas.microsoft.com/office/drawing/2014/main" id="{CC458A8B-0F11-6512-7161-E288A851094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A0BBCE-22B9-49F9-9178-D7DEE67E939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42723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0">
            <a:extLst>
              <a:ext uri="{FF2B5EF4-FFF2-40B4-BE49-F238E27FC236}">
                <a16:creationId xmlns:a16="http://schemas.microsoft.com/office/drawing/2014/main" id="{2569F1E6-4252-B983-B2DF-585269B2E4C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>
            <a:extLst>
              <a:ext uri="{FF2B5EF4-FFF2-40B4-BE49-F238E27FC236}">
                <a16:creationId xmlns:a16="http://schemas.microsoft.com/office/drawing/2014/main" id="{A61F4A02-870E-FC24-96CC-B344B56248B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>
            <a:extLst>
              <a:ext uri="{FF2B5EF4-FFF2-40B4-BE49-F238E27FC236}">
                <a16:creationId xmlns:a16="http://schemas.microsoft.com/office/drawing/2014/main" id="{8129AB38-CC81-5291-1ED5-F4916E265E9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B86C32-B79F-40C4-A370-E3EA2901ED0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098962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E1D591E7-7BC7-4F21-751A-12C8E99E56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>
            <a:extLst>
              <a:ext uri="{FF2B5EF4-FFF2-40B4-BE49-F238E27FC236}">
                <a16:creationId xmlns:a16="http://schemas.microsoft.com/office/drawing/2014/main" id="{4264C386-FB86-22AB-1C58-5AD9A5B5154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>
            <a:extLst>
              <a:ext uri="{FF2B5EF4-FFF2-40B4-BE49-F238E27FC236}">
                <a16:creationId xmlns:a16="http://schemas.microsoft.com/office/drawing/2014/main" id="{AF0299EF-CA2A-71CD-CD3E-AE195A5E742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C2D36D-DE1D-48C4-ABDF-9ACB415F857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328333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0">
            <a:extLst>
              <a:ext uri="{FF2B5EF4-FFF2-40B4-BE49-F238E27FC236}">
                <a16:creationId xmlns:a16="http://schemas.microsoft.com/office/drawing/2014/main" id="{BEA22C71-A2CD-EEE2-C7AF-88F91A5069E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41">
            <a:extLst>
              <a:ext uri="{FF2B5EF4-FFF2-40B4-BE49-F238E27FC236}">
                <a16:creationId xmlns:a16="http://schemas.microsoft.com/office/drawing/2014/main" id="{FE1B7DF1-E412-097B-0346-986AB5E97AE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42">
            <a:extLst>
              <a:ext uri="{FF2B5EF4-FFF2-40B4-BE49-F238E27FC236}">
                <a16:creationId xmlns:a16="http://schemas.microsoft.com/office/drawing/2014/main" id="{B262FD50-E721-B2DB-746C-AC87BCA9804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C59343-4415-43EA-B901-416CEC8E5E5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96593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0">
            <a:extLst>
              <a:ext uri="{FF2B5EF4-FFF2-40B4-BE49-F238E27FC236}">
                <a16:creationId xmlns:a16="http://schemas.microsoft.com/office/drawing/2014/main" id="{369F5ADE-E639-AB55-B24A-7F49D054076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1">
            <a:extLst>
              <a:ext uri="{FF2B5EF4-FFF2-40B4-BE49-F238E27FC236}">
                <a16:creationId xmlns:a16="http://schemas.microsoft.com/office/drawing/2014/main" id="{5C07E1E4-0D9E-3EAC-E06A-C4E2A50F0F4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2">
            <a:extLst>
              <a:ext uri="{FF2B5EF4-FFF2-40B4-BE49-F238E27FC236}">
                <a16:creationId xmlns:a16="http://schemas.microsoft.com/office/drawing/2014/main" id="{59823566-7942-EEAA-2E25-D54231872B3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330298-8692-4BB0-9087-06FFC440334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769253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0">
            <a:extLst>
              <a:ext uri="{FF2B5EF4-FFF2-40B4-BE49-F238E27FC236}">
                <a16:creationId xmlns:a16="http://schemas.microsoft.com/office/drawing/2014/main" id="{7CCE96BE-658C-944B-5E03-ED8A09A9349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41">
            <a:extLst>
              <a:ext uri="{FF2B5EF4-FFF2-40B4-BE49-F238E27FC236}">
                <a16:creationId xmlns:a16="http://schemas.microsoft.com/office/drawing/2014/main" id="{4DE481EE-A9F9-D996-5969-A47FE4E5341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2">
            <a:extLst>
              <a:ext uri="{FF2B5EF4-FFF2-40B4-BE49-F238E27FC236}">
                <a16:creationId xmlns:a16="http://schemas.microsoft.com/office/drawing/2014/main" id="{C1576295-CB1E-2D44-B7DD-FA1D0ABCFAB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746F1C-361D-45E4-BF66-7A73EB9C980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43835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AE2D57E0-6ED7-FA92-2030-2649D99B6FB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>
            <a:extLst>
              <a:ext uri="{FF2B5EF4-FFF2-40B4-BE49-F238E27FC236}">
                <a16:creationId xmlns:a16="http://schemas.microsoft.com/office/drawing/2014/main" id="{727F6AD8-6EF1-BE80-8E28-167417601C2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>
            <a:extLst>
              <a:ext uri="{FF2B5EF4-FFF2-40B4-BE49-F238E27FC236}">
                <a16:creationId xmlns:a16="http://schemas.microsoft.com/office/drawing/2014/main" id="{E235DABF-F25B-38F6-5020-4B03D9312A1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A943D1-A788-49A2-BA34-5A3B532ACA1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072344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A6D15565-2A6F-4943-80AB-2F56B24A18F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>
            <a:extLst>
              <a:ext uri="{FF2B5EF4-FFF2-40B4-BE49-F238E27FC236}">
                <a16:creationId xmlns:a16="http://schemas.microsoft.com/office/drawing/2014/main" id="{D73AEF33-F175-9DC2-B5E7-E5E01B0265E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>
            <a:extLst>
              <a:ext uri="{FF2B5EF4-FFF2-40B4-BE49-F238E27FC236}">
                <a16:creationId xmlns:a16="http://schemas.microsoft.com/office/drawing/2014/main" id="{6EE4B2DF-4809-171C-3B12-EDF6BD93E4B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F56685-95F2-4D02-9FF6-3C8E6470263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094886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0">
            <a:extLst>
              <a:ext uri="{FF2B5EF4-FFF2-40B4-BE49-F238E27FC236}">
                <a16:creationId xmlns:a16="http://schemas.microsoft.com/office/drawing/2014/main" id="{1CC5AB63-BBC7-1459-2717-246BA2F07E8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>
            <a:extLst>
              <a:ext uri="{FF2B5EF4-FFF2-40B4-BE49-F238E27FC236}">
                <a16:creationId xmlns:a16="http://schemas.microsoft.com/office/drawing/2014/main" id="{58664CE5-939D-C70D-0AB0-7F1BDD697EC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>
            <a:extLst>
              <a:ext uri="{FF2B5EF4-FFF2-40B4-BE49-F238E27FC236}">
                <a16:creationId xmlns:a16="http://schemas.microsoft.com/office/drawing/2014/main" id="{FE0CF336-E54C-C168-DB59-5BDE692C24D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29C013-57F1-4B6F-A394-29BE41101F0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1526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0">
            <a:extLst>
              <a:ext uri="{FF2B5EF4-FFF2-40B4-BE49-F238E27FC236}">
                <a16:creationId xmlns:a16="http://schemas.microsoft.com/office/drawing/2014/main" id="{49CCD8F6-8CF6-F0FC-E11A-CAF1DE090EE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>
            <a:extLst>
              <a:ext uri="{FF2B5EF4-FFF2-40B4-BE49-F238E27FC236}">
                <a16:creationId xmlns:a16="http://schemas.microsoft.com/office/drawing/2014/main" id="{5FA98771-C29D-00C5-BB58-DB57C18B04A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>
            <a:extLst>
              <a:ext uri="{FF2B5EF4-FFF2-40B4-BE49-F238E27FC236}">
                <a16:creationId xmlns:a16="http://schemas.microsoft.com/office/drawing/2014/main" id="{B17AC90D-5BF8-B4AF-BE74-7A2541BEC23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53E8C6-E99C-45C5-8CC9-97A2893A7CD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50270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462FF9F1-CB17-91D7-52B7-2215C019417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>
            <a:extLst>
              <a:ext uri="{FF2B5EF4-FFF2-40B4-BE49-F238E27FC236}">
                <a16:creationId xmlns:a16="http://schemas.microsoft.com/office/drawing/2014/main" id="{14B1E2C7-7EA3-9C17-69D1-D1EAA7A037D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>
            <a:extLst>
              <a:ext uri="{FF2B5EF4-FFF2-40B4-BE49-F238E27FC236}">
                <a16:creationId xmlns:a16="http://schemas.microsoft.com/office/drawing/2014/main" id="{F30E1CE0-14F3-9481-08E8-20C80550AB9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CAD840-2DA9-4DCA-9F57-C5474A0FF71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821899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30725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40">
            <a:extLst>
              <a:ext uri="{FF2B5EF4-FFF2-40B4-BE49-F238E27FC236}">
                <a16:creationId xmlns:a16="http://schemas.microsoft.com/office/drawing/2014/main" id="{41FAC1B1-F3DC-9411-D12A-47FD04C41BE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>
            <a:extLst>
              <a:ext uri="{FF2B5EF4-FFF2-40B4-BE49-F238E27FC236}">
                <a16:creationId xmlns:a16="http://schemas.microsoft.com/office/drawing/2014/main" id="{F714E2F4-1F65-5996-DA49-A2D7A389A6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>
            <a:extLst>
              <a:ext uri="{FF2B5EF4-FFF2-40B4-BE49-F238E27FC236}">
                <a16:creationId xmlns:a16="http://schemas.microsoft.com/office/drawing/2014/main" id="{670B5FFF-A425-F234-9299-985E2F2EBF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18547C-D917-42EE-86FF-1C2F7FF1811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14465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4D99"/>
            </a:gs>
            <a:gs pos="89999">
              <a:srgbClr val="002B56"/>
            </a:gs>
            <a:gs pos="100000">
              <a:srgbClr val="00285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5EF1742A-473D-E42C-526D-98C491D1D373}"/>
              </a:ext>
            </a:extLst>
          </p:cNvPr>
          <p:cNvGrpSpPr>
            <a:grpSpLocks/>
          </p:cNvGrpSpPr>
          <p:nvPr/>
        </p:nvGrpSpPr>
        <p:grpSpPr bwMode="auto">
          <a:xfrm>
            <a:off x="1588" y="0"/>
            <a:ext cx="9148762" cy="6851650"/>
            <a:chOff x="1" y="0"/>
            <a:chExt cx="5763" cy="4316"/>
          </a:xfrm>
        </p:grpSpPr>
        <p:sp>
          <p:nvSpPr>
            <p:cNvPr id="399363" name="Freeform 3">
              <a:extLst>
                <a:ext uri="{FF2B5EF4-FFF2-40B4-BE49-F238E27FC236}">
                  <a16:creationId xmlns:a16="http://schemas.microsoft.com/office/drawing/2014/main" id="{94590863-4694-8BF8-BA70-1D9573A76F7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45" y="2626"/>
              <a:ext cx="719" cy="1690"/>
            </a:xfrm>
            <a:custGeom>
              <a:avLst/>
              <a:gdLst/>
              <a:ahLst/>
              <a:cxnLst>
                <a:cxn ang="0">
                  <a:pos x="717" y="72"/>
                </a:cxn>
                <a:cxn ang="0">
                  <a:pos x="717" y="0"/>
                </a:cxn>
                <a:cxn ang="0">
                  <a:pos x="699" y="101"/>
                </a:cxn>
                <a:cxn ang="0">
                  <a:pos x="675" y="209"/>
                </a:cxn>
                <a:cxn ang="0">
                  <a:pos x="627" y="389"/>
                </a:cxn>
                <a:cxn ang="0">
                  <a:pos x="574" y="569"/>
                </a:cxn>
                <a:cxn ang="0">
                  <a:pos x="502" y="749"/>
                </a:cxn>
                <a:cxn ang="0">
                  <a:pos x="424" y="935"/>
                </a:cxn>
                <a:cxn ang="0">
                  <a:pos x="334" y="1121"/>
                </a:cxn>
                <a:cxn ang="0">
                  <a:pos x="233" y="1312"/>
                </a:cxn>
                <a:cxn ang="0">
                  <a:pos x="125" y="1498"/>
                </a:cxn>
                <a:cxn ang="0">
                  <a:pos x="0" y="1690"/>
                </a:cxn>
                <a:cxn ang="0">
                  <a:pos x="11" y="1690"/>
                </a:cxn>
                <a:cxn ang="0">
                  <a:pos x="137" y="1498"/>
                </a:cxn>
                <a:cxn ang="0">
                  <a:pos x="245" y="1312"/>
                </a:cxn>
                <a:cxn ang="0">
                  <a:pos x="346" y="1121"/>
                </a:cxn>
                <a:cxn ang="0">
                  <a:pos x="436" y="935"/>
                </a:cxn>
                <a:cxn ang="0">
                  <a:pos x="514" y="749"/>
                </a:cxn>
                <a:cxn ang="0">
                  <a:pos x="585" y="569"/>
                </a:cxn>
                <a:cxn ang="0">
                  <a:pos x="639" y="389"/>
                </a:cxn>
                <a:cxn ang="0">
                  <a:pos x="687" y="209"/>
                </a:cxn>
                <a:cxn ang="0">
                  <a:pos x="705" y="143"/>
                </a:cxn>
                <a:cxn ang="0">
                  <a:pos x="717" y="72"/>
                </a:cxn>
                <a:cxn ang="0">
                  <a:pos x="717" y="72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399364" name="Freeform 4">
              <a:extLst>
                <a:ext uri="{FF2B5EF4-FFF2-40B4-BE49-F238E27FC236}">
                  <a16:creationId xmlns:a16="http://schemas.microsoft.com/office/drawing/2014/main" id="{8BE937A9-1662-C346-1471-36F7A21DBBD3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386" y="3794"/>
              <a:ext cx="378" cy="522"/>
            </a:xfrm>
            <a:custGeom>
              <a:avLst/>
              <a:gdLst/>
              <a:ahLst/>
              <a:cxnLst>
                <a:cxn ang="0">
                  <a:pos x="377" y="0"/>
                </a:cxn>
                <a:cxn ang="0">
                  <a:pos x="293" y="132"/>
                </a:cxn>
                <a:cxn ang="0">
                  <a:pos x="204" y="264"/>
                </a:cxn>
                <a:cxn ang="0">
                  <a:pos x="102" y="396"/>
                </a:cxn>
                <a:cxn ang="0">
                  <a:pos x="0" y="522"/>
                </a:cxn>
                <a:cxn ang="0">
                  <a:pos x="12" y="522"/>
                </a:cxn>
                <a:cxn ang="0">
                  <a:pos x="114" y="402"/>
                </a:cxn>
                <a:cxn ang="0">
                  <a:pos x="204" y="282"/>
                </a:cxn>
                <a:cxn ang="0">
                  <a:pos x="377" y="24"/>
                </a:cxn>
                <a:cxn ang="0">
                  <a:pos x="377" y="0"/>
                </a:cxn>
                <a:cxn ang="0">
                  <a:pos x="377" y="0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399365" name="Freeform 5">
              <a:extLst>
                <a:ext uri="{FF2B5EF4-FFF2-40B4-BE49-F238E27FC236}">
                  <a16:creationId xmlns:a16="http://schemas.microsoft.com/office/drawing/2014/main" id="{B7099486-EC4B-8B9C-F209-3D2DCE5FCFB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80" y="4214"/>
              <a:ext cx="84" cy="102"/>
            </a:xfrm>
            <a:custGeom>
              <a:avLst/>
              <a:gdLst/>
              <a:ahLst/>
              <a:cxnLst>
                <a:cxn ang="0">
                  <a:pos x="0" y="102"/>
                </a:cxn>
                <a:cxn ang="0">
                  <a:pos x="18" y="102"/>
                </a:cxn>
                <a:cxn ang="0">
                  <a:pos x="48" y="60"/>
                </a:cxn>
                <a:cxn ang="0">
                  <a:pos x="84" y="24"/>
                </a:cxn>
                <a:cxn ang="0">
                  <a:pos x="84" y="0"/>
                </a:cxn>
                <a:cxn ang="0">
                  <a:pos x="42" y="54"/>
                </a:cxn>
                <a:cxn ang="0">
                  <a:pos x="0" y="102"/>
                </a:cxn>
                <a:cxn ang="0">
                  <a:pos x="0" y="102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grpSp>
          <p:nvGrpSpPr>
            <p:cNvPr id="1035" name="Group 6">
              <a:extLst>
                <a:ext uri="{FF2B5EF4-FFF2-40B4-BE49-F238E27FC236}">
                  <a16:creationId xmlns:a16="http://schemas.microsoft.com/office/drawing/2014/main" id="{5EFC61DF-31B1-86FB-7C5B-43FB45CFDE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399367" name="Freeform 7">
                <a:extLst>
                  <a:ext uri="{FF2B5EF4-FFF2-40B4-BE49-F238E27FC236}">
                    <a16:creationId xmlns:a16="http://schemas.microsoft.com/office/drawing/2014/main" id="{CDB7496E-8B3D-C184-B2E3-65ACEE9D6722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789" y="0"/>
                <a:ext cx="72" cy="431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0" y="4316"/>
                  </a:cxn>
                  <a:cxn ang="0">
                    <a:pos x="72" y="4316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99368" name="Freeform 8">
                <a:extLst>
                  <a:ext uri="{FF2B5EF4-FFF2-40B4-BE49-F238E27FC236}">
                    <a16:creationId xmlns:a16="http://schemas.microsoft.com/office/drawing/2014/main" id="{5072DF08-965C-1EDB-8A83-9DAA9E4D6BD6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089" y="0"/>
                <a:ext cx="174" cy="4316"/>
              </a:xfrm>
              <a:custGeom>
                <a:avLst/>
                <a:gdLst/>
                <a:ahLst/>
                <a:cxnLst>
                  <a:cxn ang="0">
                    <a:pos x="24" y="0"/>
                  </a:cxn>
                  <a:cxn ang="0">
                    <a:pos x="12" y="0"/>
                  </a:cxn>
                  <a:cxn ang="0">
                    <a:pos x="42" y="216"/>
                  </a:cxn>
                  <a:cxn ang="0">
                    <a:pos x="72" y="444"/>
                  </a:cxn>
                  <a:cxn ang="0">
                    <a:pos x="96" y="689"/>
                  </a:cxn>
                  <a:cxn ang="0">
                    <a:pos x="120" y="947"/>
                  </a:cxn>
                  <a:cxn ang="0">
                    <a:pos x="132" y="1211"/>
                  </a:cxn>
                  <a:cxn ang="0">
                    <a:pos x="150" y="1487"/>
                  </a:cxn>
                  <a:cxn ang="0">
                    <a:pos x="156" y="1768"/>
                  </a:cxn>
                  <a:cxn ang="0">
                    <a:pos x="162" y="2062"/>
                  </a:cxn>
                  <a:cxn ang="0">
                    <a:pos x="156" y="2644"/>
                  </a:cxn>
                  <a:cxn ang="0">
                    <a:pos x="126" y="3225"/>
                  </a:cxn>
                  <a:cxn ang="0">
                    <a:pos x="108" y="3507"/>
                  </a:cxn>
                  <a:cxn ang="0">
                    <a:pos x="78" y="3788"/>
                  </a:cxn>
                  <a:cxn ang="0">
                    <a:pos x="42" y="4058"/>
                  </a:cxn>
                  <a:cxn ang="0">
                    <a:pos x="0" y="4316"/>
                  </a:cxn>
                  <a:cxn ang="0">
                    <a:pos x="12" y="4316"/>
                  </a:cxn>
                  <a:cxn ang="0">
                    <a:pos x="54" y="4058"/>
                  </a:cxn>
                  <a:cxn ang="0">
                    <a:pos x="90" y="3782"/>
                  </a:cxn>
                  <a:cxn ang="0">
                    <a:pos x="120" y="3507"/>
                  </a:cxn>
                  <a:cxn ang="0">
                    <a:pos x="138" y="3219"/>
                  </a:cxn>
                  <a:cxn ang="0">
                    <a:pos x="168" y="2638"/>
                  </a:cxn>
                  <a:cxn ang="0">
                    <a:pos x="174" y="2056"/>
                  </a:cxn>
                  <a:cxn ang="0">
                    <a:pos x="168" y="1768"/>
                  </a:cxn>
                  <a:cxn ang="0">
                    <a:pos x="162" y="1487"/>
                  </a:cxn>
                  <a:cxn ang="0">
                    <a:pos x="144" y="1211"/>
                  </a:cxn>
                  <a:cxn ang="0">
                    <a:pos x="132" y="941"/>
                  </a:cxn>
                  <a:cxn ang="0">
                    <a:pos x="108" y="689"/>
                  </a:cxn>
                  <a:cxn ang="0">
                    <a:pos x="84" y="444"/>
                  </a:cxn>
                  <a:cxn ang="0">
                    <a:pos x="54" y="216"/>
                  </a:cxn>
                  <a:cxn ang="0">
                    <a:pos x="24" y="0"/>
                  </a:cxn>
                  <a:cxn ang="0">
                    <a:pos x="24" y="0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99369" name="Freeform 9">
                <a:extLst>
                  <a:ext uri="{FF2B5EF4-FFF2-40B4-BE49-F238E27FC236}">
                    <a16:creationId xmlns:a16="http://schemas.microsoft.com/office/drawing/2014/main" id="{84EF6A6C-DE14-1751-9ADE-7E52455559FB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358" y="0"/>
                <a:ext cx="337" cy="4316"/>
              </a:xfrm>
              <a:custGeom>
                <a:avLst/>
                <a:gdLst/>
                <a:ahLst/>
                <a:cxnLst>
                  <a:cxn ang="0">
                    <a:pos x="329" y="2014"/>
                  </a:cxn>
                  <a:cxn ang="0">
                    <a:pos x="317" y="1726"/>
                  </a:cxn>
                  <a:cxn ang="0">
                    <a:pos x="293" y="1445"/>
                  </a:cxn>
                  <a:cxn ang="0">
                    <a:pos x="263" y="1175"/>
                  </a:cxn>
                  <a:cxn ang="0">
                    <a:pos x="228" y="917"/>
                  </a:cxn>
                  <a:cxn ang="0">
                    <a:pos x="186" y="665"/>
                  </a:cxn>
                  <a:cxn ang="0">
                    <a:pos x="132" y="432"/>
                  </a:cxn>
                  <a:cxn ang="0">
                    <a:pos x="78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66" y="204"/>
                  </a:cxn>
                  <a:cxn ang="0">
                    <a:pos x="120" y="432"/>
                  </a:cxn>
                  <a:cxn ang="0">
                    <a:pos x="174" y="665"/>
                  </a:cxn>
                  <a:cxn ang="0">
                    <a:pos x="216" y="917"/>
                  </a:cxn>
                  <a:cxn ang="0">
                    <a:pos x="251" y="1175"/>
                  </a:cxn>
                  <a:cxn ang="0">
                    <a:pos x="281" y="1445"/>
                  </a:cxn>
                  <a:cxn ang="0">
                    <a:pos x="305" y="1726"/>
                  </a:cxn>
                  <a:cxn ang="0">
                    <a:pos x="317" y="2014"/>
                  </a:cxn>
                  <a:cxn ang="0">
                    <a:pos x="323" y="2314"/>
                  </a:cxn>
                  <a:cxn ang="0">
                    <a:pos x="317" y="2608"/>
                  </a:cxn>
                  <a:cxn ang="0">
                    <a:pos x="305" y="2907"/>
                  </a:cxn>
                  <a:cxn ang="0">
                    <a:pos x="281" y="3201"/>
                  </a:cxn>
                  <a:cxn ang="0">
                    <a:pos x="257" y="3489"/>
                  </a:cxn>
                  <a:cxn ang="0">
                    <a:pos x="216" y="3777"/>
                  </a:cxn>
                  <a:cxn ang="0">
                    <a:pos x="174" y="4052"/>
                  </a:cxn>
                  <a:cxn ang="0">
                    <a:pos x="120" y="4316"/>
                  </a:cxn>
                  <a:cxn ang="0">
                    <a:pos x="132" y="4316"/>
                  </a:cxn>
                  <a:cxn ang="0">
                    <a:pos x="186" y="4052"/>
                  </a:cxn>
                  <a:cxn ang="0">
                    <a:pos x="228" y="3777"/>
                  </a:cxn>
                  <a:cxn ang="0">
                    <a:pos x="269" y="3489"/>
                  </a:cxn>
                  <a:cxn ang="0">
                    <a:pos x="293" y="3201"/>
                  </a:cxn>
                  <a:cxn ang="0">
                    <a:pos x="317" y="2907"/>
                  </a:cxn>
                  <a:cxn ang="0">
                    <a:pos x="329" y="2608"/>
                  </a:cxn>
                  <a:cxn ang="0">
                    <a:pos x="335" y="2314"/>
                  </a:cxn>
                  <a:cxn ang="0">
                    <a:pos x="329" y="2014"/>
                  </a:cxn>
                  <a:cxn ang="0">
                    <a:pos x="329" y="2014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99370" name="Freeform 10">
                <a:extLst>
                  <a:ext uri="{FF2B5EF4-FFF2-40B4-BE49-F238E27FC236}">
                    <a16:creationId xmlns:a16="http://schemas.microsoft.com/office/drawing/2014/main" id="{35C80447-C4F4-D023-672C-3D898AC856A0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676" y="0"/>
                <a:ext cx="427" cy="4316"/>
              </a:xfrm>
              <a:custGeom>
                <a:avLst/>
                <a:gdLst/>
                <a:ahLst/>
                <a:cxnLst>
                  <a:cxn ang="0">
                    <a:pos x="413" y="1924"/>
                  </a:cxn>
                  <a:cxn ang="0">
                    <a:pos x="395" y="1690"/>
                  </a:cxn>
                  <a:cxn ang="0">
                    <a:pos x="365" y="1457"/>
                  </a:cxn>
                  <a:cxn ang="0">
                    <a:pos x="329" y="1229"/>
                  </a:cxn>
                  <a:cxn ang="0">
                    <a:pos x="281" y="1001"/>
                  </a:cxn>
                  <a:cxn ang="0">
                    <a:pos x="227" y="761"/>
                  </a:cxn>
                  <a:cxn ang="0">
                    <a:pos x="162" y="522"/>
                  </a:cxn>
                  <a:cxn ang="0">
                    <a:pos x="90" y="27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84" y="270"/>
                  </a:cxn>
                  <a:cxn ang="0">
                    <a:pos x="156" y="522"/>
                  </a:cxn>
                  <a:cxn ang="0">
                    <a:pos x="216" y="767"/>
                  </a:cxn>
                  <a:cxn ang="0">
                    <a:pos x="275" y="1001"/>
                  </a:cxn>
                  <a:cxn ang="0">
                    <a:pos x="317" y="1235"/>
                  </a:cxn>
                  <a:cxn ang="0">
                    <a:pos x="353" y="1463"/>
                  </a:cxn>
                  <a:cxn ang="0">
                    <a:pos x="383" y="1690"/>
                  </a:cxn>
                  <a:cxn ang="0">
                    <a:pos x="401" y="1924"/>
                  </a:cxn>
                  <a:cxn ang="0">
                    <a:pos x="413" y="2188"/>
                  </a:cxn>
                  <a:cxn ang="0">
                    <a:pos x="407" y="2458"/>
                  </a:cxn>
                  <a:cxn ang="0">
                    <a:pos x="395" y="2733"/>
                  </a:cxn>
                  <a:cxn ang="0">
                    <a:pos x="365" y="3021"/>
                  </a:cxn>
                  <a:cxn ang="0">
                    <a:pos x="329" y="3321"/>
                  </a:cxn>
                  <a:cxn ang="0">
                    <a:pos x="275" y="3639"/>
                  </a:cxn>
                  <a:cxn ang="0">
                    <a:pos x="204" y="3968"/>
                  </a:cxn>
                  <a:cxn ang="0">
                    <a:pos x="126" y="4316"/>
                  </a:cxn>
                  <a:cxn ang="0">
                    <a:pos x="138" y="4316"/>
                  </a:cxn>
                  <a:cxn ang="0">
                    <a:pos x="216" y="3968"/>
                  </a:cxn>
                  <a:cxn ang="0">
                    <a:pos x="287" y="3639"/>
                  </a:cxn>
                  <a:cxn ang="0">
                    <a:pos x="341" y="3321"/>
                  </a:cxn>
                  <a:cxn ang="0">
                    <a:pos x="377" y="3021"/>
                  </a:cxn>
                  <a:cxn ang="0">
                    <a:pos x="407" y="2733"/>
                  </a:cxn>
                  <a:cxn ang="0">
                    <a:pos x="419" y="2458"/>
                  </a:cxn>
                  <a:cxn ang="0">
                    <a:pos x="425" y="2188"/>
                  </a:cxn>
                  <a:cxn ang="0">
                    <a:pos x="413" y="1924"/>
                  </a:cxn>
                  <a:cxn ang="0">
                    <a:pos x="413" y="1924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99371" name="Freeform 11">
                <a:extLst>
                  <a:ext uri="{FF2B5EF4-FFF2-40B4-BE49-F238E27FC236}">
                    <a16:creationId xmlns:a16="http://schemas.microsoft.com/office/drawing/2014/main" id="{B0763BC7-9637-FEEE-296F-4251B04B1743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946" y="0"/>
                <a:ext cx="558" cy="4316"/>
              </a:xfrm>
              <a:custGeom>
                <a:avLst/>
                <a:gdLst/>
                <a:ahLst/>
                <a:cxnLst>
                  <a:cxn ang="0">
                    <a:pos x="556" y="2020"/>
                  </a:cxn>
                  <a:cxn ang="0">
                    <a:pos x="538" y="1732"/>
                  </a:cxn>
                  <a:cxn ang="0">
                    <a:pos x="503" y="1445"/>
                  </a:cxn>
                  <a:cxn ang="0">
                    <a:pos x="455" y="1175"/>
                  </a:cxn>
                  <a:cxn ang="0">
                    <a:pos x="395" y="911"/>
                  </a:cxn>
                  <a:cxn ang="0">
                    <a:pos x="317" y="659"/>
                  </a:cxn>
                  <a:cxn ang="0">
                    <a:pos x="228" y="426"/>
                  </a:cxn>
                  <a:cxn ang="0">
                    <a:pos x="126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14" y="204"/>
                  </a:cxn>
                  <a:cxn ang="0">
                    <a:pos x="216" y="426"/>
                  </a:cxn>
                  <a:cxn ang="0">
                    <a:pos x="305" y="659"/>
                  </a:cxn>
                  <a:cxn ang="0">
                    <a:pos x="383" y="911"/>
                  </a:cxn>
                  <a:cxn ang="0">
                    <a:pos x="443" y="1175"/>
                  </a:cxn>
                  <a:cxn ang="0">
                    <a:pos x="491" y="1445"/>
                  </a:cxn>
                  <a:cxn ang="0">
                    <a:pos x="526" y="1732"/>
                  </a:cxn>
                  <a:cxn ang="0">
                    <a:pos x="544" y="2020"/>
                  </a:cxn>
                  <a:cxn ang="0">
                    <a:pos x="544" y="2326"/>
                  </a:cxn>
                  <a:cxn ang="0">
                    <a:pos x="532" y="2632"/>
                  </a:cxn>
                  <a:cxn ang="0">
                    <a:pos x="503" y="2931"/>
                  </a:cxn>
                  <a:cxn ang="0">
                    <a:pos x="455" y="3225"/>
                  </a:cxn>
                  <a:cxn ang="0">
                    <a:pos x="389" y="3513"/>
                  </a:cxn>
                  <a:cxn ang="0">
                    <a:pos x="311" y="3788"/>
                  </a:cxn>
                  <a:cxn ang="0">
                    <a:pos x="216" y="4058"/>
                  </a:cxn>
                  <a:cxn ang="0">
                    <a:pos x="102" y="4316"/>
                  </a:cxn>
                  <a:cxn ang="0">
                    <a:pos x="114" y="4316"/>
                  </a:cxn>
                  <a:cxn ang="0">
                    <a:pos x="228" y="4058"/>
                  </a:cxn>
                  <a:cxn ang="0">
                    <a:pos x="323" y="3788"/>
                  </a:cxn>
                  <a:cxn ang="0">
                    <a:pos x="401" y="3513"/>
                  </a:cxn>
                  <a:cxn ang="0">
                    <a:pos x="467" y="3225"/>
                  </a:cxn>
                  <a:cxn ang="0">
                    <a:pos x="515" y="2931"/>
                  </a:cxn>
                  <a:cxn ang="0">
                    <a:pos x="544" y="2632"/>
                  </a:cxn>
                  <a:cxn ang="0">
                    <a:pos x="556" y="2326"/>
                  </a:cxn>
                  <a:cxn ang="0">
                    <a:pos x="556" y="2020"/>
                  </a:cxn>
                  <a:cxn ang="0">
                    <a:pos x="556" y="2020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99372" name="Freeform 12">
                <a:extLst>
                  <a:ext uri="{FF2B5EF4-FFF2-40B4-BE49-F238E27FC236}">
                    <a16:creationId xmlns:a16="http://schemas.microsoft.com/office/drawing/2014/main" id="{2461E728-3F92-9713-1467-4FBCCC3E7823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246" y="0"/>
                <a:ext cx="690" cy="4316"/>
              </a:xfrm>
              <a:custGeom>
                <a:avLst/>
                <a:gdLst/>
                <a:ahLst/>
                <a:cxnLst>
                  <a:cxn ang="0">
                    <a:pos x="688" y="2086"/>
                  </a:cxn>
                  <a:cxn ang="0">
                    <a:pos x="670" y="1810"/>
                  </a:cxn>
                  <a:cxn ang="0">
                    <a:pos x="634" y="1541"/>
                  </a:cxn>
                  <a:cxn ang="0">
                    <a:pos x="574" y="1271"/>
                  </a:cxn>
                  <a:cxn ang="0">
                    <a:pos x="497" y="1007"/>
                  </a:cxn>
                  <a:cxn ang="0">
                    <a:pos x="401" y="749"/>
                  </a:cxn>
                  <a:cxn ang="0">
                    <a:pos x="293" y="492"/>
                  </a:cxn>
                  <a:cxn ang="0">
                    <a:pos x="162" y="24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50" y="240"/>
                  </a:cxn>
                  <a:cxn ang="0">
                    <a:pos x="281" y="492"/>
                  </a:cxn>
                  <a:cxn ang="0">
                    <a:pos x="389" y="749"/>
                  </a:cxn>
                  <a:cxn ang="0">
                    <a:pos x="485" y="1007"/>
                  </a:cxn>
                  <a:cxn ang="0">
                    <a:pos x="562" y="1271"/>
                  </a:cxn>
                  <a:cxn ang="0">
                    <a:pos x="622" y="1541"/>
                  </a:cxn>
                  <a:cxn ang="0">
                    <a:pos x="658" y="1810"/>
                  </a:cxn>
                  <a:cxn ang="0">
                    <a:pos x="676" y="2086"/>
                  </a:cxn>
                  <a:cxn ang="0">
                    <a:pos x="676" y="2368"/>
                  </a:cxn>
                  <a:cxn ang="0">
                    <a:pos x="658" y="2650"/>
                  </a:cxn>
                  <a:cxn ang="0">
                    <a:pos x="616" y="2931"/>
                  </a:cxn>
                  <a:cxn ang="0">
                    <a:pos x="556" y="3213"/>
                  </a:cxn>
                  <a:cxn ang="0">
                    <a:pos x="473" y="3495"/>
                  </a:cxn>
                  <a:cxn ang="0">
                    <a:pos x="371" y="3777"/>
                  </a:cxn>
                  <a:cxn ang="0">
                    <a:pos x="251" y="4046"/>
                  </a:cxn>
                  <a:cxn ang="0">
                    <a:pos x="114" y="4316"/>
                  </a:cxn>
                  <a:cxn ang="0">
                    <a:pos x="126" y="4316"/>
                  </a:cxn>
                  <a:cxn ang="0">
                    <a:pos x="263" y="4046"/>
                  </a:cxn>
                  <a:cxn ang="0">
                    <a:pos x="383" y="3777"/>
                  </a:cxn>
                  <a:cxn ang="0">
                    <a:pos x="485" y="3495"/>
                  </a:cxn>
                  <a:cxn ang="0">
                    <a:pos x="568" y="3219"/>
                  </a:cxn>
                  <a:cxn ang="0">
                    <a:pos x="628" y="2937"/>
                  </a:cxn>
                  <a:cxn ang="0">
                    <a:pos x="670" y="2656"/>
                  </a:cxn>
                  <a:cxn ang="0">
                    <a:pos x="688" y="2368"/>
                  </a:cxn>
                  <a:cxn ang="0">
                    <a:pos x="688" y="2086"/>
                  </a:cxn>
                  <a:cxn ang="0">
                    <a:pos x="688" y="2086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99373" name="Freeform 13">
                <a:extLst>
                  <a:ext uri="{FF2B5EF4-FFF2-40B4-BE49-F238E27FC236}">
                    <a16:creationId xmlns:a16="http://schemas.microsoft.com/office/drawing/2014/main" id="{7791DC1F-587E-7586-7782-7C8FA25B5DE2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522" y="0"/>
                <a:ext cx="864" cy="4316"/>
              </a:xfrm>
              <a:custGeom>
                <a:avLst/>
                <a:gdLst/>
                <a:ahLst/>
                <a:cxnLst>
                  <a:cxn ang="0">
                    <a:pos x="855" y="2128"/>
                  </a:cxn>
                  <a:cxn ang="0">
                    <a:pos x="831" y="1834"/>
                  </a:cxn>
                  <a:cxn ang="0">
                    <a:pos x="808" y="1684"/>
                  </a:cxn>
                  <a:cxn ang="0">
                    <a:pos x="784" y="1541"/>
                  </a:cxn>
                  <a:cxn ang="0">
                    <a:pos x="748" y="1397"/>
                  </a:cxn>
                  <a:cxn ang="0">
                    <a:pos x="712" y="1253"/>
                  </a:cxn>
                  <a:cxn ang="0">
                    <a:pos x="664" y="1115"/>
                  </a:cxn>
                  <a:cxn ang="0">
                    <a:pos x="610" y="977"/>
                  </a:cxn>
                  <a:cxn ang="0">
                    <a:pos x="491" y="719"/>
                  </a:cxn>
                  <a:cxn ang="0">
                    <a:pos x="353" y="468"/>
                  </a:cxn>
                  <a:cxn ang="0">
                    <a:pos x="192" y="228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80" y="228"/>
                  </a:cxn>
                  <a:cxn ang="0">
                    <a:pos x="341" y="468"/>
                  </a:cxn>
                  <a:cxn ang="0">
                    <a:pos x="479" y="719"/>
                  </a:cxn>
                  <a:cxn ang="0">
                    <a:pos x="598" y="983"/>
                  </a:cxn>
                  <a:cxn ang="0">
                    <a:pos x="652" y="1121"/>
                  </a:cxn>
                  <a:cxn ang="0">
                    <a:pos x="700" y="1259"/>
                  </a:cxn>
                  <a:cxn ang="0">
                    <a:pos x="736" y="1403"/>
                  </a:cxn>
                  <a:cxn ang="0">
                    <a:pos x="772" y="1547"/>
                  </a:cxn>
                  <a:cxn ang="0">
                    <a:pos x="802" y="1690"/>
                  </a:cxn>
                  <a:cxn ang="0">
                    <a:pos x="819" y="1834"/>
                  </a:cxn>
                  <a:cxn ang="0">
                    <a:pos x="837" y="1984"/>
                  </a:cxn>
                  <a:cxn ang="0">
                    <a:pos x="843" y="2128"/>
                  </a:cxn>
                  <a:cxn ang="0">
                    <a:pos x="849" y="2278"/>
                  </a:cxn>
                  <a:cxn ang="0">
                    <a:pos x="843" y="2428"/>
                  </a:cxn>
                  <a:cxn ang="0">
                    <a:pos x="831" y="2572"/>
                  </a:cxn>
                  <a:cxn ang="0">
                    <a:pos x="819" y="2721"/>
                  </a:cxn>
                  <a:cxn ang="0">
                    <a:pos x="796" y="2865"/>
                  </a:cxn>
                  <a:cxn ang="0">
                    <a:pos x="766" y="3015"/>
                  </a:cxn>
                  <a:cxn ang="0">
                    <a:pos x="724" y="3159"/>
                  </a:cxn>
                  <a:cxn ang="0">
                    <a:pos x="682" y="3303"/>
                  </a:cxn>
                  <a:cxn ang="0">
                    <a:pos x="586" y="3567"/>
                  </a:cxn>
                  <a:cxn ang="0">
                    <a:pos x="473" y="3824"/>
                  </a:cxn>
                  <a:cxn ang="0">
                    <a:pos x="335" y="4076"/>
                  </a:cxn>
                  <a:cxn ang="0">
                    <a:pos x="180" y="4316"/>
                  </a:cxn>
                  <a:cxn ang="0">
                    <a:pos x="192" y="4316"/>
                  </a:cxn>
                  <a:cxn ang="0">
                    <a:pos x="347" y="4076"/>
                  </a:cxn>
                  <a:cxn ang="0">
                    <a:pos x="485" y="3824"/>
                  </a:cxn>
                  <a:cxn ang="0">
                    <a:pos x="598" y="3573"/>
                  </a:cxn>
                  <a:cxn ang="0">
                    <a:pos x="694" y="3309"/>
                  </a:cxn>
                  <a:cxn ang="0">
                    <a:pos x="736" y="3165"/>
                  </a:cxn>
                  <a:cxn ang="0">
                    <a:pos x="778" y="3021"/>
                  </a:cxn>
                  <a:cxn ang="0">
                    <a:pos x="808" y="2871"/>
                  </a:cxn>
                  <a:cxn ang="0">
                    <a:pos x="831" y="2727"/>
                  </a:cxn>
                  <a:cxn ang="0">
                    <a:pos x="843" y="2578"/>
                  </a:cxn>
                  <a:cxn ang="0">
                    <a:pos x="855" y="2428"/>
                  </a:cxn>
                  <a:cxn ang="0">
                    <a:pos x="861" y="2278"/>
                  </a:cxn>
                  <a:cxn ang="0">
                    <a:pos x="855" y="2128"/>
                  </a:cxn>
                  <a:cxn ang="0">
                    <a:pos x="855" y="2128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99374" name="Freeform 14">
                <a:extLst>
                  <a:ext uri="{FF2B5EF4-FFF2-40B4-BE49-F238E27FC236}">
                    <a16:creationId xmlns:a16="http://schemas.microsoft.com/office/drawing/2014/main" id="{47FD6BCE-8C80-E2DB-A42E-F7D43EA771C4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399" y="0"/>
                <a:ext cx="150" cy="4316"/>
              </a:xfrm>
              <a:custGeom>
                <a:avLst/>
                <a:gdLst/>
                <a:ahLst/>
                <a:cxnLst>
                  <a:cxn ang="0">
                    <a:pos x="18" y="1942"/>
                  </a:cxn>
                  <a:cxn ang="0">
                    <a:pos x="30" y="1630"/>
                  </a:cxn>
                  <a:cxn ang="0">
                    <a:pos x="42" y="1331"/>
                  </a:cxn>
                  <a:cxn ang="0">
                    <a:pos x="59" y="1055"/>
                  </a:cxn>
                  <a:cxn ang="0">
                    <a:pos x="77" y="791"/>
                  </a:cxn>
                  <a:cxn ang="0">
                    <a:pos x="83" y="671"/>
                  </a:cxn>
                  <a:cxn ang="0">
                    <a:pos x="95" y="557"/>
                  </a:cxn>
                  <a:cxn ang="0">
                    <a:pos x="107" y="444"/>
                  </a:cxn>
                  <a:cxn ang="0">
                    <a:pos x="113" y="342"/>
                  </a:cxn>
                  <a:cxn ang="0">
                    <a:pos x="125" y="246"/>
                  </a:cxn>
                  <a:cxn ang="0">
                    <a:pos x="131" y="156"/>
                  </a:cxn>
                  <a:cxn ang="0">
                    <a:pos x="143" y="72"/>
                  </a:cxn>
                  <a:cxn ang="0">
                    <a:pos x="149" y="0"/>
                  </a:cxn>
                  <a:cxn ang="0">
                    <a:pos x="137" y="0"/>
                  </a:cxn>
                  <a:cxn ang="0">
                    <a:pos x="131" y="72"/>
                  </a:cxn>
                  <a:cxn ang="0">
                    <a:pos x="119" y="156"/>
                  </a:cxn>
                  <a:cxn ang="0">
                    <a:pos x="113" y="246"/>
                  </a:cxn>
                  <a:cxn ang="0">
                    <a:pos x="101" y="342"/>
                  </a:cxn>
                  <a:cxn ang="0">
                    <a:pos x="95" y="444"/>
                  </a:cxn>
                  <a:cxn ang="0">
                    <a:pos x="83" y="557"/>
                  </a:cxn>
                  <a:cxn ang="0">
                    <a:pos x="71" y="671"/>
                  </a:cxn>
                  <a:cxn ang="0">
                    <a:pos x="65" y="791"/>
                  </a:cxn>
                  <a:cxn ang="0">
                    <a:pos x="48" y="1055"/>
                  </a:cxn>
                  <a:cxn ang="0">
                    <a:pos x="30" y="1331"/>
                  </a:cxn>
                  <a:cxn ang="0">
                    <a:pos x="18" y="1630"/>
                  </a:cxn>
                  <a:cxn ang="0">
                    <a:pos x="6" y="1942"/>
                  </a:cxn>
                  <a:cxn ang="0">
                    <a:pos x="0" y="2278"/>
                  </a:cxn>
                  <a:cxn ang="0">
                    <a:pos x="6" y="2602"/>
                  </a:cxn>
                  <a:cxn ang="0">
                    <a:pos x="12" y="2919"/>
                  </a:cxn>
                  <a:cxn ang="0">
                    <a:pos x="24" y="3219"/>
                  </a:cxn>
                  <a:cxn ang="0">
                    <a:pos x="36" y="3513"/>
                  </a:cxn>
                  <a:cxn ang="0">
                    <a:pos x="59" y="3794"/>
                  </a:cxn>
                  <a:cxn ang="0">
                    <a:pos x="89" y="4058"/>
                  </a:cxn>
                  <a:cxn ang="0">
                    <a:pos x="125" y="4316"/>
                  </a:cxn>
                  <a:cxn ang="0">
                    <a:pos x="137" y="4316"/>
                  </a:cxn>
                  <a:cxn ang="0">
                    <a:pos x="101" y="4058"/>
                  </a:cxn>
                  <a:cxn ang="0">
                    <a:pos x="71" y="3794"/>
                  </a:cxn>
                  <a:cxn ang="0">
                    <a:pos x="48" y="3513"/>
                  </a:cxn>
                  <a:cxn ang="0">
                    <a:pos x="36" y="3225"/>
                  </a:cxn>
                  <a:cxn ang="0">
                    <a:pos x="24" y="2919"/>
                  </a:cxn>
                  <a:cxn ang="0">
                    <a:pos x="18" y="2608"/>
                  </a:cxn>
                  <a:cxn ang="0">
                    <a:pos x="12" y="2278"/>
                  </a:cxn>
                  <a:cxn ang="0">
                    <a:pos x="18" y="1942"/>
                  </a:cxn>
                  <a:cxn ang="0">
                    <a:pos x="18" y="1942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99375" name="Freeform 15">
                <a:extLst>
                  <a:ext uri="{FF2B5EF4-FFF2-40B4-BE49-F238E27FC236}">
                    <a16:creationId xmlns:a16="http://schemas.microsoft.com/office/drawing/2014/main" id="{D84A68BD-78EC-5F40-FBE8-15BED5294615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967" y="0"/>
                <a:ext cx="300" cy="4316"/>
              </a:xfrm>
              <a:custGeom>
                <a:avLst/>
                <a:gdLst/>
                <a:ahLst/>
                <a:cxnLst>
                  <a:cxn ang="0">
                    <a:pos x="18" y="2062"/>
                  </a:cxn>
                  <a:cxn ang="0">
                    <a:pos x="30" y="1750"/>
                  </a:cxn>
                  <a:cxn ang="0">
                    <a:pos x="54" y="1451"/>
                  </a:cxn>
                  <a:cxn ang="0">
                    <a:pos x="84" y="1169"/>
                  </a:cxn>
                  <a:cxn ang="0">
                    <a:pos x="126" y="899"/>
                  </a:cxn>
                  <a:cxn ang="0">
                    <a:pos x="162" y="641"/>
                  </a:cxn>
                  <a:cxn ang="0">
                    <a:pos x="209" y="408"/>
                  </a:cxn>
                  <a:cxn ang="0">
                    <a:pos x="251" y="192"/>
                  </a:cxn>
                  <a:cxn ang="0">
                    <a:pos x="299" y="0"/>
                  </a:cxn>
                  <a:cxn ang="0">
                    <a:pos x="287" y="0"/>
                  </a:cxn>
                  <a:cxn ang="0">
                    <a:pos x="239" y="192"/>
                  </a:cxn>
                  <a:cxn ang="0">
                    <a:pos x="198" y="408"/>
                  </a:cxn>
                  <a:cxn ang="0">
                    <a:pos x="156" y="641"/>
                  </a:cxn>
                  <a:cxn ang="0">
                    <a:pos x="114" y="899"/>
                  </a:cxn>
                  <a:cxn ang="0">
                    <a:pos x="78" y="1169"/>
                  </a:cxn>
                  <a:cxn ang="0">
                    <a:pos x="48" y="1451"/>
                  </a:cxn>
                  <a:cxn ang="0">
                    <a:pos x="24" y="1750"/>
                  </a:cxn>
                  <a:cxn ang="0">
                    <a:pos x="6" y="2062"/>
                  </a:cxn>
                  <a:cxn ang="0">
                    <a:pos x="0" y="2374"/>
                  </a:cxn>
                  <a:cxn ang="0">
                    <a:pos x="12" y="2674"/>
                  </a:cxn>
                  <a:cxn ang="0">
                    <a:pos x="30" y="2973"/>
                  </a:cxn>
                  <a:cxn ang="0">
                    <a:pos x="54" y="3255"/>
                  </a:cxn>
                  <a:cxn ang="0">
                    <a:pos x="96" y="3537"/>
                  </a:cxn>
                  <a:cxn ang="0">
                    <a:pos x="144" y="3806"/>
                  </a:cxn>
                  <a:cxn ang="0">
                    <a:pos x="203" y="4064"/>
                  </a:cxn>
                  <a:cxn ang="0">
                    <a:pos x="275" y="4316"/>
                  </a:cxn>
                  <a:cxn ang="0">
                    <a:pos x="287" y="4316"/>
                  </a:cxn>
                  <a:cxn ang="0">
                    <a:pos x="215" y="4064"/>
                  </a:cxn>
                  <a:cxn ang="0">
                    <a:pos x="156" y="3806"/>
                  </a:cxn>
                  <a:cxn ang="0">
                    <a:pos x="108" y="3537"/>
                  </a:cxn>
                  <a:cxn ang="0">
                    <a:pos x="66" y="3261"/>
                  </a:cxn>
                  <a:cxn ang="0">
                    <a:pos x="42" y="2973"/>
                  </a:cxn>
                  <a:cxn ang="0">
                    <a:pos x="24" y="2680"/>
                  </a:cxn>
                  <a:cxn ang="0">
                    <a:pos x="12" y="2374"/>
                  </a:cxn>
                  <a:cxn ang="0">
                    <a:pos x="18" y="2062"/>
                  </a:cxn>
                  <a:cxn ang="0">
                    <a:pos x="18" y="2062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99376" name="Freeform 16">
                <a:extLst>
                  <a:ext uri="{FF2B5EF4-FFF2-40B4-BE49-F238E27FC236}">
                    <a16:creationId xmlns:a16="http://schemas.microsoft.com/office/drawing/2014/main" id="{95B06CF2-A00C-C6D5-611C-6510AEBA7485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566" y="0"/>
                <a:ext cx="425" cy="4316"/>
              </a:xfrm>
              <a:custGeom>
                <a:avLst/>
                <a:gdLst/>
                <a:ahLst/>
                <a:cxnLst>
                  <a:cxn ang="0">
                    <a:pos x="424" y="0"/>
                  </a:cxn>
                  <a:cxn ang="0">
                    <a:pos x="412" y="0"/>
                  </a:cxn>
                  <a:cxn ang="0">
                    <a:pos x="316" y="222"/>
                  </a:cxn>
                  <a:cxn ang="0">
                    <a:pos x="239" y="462"/>
                  </a:cxn>
                  <a:cxn ang="0">
                    <a:pos x="167" y="707"/>
                  </a:cxn>
                  <a:cxn ang="0">
                    <a:pos x="107" y="971"/>
                  </a:cxn>
                  <a:cxn ang="0">
                    <a:pos x="65" y="1247"/>
                  </a:cxn>
                  <a:cxn ang="0">
                    <a:pos x="29" y="1529"/>
                  </a:cxn>
                  <a:cxn ang="0">
                    <a:pos x="6" y="1822"/>
                  </a:cxn>
                  <a:cxn ang="0">
                    <a:pos x="0" y="2122"/>
                  </a:cxn>
                  <a:cxn ang="0">
                    <a:pos x="6" y="2404"/>
                  </a:cxn>
                  <a:cxn ang="0">
                    <a:pos x="24" y="2686"/>
                  </a:cxn>
                  <a:cxn ang="0">
                    <a:pos x="47" y="2961"/>
                  </a:cxn>
                  <a:cxn ang="0">
                    <a:pos x="89" y="3243"/>
                  </a:cxn>
                  <a:cxn ang="0">
                    <a:pos x="137" y="3519"/>
                  </a:cxn>
                  <a:cxn ang="0">
                    <a:pos x="197" y="3788"/>
                  </a:cxn>
                  <a:cxn ang="0">
                    <a:pos x="269" y="4058"/>
                  </a:cxn>
                  <a:cxn ang="0">
                    <a:pos x="346" y="4316"/>
                  </a:cxn>
                  <a:cxn ang="0">
                    <a:pos x="358" y="4316"/>
                  </a:cxn>
                  <a:cxn ang="0">
                    <a:pos x="281" y="4058"/>
                  </a:cxn>
                  <a:cxn ang="0">
                    <a:pos x="209" y="3788"/>
                  </a:cxn>
                  <a:cxn ang="0">
                    <a:pos x="149" y="3519"/>
                  </a:cxn>
                  <a:cxn ang="0">
                    <a:pos x="101" y="3243"/>
                  </a:cxn>
                  <a:cxn ang="0">
                    <a:pos x="59" y="2961"/>
                  </a:cxn>
                  <a:cxn ang="0">
                    <a:pos x="35" y="2686"/>
                  </a:cxn>
                  <a:cxn ang="0">
                    <a:pos x="18" y="2404"/>
                  </a:cxn>
                  <a:cxn ang="0">
                    <a:pos x="12" y="2122"/>
                  </a:cxn>
                  <a:cxn ang="0">
                    <a:pos x="18" y="1822"/>
                  </a:cxn>
                  <a:cxn ang="0">
                    <a:pos x="41" y="1529"/>
                  </a:cxn>
                  <a:cxn ang="0">
                    <a:pos x="71" y="1247"/>
                  </a:cxn>
                  <a:cxn ang="0">
                    <a:pos x="119" y="971"/>
                  </a:cxn>
                  <a:cxn ang="0">
                    <a:pos x="179" y="707"/>
                  </a:cxn>
                  <a:cxn ang="0">
                    <a:pos x="245" y="462"/>
                  </a:cxn>
                  <a:cxn ang="0">
                    <a:pos x="328" y="222"/>
                  </a:cxn>
                  <a:cxn ang="0">
                    <a:pos x="424" y="0"/>
                  </a:cxn>
                  <a:cxn ang="0">
                    <a:pos x="424" y="0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99377" name="Freeform 17">
                <a:extLst>
                  <a:ext uri="{FF2B5EF4-FFF2-40B4-BE49-F238E27FC236}">
                    <a16:creationId xmlns:a16="http://schemas.microsoft.com/office/drawing/2014/main" id="{38088448-6CC2-756F-AB3F-AB5476D0F2B9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128" y="0"/>
                <a:ext cx="575" cy="4316"/>
              </a:xfrm>
              <a:custGeom>
                <a:avLst/>
                <a:gdLst/>
                <a:ahLst/>
                <a:cxnLst>
                  <a:cxn ang="0">
                    <a:pos x="12" y="2146"/>
                  </a:cxn>
                  <a:cxn ang="0">
                    <a:pos x="24" y="1846"/>
                  </a:cxn>
                  <a:cxn ang="0">
                    <a:pos x="54" y="1559"/>
                  </a:cxn>
                  <a:cxn ang="0">
                    <a:pos x="96" y="1277"/>
                  </a:cxn>
                  <a:cxn ang="0">
                    <a:pos x="162" y="1001"/>
                  </a:cxn>
                  <a:cxn ang="0">
                    <a:pos x="239" y="731"/>
                  </a:cxn>
                  <a:cxn ang="0">
                    <a:pos x="335" y="480"/>
                  </a:cxn>
                  <a:cxn ang="0">
                    <a:pos x="449" y="234"/>
                  </a:cxn>
                  <a:cxn ang="0">
                    <a:pos x="574" y="0"/>
                  </a:cxn>
                  <a:cxn ang="0">
                    <a:pos x="562" y="0"/>
                  </a:cxn>
                  <a:cxn ang="0">
                    <a:pos x="437" y="234"/>
                  </a:cxn>
                  <a:cxn ang="0">
                    <a:pos x="323" y="480"/>
                  </a:cxn>
                  <a:cxn ang="0">
                    <a:pos x="227" y="737"/>
                  </a:cxn>
                  <a:cxn ang="0">
                    <a:pos x="150" y="1001"/>
                  </a:cxn>
                  <a:cxn ang="0">
                    <a:pos x="84" y="1277"/>
                  </a:cxn>
                  <a:cxn ang="0">
                    <a:pos x="42" y="1559"/>
                  </a:cxn>
                  <a:cxn ang="0">
                    <a:pos x="12" y="1852"/>
                  </a:cxn>
                  <a:cxn ang="0">
                    <a:pos x="0" y="2146"/>
                  </a:cxn>
                  <a:cxn ang="0">
                    <a:pos x="6" y="2434"/>
                  </a:cxn>
                  <a:cxn ang="0">
                    <a:pos x="30" y="2715"/>
                  </a:cxn>
                  <a:cxn ang="0">
                    <a:pos x="66" y="2997"/>
                  </a:cxn>
                  <a:cxn ang="0">
                    <a:pos x="120" y="3273"/>
                  </a:cxn>
                  <a:cxn ang="0">
                    <a:pos x="191" y="3549"/>
                  </a:cxn>
                  <a:cxn ang="0">
                    <a:pos x="275" y="3812"/>
                  </a:cxn>
                  <a:cxn ang="0">
                    <a:pos x="371" y="4070"/>
                  </a:cxn>
                  <a:cxn ang="0">
                    <a:pos x="484" y="4316"/>
                  </a:cxn>
                  <a:cxn ang="0">
                    <a:pos x="496" y="4316"/>
                  </a:cxn>
                  <a:cxn ang="0">
                    <a:pos x="383" y="4070"/>
                  </a:cxn>
                  <a:cxn ang="0">
                    <a:pos x="287" y="3812"/>
                  </a:cxn>
                  <a:cxn ang="0">
                    <a:pos x="203" y="3549"/>
                  </a:cxn>
                  <a:cxn ang="0">
                    <a:pos x="132" y="3273"/>
                  </a:cxn>
                  <a:cxn ang="0">
                    <a:pos x="78" y="2997"/>
                  </a:cxn>
                  <a:cxn ang="0">
                    <a:pos x="42" y="2715"/>
                  </a:cxn>
                  <a:cxn ang="0">
                    <a:pos x="18" y="2434"/>
                  </a:cxn>
                  <a:cxn ang="0">
                    <a:pos x="12" y="2146"/>
                  </a:cxn>
                  <a:cxn ang="0">
                    <a:pos x="12" y="2146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99378" name="Freeform 18">
                <a:extLst>
                  <a:ext uri="{FF2B5EF4-FFF2-40B4-BE49-F238E27FC236}">
                    <a16:creationId xmlns:a16="http://schemas.microsoft.com/office/drawing/2014/main" id="{27A48D9E-F133-275A-3135-1B13A268894A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702" y="0"/>
                <a:ext cx="737" cy="4316"/>
              </a:xfrm>
              <a:custGeom>
                <a:avLst/>
                <a:gdLst/>
                <a:ahLst/>
                <a:cxnLst>
                  <a:cxn ang="0">
                    <a:pos x="12" y="2098"/>
                  </a:cxn>
                  <a:cxn ang="0">
                    <a:pos x="29" y="1798"/>
                  </a:cxn>
                  <a:cxn ang="0">
                    <a:pos x="71" y="1505"/>
                  </a:cxn>
                  <a:cxn ang="0">
                    <a:pos x="131" y="1223"/>
                  </a:cxn>
                  <a:cxn ang="0">
                    <a:pos x="215" y="941"/>
                  </a:cxn>
                  <a:cxn ang="0">
                    <a:pos x="316" y="689"/>
                  </a:cxn>
                  <a:cxn ang="0">
                    <a:pos x="442" y="444"/>
                  </a:cxn>
                  <a:cxn ang="0">
                    <a:pos x="580" y="216"/>
                  </a:cxn>
                  <a:cxn ang="0">
                    <a:pos x="735" y="0"/>
                  </a:cxn>
                  <a:cxn ang="0">
                    <a:pos x="723" y="0"/>
                  </a:cxn>
                  <a:cxn ang="0">
                    <a:pos x="568" y="210"/>
                  </a:cxn>
                  <a:cxn ang="0">
                    <a:pos x="430" y="438"/>
                  </a:cxn>
                  <a:cxn ang="0">
                    <a:pos x="311" y="683"/>
                  </a:cxn>
                  <a:cxn ang="0">
                    <a:pos x="209" y="941"/>
                  </a:cxn>
                  <a:cxn ang="0">
                    <a:pos x="125" y="1217"/>
                  </a:cxn>
                  <a:cxn ang="0">
                    <a:pos x="59" y="1505"/>
                  </a:cxn>
                  <a:cxn ang="0">
                    <a:pos x="18" y="1798"/>
                  </a:cxn>
                  <a:cxn ang="0">
                    <a:pos x="0" y="2098"/>
                  </a:cxn>
                  <a:cxn ang="0">
                    <a:pos x="6" y="2404"/>
                  </a:cxn>
                  <a:cxn ang="0">
                    <a:pos x="29" y="2709"/>
                  </a:cxn>
                  <a:cxn ang="0">
                    <a:pos x="77" y="3015"/>
                  </a:cxn>
                  <a:cxn ang="0">
                    <a:pos x="149" y="3315"/>
                  </a:cxn>
                  <a:cxn ang="0">
                    <a:pos x="227" y="3573"/>
                  </a:cxn>
                  <a:cxn ang="0">
                    <a:pos x="316" y="3824"/>
                  </a:cxn>
                  <a:cxn ang="0">
                    <a:pos x="424" y="4076"/>
                  </a:cxn>
                  <a:cxn ang="0">
                    <a:pos x="544" y="4316"/>
                  </a:cxn>
                  <a:cxn ang="0">
                    <a:pos x="556" y="4316"/>
                  </a:cxn>
                  <a:cxn ang="0">
                    <a:pos x="436" y="4076"/>
                  </a:cxn>
                  <a:cxn ang="0">
                    <a:pos x="328" y="3824"/>
                  </a:cxn>
                  <a:cxn ang="0">
                    <a:pos x="239" y="3573"/>
                  </a:cxn>
                  <a:cxn ang="0">
                    <a:pos x="161" y="3315"/>
                  </a:cxn>
                  <a:cxn ang="0">
                    <a:pos x="89" y="3015"/>
                  </a:cxn>
                  <a:cxn ang="0">
                    <a:pos x="41" y="2709"/>
                  </a:cxn>
                  <a:cxn ang="0">
                    <a:pos x="18" y="2404"/>
                  </a:cxn>
                  <a:cxn ang="0">
                    <a:pos x="12" y="2098"/>
                  </a:cxn>
                  <a:cxn ang="0">
                    <a:pos x="12" y="2098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99379" name="Freeform 19">
                <a:extLst>
                  <a:ext uri="{FF2B5EF4-FFF2-40B4-BE49-F238E27FC236}">
                    <a16:creationId xmlns:a16="http://schemas.microsoft.com/office/drawing/2014/main" id="{704E0630-111D-0461-C704-C9786F3D1486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88" y="0"/>
                <a:ext cx="840" cy="4316"/>
              </a:xfrm>
              <a:custGeom>
                <a:avLst/>
                <a:gdLst/>
                <a:ahLst/>
                <a:cxnLst>
                  <a:cxn ang="0">
                    <a:pos x="18" y="1948"/>
                  </a:cxn>
                  <a:cxn ang="0">
                    <a:pos x="48" y="1708"/>
                  </a:cxn>
                  <a:cxn ang="0">
                    <a:pos x="96" y="1475"/>
                  </a:cxn>
                  <a:cxn ang="0">
                    <a:pos x="161" y="1235"/>
                  </a:cxn>
                  <a:cxn ang="0">
                    <a:pos x="251" y="995"/>
                  </a:cxn>
                  <a:cxn ang="0">
                    <a:pos x="365" y="755"/>
                  </a:cxn>
                  <a:cxn ang="0">
                    <a:pos x="496" y="510"/>
                  </a:cxn>
                  <a:cxn ang="0">
                    <a:pos x="658" y="258"/>
                  </a:cxn>
                  <a:cxn ang="0">
                    <a:pos x="741" y="132"/>
                  </a:cxn>
                  <a:cxn ang="0">
                    <a:pos x="837" y="0"/>
                  </a:cxn>
                  <a:cxn ang="0">
                    <a:pos x="825" y="0"/>
                  </a:cxn>
                  <a:cxn ang="0">
                    <a:pos x="729" y="132"/>
                  </a:cxn>
                  <a:cxn ang="0">
                    <a:pos x="640" y="258"/>
                  </a:cxn>
                  <a:cxn ang="0">
                    <a:pos x="562" y="384"/>
                  </a:cxn>
                  <a:cxn ang="0">
                    <a:pos x="484" y="510"/>
                  </a:cxn>
                  <a:cxn ang="0">
                    <a:pos x="353" y="755"/>
                  </a:cxn>
                  <a:cxn ang="0">
                    <a:pos x="239" y="995"/>
                  </a:cxn>
                  <a:cxn ang="0">
                    <a:pos x="150" y="1235"/>
                  </a:cxn>
                  <a:cxn ang="0">
                    <a:pos x="84" y="1469"/>
                  </a:cxn>
                  <a:cxn ang="0">
                    <a:pos x="36" y="1702"/>
                  </a:cxn>
                  <a:cxn ang="0">
                    <a:pos x="6" y="1942"/>
                  </a:cxn>
                  <a:cxn ang="0">
                    <a:pos x="0" y="2200"/>
                  </a:cxn>
                  <a:cxn ang="0">
                    <a:pos x="12" y="2470"/>
                  </a:cxn>
                  <a:cxn ang="0">
                    <a:pos x="48" y="2739"/>
                  </a:cxn>
                  <a:cxn ang="0">
                    <a:pos x="114" y="3027"/>
                  </a:cxn>
                  <a:cxn ang="0">
                    <a:pos x="150" y="3171"/>
                  </a:cxn>
                  <a:cxn ang="0">
                    <a:pos x="197" y="3321"/>
                  </a:cxn>
                  <a:cxn ang="0">
                    <a:pos x="245" y="3477"/>
                  </a:cxn>
                  <a:cxn ang="0">
                    <a:pos x="305" y="3639"/>
                  </a:cxn>
                  <a:cxn ang="0">
                    <a:pos x="365" y="3800"/>
                  </a:cxn>
                  <a:cxn ang="0">
                    <a:pos x="437" y="3968"/>
                  </a:cxn>
                  <a:cxn ang="0">
                    <a:pos x="508" y="4136"/>
                  </a:cxn>
                  <a:cxn ang="0">
                    <a:pos x="592" y="4316"/>
                  </a:cxn>
                  <a:cxn ang="0">
                    <a:pos x="604" y="4316"/>
                  </a:cxn>
                  <a:cxn ang="0">
                    <a:pos x="520" y="4136"/>
                  </a:cxn>
                  <a:cxn ang="0">
                    <a:pos x="448" y="3968"/>
                  </a:cxn>
                  <a:cxn ang="0">
                    <a:pos x="377" y="3800"/>
                  </a:cxn>
                  <a:cxn ang="0">
                    <a:pos x="317" y="3639"/>
                  </a:cxn>
                  <a:cxn ang="0">
                    <a:pos x="257" y="3477"/>
                  </a:cxn>
                  <a:cxn ang="0">
                    <a:pos x="209" y="3327"/>
                  </a:cxn>
                  <a:cxn ang="0">
                    <a:pos x="161" y="3171"/>
                  </a:cxn>
                  <a:cxn ang="0">
                    <a:pos x="126" y="3027"/>
                  </a:cxn>
                  <a:cxn ang="0">
                    <a:pos x="60" y="2739"/>
                  </a:cxn>
                  <a:cxn ang="0">
                    <a:pos x="24" y="2470"/>
                  </a:cxn>
                  <a:cxn ang="0">
                    <a:pos x="12" y="2206"/>
                  </a:cxn>
                  <a:cxn ang="0">
                    <a:pos x="18" y="1948"/>
                  </a:cxn>
                  <a:cxn ang="0">
                    <a:pos x="18" y="1948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sp>
          <p:nvSpPr>
            <p:cNvPr id="399380" name="Freeform 20">
              <a:extLst>
                <a:ext uri="{FF2B5EF4-FFF2-40B4-BE49-F238E27FC236}">
                  <a16:creationId xmlns:a16="http://schemas.microsoft.com/office/drawing/2014/main" id="{28FD2B6B-F43F-C07B-D6F8-410C3E58DE0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2901"/>
              <a:ext cx="606" cy="1415"/>
            </a:xfrm>
            <a:custGeom>
              <a:avLst/>
              <a:gdLst/>
              <a:ahLst/>
              <a:cxnLst>
                <a:cxn ang="0">
                  <a:pos x="0" y="54"/>
                </a:cxn>
                <a:cxn ang="0">
                  <a:pos x="42" y="228"/>
                </a:cxn>
                <a:cxn ang="0">
                  <a:pos x="96" y="402"/>
                </a:cxn>
                <a:cxn ang="0">
                  <a:pos x="161" y="576"/>
                </a:cxn>
                <a:cxn ang="0">
                  <a:pos x="227" y="744"/>
                </a:cxn>
                <a:cxn ang="0">
                  <a:pos x="305" y="917"/>
                </a:cxn>
                <a:cxn ang="0">
                  <a:pos x="389" y="1085"/>
                </a:cxn>
                <a:cxn ang="0">
                  <a:pos x="484" y="1253"/>
                </a:cxn>
                <a:cxn ang="0">
                  <a:pos x="586" y="1415"/>
                </a:cxn>
                <a:cxn ang="0">
                  <a:pos x="604" y="1415"/>
                </a:cxn>
                <a:cxn ang="0">
                  <a:pos x="496" y="1247"/>
                </a:cxn>
                <a:cxn ang="0">
                  <a:pos x="401" y="1073"/>
                </a:cxn>
                <a:cxn ang="0">
                  <a:pos x="311" y="899"/>
                </a:cxn>
                <a:cxn ang="0">
                  <a:pos x="233" y="720"/>
                </a:cxn>
                <a:cxn ang="0">
                  <a:pos x="161" y="546"/>
                </a:cxn>
                <a:cxn ang="0">
                  <a:pos x="102" y="366"/>
                </a:cxn>
                <a:cxn ang="0">
                  <a:pos x="48" y="180"/>
                </a:cxn>
                <a:cxn ang="0">
                  <a:pos x="0" y="0"/>
                </a:cxn>
                <a:cxn ang="0">
                  <a:pos x="0" y="54"/>
                </a:cxn>
                <a:cxn ang="0">
                  <a:pos x="0" y="54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399381" name="Freeform 21">
              <a:extLst>
                <a:ext uri="{FF2B5EF4-FFF2-40B4-BE49-F238E27FC236}">
                  <a16:creationId xmlns:a16="http://schemas.microsoft.com/office/drawing/2014/main" id="{51B6F7DD-AFA2-E2F1-DA4F-B477FFD4449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3890"/>
              <a:ext cx="228" cy="426"/>
            </a:xfrm>
            <a:custGeom>
              <a:avLst/>
              <a:gdLst/>
              <a:ahLst/>
              <a:cxnLst>
                <a:cxn ang="0">
                  <a:pos x="0" y="30"/>
                </a:cxn>
                <a:cxn ang="0">
                  <a:pos x="108" y="240"/>
                </a:cxn>
                <a:cxn ang="0">
                  <a:pos x="215" y="426"/>
                </a:cxn>
                <a:cxn ang="0">
                  <a:pos x="227" y="426"/>
                </a:cxn>
                <a:cxn ang="0">
                  <a:pos x="167" y="330"/>
                </a:cxn>
                <a:cxn ang="0">
                  <a:pos x="114" y="222"/>
                </a:cxn>
                <a:cxn ang="0">
                  <a:pos x="0" y="0"/>
                </a:cxn>
                <a:cxn ang="0">
                  <a:pos x="0" y="30"/>
                </a:cxn>
                <a:cxn ang="0">
                  <a:pos x="0" y="30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399382" name="Freeform 22">
              <a:extLst>
                <a:ext uri="{FF2B5EF4-FFF2-40B4-BE49-F238E27FC236}">
                  <a16:creationId xmlns:a16="http://schemas.microsoft.com/office/drawing/2014/main" id="{90D2AF48-76AA-A9E0-CF74-A9CBAE73392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776" y="0"/>
              <a:ext cx="984" cy="1786"/>
            </a:xfrm>
            <a:custGeom>
              <a:avLst/>
              <a:gdLst/>
              <a:ahLst/>
              <a:cxnLst>
                <a:cxn ang="0">
                  <a:pos x="981" y="1786"/>
                </a:cxn>
                <a:cxn ang="0">
                  <a:pos x="981" y="1720"/>
                </a:cxn>
                <a:cxn ang="0">
                  <a:pos x="969" y="1666"/>
                </a:cxn>
                <a:cxn ang="0">
                  <a:pos x="957" y="1613"/>
                </a:cxn>
                <a:cxn ang="0">
                  <a:pos x="921" y="1487"/>
                </a:cxn>
                <a:cxn ang="0">
                  <a:pos x="885" y="1361"/>
                </a:cxn>
                <a:cxn ang="0">
                  <a:pos x="796" y="1121"/>
                </a:cxn>
                <a:cxn ang="0">
                  <a:pos x="682" y="899"/>
                </a:cxn>
                <a:cxn ang="0">
                  <a:pos x="562" y="689"/>
                </a:cxn>
                <a:cxn ang="0">
                  <a:pos x="431" y="498"/>
                </a:cxn>
                <a:cxn ang="0">
                  <a:pos x="293" y="318"/>
                </a:cxn>
                <a:cxn ang="0">
                  <a:pos x="150" y="150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138" y="150"/>
                </a:cxn>
                <a:cxn ang="0">
                  <a:pos x="275" y="318"/>
                </a:cxn>
                <a:cxn ang="0">
                  <a:pos x="413" y="498"/>
                </a:cxn>
                <a:cxn ang="0">
                  <a:pos x="545" y="689"/>
                </a:cxn>
                <a:cxn ang="0">
                  <a:pos x="670" y="899"/>
                </a:cxn>
                <a:cxn ang="0">
                  <a:pos x="778" y="1121"/>
                </a:cxn>
                <a:cxn ang="0">
                  <a:pos x="873" y="1361"/>
                </a:cxn>
                <a:cxn ang="0">
                  <a:pos x="909" y="1487"/>
                </a:cxn>
                <a:cxn ang="0">
                  <a:pos x="945" y="1619"/>
                </a:cxn>
                <a:cxn ang="0">
                  <a:pos x="963" y="1702"/>
                </a:cxn>
                <a:cxn ang="0">
                  <a:pos x="981" y="1786"/>
                </a:cxn>
                <a:cxn ang="0">
                  <a:pos x="981" y="1786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039" name="Freeform 23">
              <a:extLst>
                <a:ext uri="{FF2B5EF4-FFF2-40B4-BE49-F238E27FC236}">
                  <a16:creationId xmlns:a16="http://schemas.microsoft.com/office/drawing/2014/main" id="{AFD154E4-46AD-3FC5-8305-4C1BA87F508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41" y="0"/>
              <a:ext cx="719" cy="845"/>
            </a:xfrm>
            <a:custGeom>
              <a:avLst/>
              <a:gdLst>
                <a:gd name="T0" fmla="*/ 951 w 717"/>
                <a:gd name="T1" fmla="*/ 845 h 845"/>
                <a:gd name="T2" fmla="*/ 951 w 717"/>
                <a:gd name="T3" fmla="*/ 821 h 845"/>
                <a:gd name="T4" fmla="*/ 790 w 717"/>
                <a:gd name="T5" fmla="*/ 605 h 845"/>
                <a:gd name="T6" fmla="*/ 514 w 717"/>
                <a:gd name="T7" fmla="*/ 396 h 845"/>
                <a:gd name="T8" fmla="*/ 329 w 717"/>
                <a:gd name="T9" fmla="*/ 192 h 845"/>
                <a:gd name="T10" fmla="*/ 17 w 717"/>
                <a:gd name="T11" fmla="*/ 0 h 845"/>
                <a:gd name="T12" fmla="*/ 0 w 717"/>
                <a:gd name="T13" fmla="*/ 0 h 845"/>
                <a:gd name="T14" fmla="*/ 317 w 717"/>
                <a:gd name="T15" fmla="*/ 198 h 845"/>
                <a:gd name="T16" fmla="*/ 508 w 717"/>
                <a:gd name="T17" fmla="*/ 408 h 845"/>
                <a:gd name="T18" fmla="*/ 784 w 717"/>
                <a:gd name="T19" fmla="*/ 623 h 845"/>
                <a:gd name="T20" fmla="*/ 951 w 717"/>
                <a:gd name="T21" fmla="*/ 845 h 845"/>
                <a:gd name="T22" fmla="*/ 951 w 717"/>
                <a:gd name="T23" fmla="*/ 845 h 84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0" name="Freeform 24">
              <a:extLst>
                <a:ext uri="{FF2B5EF4-FFF2-40B4-BE49-F238E27FC236}">
                  <a16:creationId xmlns:a16="http://schemas.microsoft.com/office/drawing/2014/main" id="{FFE79367-791F-5A13-6D90-6512078BACDB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352" y="0"/>
              <a:ext cx="408" cy="414"/>
            </a:xfrm>
            <a:custGeom>
              <a:avLst/>
              <a:gdLst>
                <a:gd name="T0" fmla="*/ 515 w 407"/>
                <a:gd name="T1" fmla="*/ 414 h 414"/>
                <a:gd name="T2" fmla="*/ 515 w 407"/>
                <a:gd name="T3" fmla="*/ 396 h 414"/>
                <a:gd name="T4" fmla="*/ 330 w 407"/>
                <a:gd name="T5" fmla="*/ 192 h 414"/>
                <a:gd name="T6" fmla="*/ 12 w 407"/>
                <a:gd name="T7" fmla="*/ 0 h 414"/>
                <a:gd name="T8" fmla="*/ 0 w 407"/>
                <a:gd name="T9" fmla="*/ 0 h 414"/>
                <a:gd name="T10" fmla="*/ 108 w 407"/>
                <a:gd name="T11" fmla="*/ 102 h 414"/>
                <a:gd name="T12" fmla="*/ 324 w 407"/>
                <a:gd name="T13" fmla="*/ 204 h 414"/>
                <a:gd name="T14" fmla="*/ 515 w 407"/>
                <a:gd name="T15" fmla="*/ 414 h 414"/>
                <a:gd name="T16" fmla="*/ 515 w 407"/>
                <a:gd name="T17" fmla="*/ 414 h 4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385" name="Freeform 25">
              <a:extLst>
                <a:ext uri="{FF2B5EF4-FFF2-40B4-BE49-F238E27FC236}">
                  <a16:creationId xmlns:a16="http://schemas.microsoft.com/office/drawing/2014/main" id="{59985C71-C636-8E24-46FE-C7582F856CA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858" cy="1409"/>
            </a:xfrm>
            <a:custGeom>
              <a:avLst/>
              <a:gdLst/>
              <a:ahLst/>
              <a:cxnLst>
                <a:cxn ang="0">
                  <a:pos x="0" y="1361"/>
                </a:cxn>
                <a:cxn ang="0">
                  <a:pos x="0" y="1409"/>
                </a:cxn>
                <a:cxn ang="0">
                  <a:pos x="54" y="1211"/>
                </a:cxn>
                <a:cxn ang="0">
                  <a:pos x="126" y="1013"/>
                </a:cxn>
                <a:cxn ang="0">
                  <a:pos x="215" y="827"/>
                </a:cxn>
                <a:cxn ang="0">
                  <a:pos x="311" y="647"/>
                </a:cxn>
                <a:cxn ang="0">
                  <a:pos x="431" y="474"/>
                </a:cxn>
                <a:cxn ang="0">
                  <a:pos x="556" y="312"/>
                </a:cxn>
                <a:cxn ang="0">
                  <a:pos x="700" y="150"/>
                </a:cxn>
                <a:cxn ang="0">
                  <a:pos x="855" y="0"/>
                </a:cxn>
                <a:cxn ang="0">
                  <a:pos x="837" y="0"/>
                </a:cxn>
                <a:cxn ang="0">
                  <a:pos x="688" y="144"/>
                </a:cxn>
                <a:cxn ang="0">
                  <a:pos x="550" y="300"/>
                </a:cxn>
                <a:cxn ang="0">
                  <a:pos x="425" y="462"/>
                </a:cxn>
                <a:cxn ang="0">
                  <a:pos x="311" y="629"/>
                </a:cxn>
                <a:cxn ang="0">
                  <a:pos x="215" y="803"/>
                </a:cxn>
                <a:cxn ang="0">
                  <a:pos x="132" y="983"/>
                </a:cxn>
                <a:cxn ang="0">
                  <a:pos x="60" y="1169"/>
                </a:cxn>
                <a:cxn ang="0">
                  <a:pos x="0" y="1361"/>
                </a:cxn>
                <a:cxn ang="0">
                  <a:pos x="0" y="1361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042" name="Freeform 26">
              <a:extLst>
                <a:ext uri="{FF2B5EF4-FFF2-40B4-BE49-F238E27FC236}">
                  <a16:creationId xmlns:a16="http://schemas.microsoft.com/office/drawing/2014/main" id="{46DA4567-9B59-60CD-24D3-3FD9C00C930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588" cy="599"/>
            </a:xfrm>
            <a:custGeom>
              <a:avLst/>
              <a:gdLst>
                <a:gd name="T0" fmla="*/ 836 w 586"/>
                <a:gd name="T1" fmla="*/ 0 h 599"/>
                <a:gd name="T2" fmla="*/ 809 w 586"/>
                <a:gd name="T3" fmla="*/ 0 h 599"/>
                <a:gd name="T4" fmla="*/ 590 w 586"/>
                <a:gd name="T5" fmla="*/ 132 h 599"/>
                <a:gd name="T6" fmla="*/ 365 w 586"/>
                <a:gd name="T7" fmla="*/ 270 h 599"/>
                <a:gd name="T8" fmla="*/ 120 w 586"/>
                <a:gd name="T9" fmla="*/ 420 h 599"/>
                <a:gd name="T10" fmla="*/ 0 w 586"/>
                <a:gd name="T11" fmla="*/ 575 h 599"/>
                <a:gd name="T12" fmla="*/ 0 w 586"/>
                <a:gd name="T13" fmla="*/ 599 h 599"/>
                <a:gd name="T14" fmla="*/ 120 w 586"/>
                <a:gd name="T15" fmla="*/ 432 h 599"/>
                <a:gd name="T16" fmla="*/ 365 w 586"/>
                <a:gd name="T17" fmla="*/ 282 h 599"/>
                <a:gd name="T18" fmla="*/ 602 w 586"/>
                <a:gd name="T19" fmla="*/ 138 h 599"/>
                <a:gd name="T20" fmla="*/ 836 w 586"/>
                <a:gd name="T21" fmla="*/ 0 h 599"/>
                <a:gd name="T22" fmla="*/ 836 w 586"/>
                <a:gd name="T23" fmla="*/ 0 h 59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3" name="Freeform 27">
              <a:extLst>
                <a:ext uri="{FF2B5EF4-FFF2-40B4-BE49-F238E27FC236}">
                  <a16:creationId xmlns:a16="http://schemas.microsoft.com/office/drawing/2014/main" id="{72D5DA6C-89AD-492A-9130-C7C331CA728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270" cy="252"/>
            </a:xfrm>
            <a:custGeom>
              <a:avLst/>
              <a:gdLst>
                <a:gd name="T0" fmla="*/ 377 w 269"/>
                <a:gd name="T1" fmla="*/ 0 h 252"/>
                <a:gd name="T2" fmla="*/ 359 w 269"/>
                <a:gd name="T3" fmla="*/ 0 h 252"/>
                <a:gd name="T4" fmla="*/ 120 w 269"/>
                <a:gd name="T5" fmla="*/ 114 h 252"/>
                <a:gd name="T6" fmla="*/ 60 w 269"/>
                <a:gd name="T7" fmla="*/ 174 h 252"/>
                <a:gd name="T8" fmla="*/ 0 w 269"/>
                <a:gd name="T9" fmla="*/ 234 h 252"/>
                <a:gd name="T10" fmla="*/ 0 w 269"/>
                <a:gd name="T11" fmla="*/ 252 h 252"/>
                <a:gd name="T12" fmla="*/ 126 w 269"/>
                <a:gd name="T13" fmla="*/ 120 h 252"/>
                <a:gd name="T14" fmla="*/ 377 w 269"/>
                <a:gd name="T15" fmla="*/ 0 h 252"/>
                <a:gd name="T16" fmla="*/ 377 w 269"/>
                <a:gd name="T17" fmla="*/ 0 h 2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4" name="Line 28">
              <a:extLst>
                <a:ext uri="{FF2B5EF4-FFF2-40B4-BE49-F238E27FC236}">
                  <a16:creationId xmlns:a16="http://schemas.microsoft.com/office/drawing/2014/main" id="{2E02FE8C-4350-ADAA-5EF6-A7E776FAD126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2749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5" name="Line 29">
              <a:extLst>
                <a:ext uri="{FF2B5EF4-FFF2-40B4-BE49-F238E27FC236}">
                  <a16:creationId xmlns:a16="http://schemas.microsoft.com/office/drawing/2014/main" id="{42F6E548-5A74-8367-B0CA-AA88142020B0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2356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6" name="Line 30">
              <a:extLst>
                <a:ext uri="{FF2B5EF4-FFF2-40B4-BE49-F238E27FC236}">
                  <a16:creationId xmlns:a16="http://schemas.microsoft.com/office/drawing/2014/main" id="{48714D00-F593-EADD-82C5-0382C5546F6D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142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47" name="Group 31">
              <a:extLst>
                <a:ext uri="{FF2B5EF4-FFF2-40B4-BE49-F238E27FC236}">
                  <a16:creationId xmlns:a16="http://schemas.microsoft.com/office/drawing/2014/main" id="{A11CDDF7-88FC-09E0-0ED4-7A7F2DCA6DF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1050" name="Line 32">
                <a:extLst>
                  <a:ext uri="{FF2B5EF4-FFF2-40B4-BE49-F238E27FC236}">
                    <a16:creationId xmlns:a16="http://schemas.microsoft.com/office/drawing/2014/main" id="{63DB0E81-B894-A378-686B-B43558002A12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784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1" name="Line 33">
                <a:extLst>
                  <a:ext uri="{FF2B5EF4-FFF2-40B4-BE49-F238E27FC236}">
                    <a16:creationId xmlns:a16="http://schemas.microsoft.com/office/drawing/2014/main" id="{50C535F9-FDA5-5C23-F60F-F71F1707EE89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963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2" name="Line 34">
                <a:extLst>
                  <a:ext uri="{FF2B5EF4-FFF2-40B4-BE49-F238E27FC236}">
                    <a16:creationId xmlns:a16="http://schemas.microsoft.com/office/drawing/2014/main" id="{7F6E3EBF-6650-547B-C696-4F79B25204C1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570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3" name="Line 35">
                <a:extLst>
                  <a:ext uri="{FF2B5EF4-FFF2-40B4-BE49-F238E27FC236}">
                    <a16:creationId xmlns:a16="http://schemas.microsoft.com/office/drawing/2014/main" id="{8D55B743-D30A-E136-7381-9861308787EE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177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4" name="Line 36">
                <a:extLst>
                  <a:ext uri="{FF2B5EF4-FFF2-40B4-BE49-F238E27FC236}">
                    <a16:creationId xmlns:a16="http://schemas.microsoft.com/office/drawing/2014/main" id="{D9BC2F3F-CC6E-C9BC-44C7-7D590D405F0F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392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48" name="Line 37">
              <a:extLst>
                <a:ext uri="{FF2B5EF4-FFF2-40B4-BE49-F238E27FC236}">
                  <a16:creationId xmlns:a16="http://schemas.microsoft.com/office/drawing/2014/main" id="{DC66A76F-454F-C6D9-ECBF-29C04B1B646C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928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9" name="Line 38">
              <a:extLst>
                <a:ext uri="{FF2B5EF4-FFF2-40B4-BE49-F238E27FC236}">
                  <a16:creationId xmlns:a16="http://schemas.microsoft.com/office/drawing/2014/main" id="{BD92ECE8-9594-0116-2E12-0725E6CF5B49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535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99399" name="Rectangle 39">
            <a:extLst>
              <a:ext uri="{FF2B5EF4-FFF2-40B4-BE49-F238E27FC236}">
                <a16:creationId xmlns:a16="http://schemas.microsoft.com/office/drawing/2014/main" id="{281DA1DD-2A68-FB3B-57A7-8F2DB75254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99400" name="Rectangle 40">
            <a:extLst>
              <a:ext uri="{FF2B5EF4-FFF2-40B4-BE49-F238E27FC236}">
                <a16:creationId xmlns:a16="http://schemas.microsoft.com/office/drawing/2014/main" id="{2E4B2760-72F1-CED5-3A29-F0B4F69E449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99401" name="Rectangle 41">
            <a:extLst>
              <a:ext uri="{FF2B5EF4-FFF2-40B4-BE49-F238E27FC236}">
                <a16:creationId xmlns:a16="http://schemas.microsoft.com/office/drawing/2014/main" id="{80F1F3D3-F06B-1016-B5B3-21C68A78988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99402" name="Rectangle 42">
            <a:extLst>
              <a:ext uri="{FF2B5EF4-FFF2-40B4-BE49-F238E27FC236}">
                <a16:creationId xmlns:a16="http://schemas.microsoft.com/office/drawing/2014/main" id="{448AA98F-B481-7447-98EA-A4E962A88FE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 smtClean="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>
              <a:defRPr/>
            </a:pPr>
            <a:fld id="{EE4D1BFA-56BD-49AC-AD0F-879FB4464EA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399403" name="Rectangle 43">
            <a:extLst>
              <a:ext uri="{FF2B5EF4-FFF2-40B4-BE49-F238E27FC236}">
                <a16:creationId xmlns:a16="http://schemas.microsoft.com/office/drawing/2014/main" id="{422637D4-8F61-A0BC-CD97-A925C1A927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5284" r:id="rId1"/>
    <p:sldLayoutId id="2147485272" r:id="rId2"/>
    <p:sldLayoutId id="2147485273" r:id="rId3"/>
    <p:sldLayoutId id="2147485274" r:id="rId4"/>
    <p:sldLayoutId id="2147485275" r:id="rId5"/>
    <p:sldLayoutId id="2147485276" r:id="rId6"/>
    <p:sldLayoutId id="2147485277" r:id="rId7"/>
    <p:sldLayoutId id="2147485278" r:id="rId8"/>
    <p:sldLayoutId id="2147485279" r:id="rId9"/>
    <p:sldLayoutId id="2147485280" r:id="rId10"/>
    <p:sldLayoutId id="2147485281" r:id="rId11"/>
    <p:sldLayoutId id="2147485282" r:id="rId12"/>
    <p:sldLayoutId id="2147485283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434" name="Rectangle 2">
            <a:extLst>
              <a:ext uri="{FF2B5EF4-FFF2-40B4-BE49-F238E27FC236}">
                <a16:creationId xmlns:a16="http://schemas.microsoft.com/office/drawing/2014/main" id="{4829204F-E277-71D7-4F5D-37B9F44285A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虚函数与消息的动态绑定</a:t>
            </a:r>
          </a:p>
        </p:txBody>
      </p:sp>
      <p:sp>
        <p:nvSpPr>
          <p:cNvPr id="402435" name="Rectangle 3">
            <a:extLst>
              <a:ext uri="{FF2B5EF4-FFF2-40B4-BE49-F238E27FC236}">
                <a16:creationId xmlns:a16="http://schemas.microsoft.com/office/drawing/2014/main" id="{18C328DD-4B0C-6BC1-BF0F-843F8F4CF58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defRPr/>
            </a:pPr>
            <a:endParaRPr lang="zh-CN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226" name="Rectangle 2">
            <a:extLst>
              <a:ext uri="{FF2B5EF4-FFF2-40B4-BE49-F238E27FC236}">
                <a16:creationId xmlns:a16="http://schemas.microsoft.com/office/drawing/2014/main" id="{6AFFB27A-07DD-CB17-F740-7B0D9E924E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4450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/>
              <a:t>消息的多态性</a:t>
            </a:r>
          </a:p>
        </p:txBody>
      </p:sp>
      <p:sp>
        <p:nvSpPr>
          <p:cNvPr id="564227" name="Rectangle 3">
            <a:extLst>
              <a:ext uri="{FF2B5EF4-FFF2-40B4-BE49-F238E27FC236}">
                <a16:creationId xmlns:a16="http://schemas.microsoft.com/office/drawing/2014/main" id="{B1797C4E-38B5-41AB-FD50-9095826C78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6725" y="1557338"/>
            <a:ext cx="8281988" cy="403225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zh-CN" altLang="en-US" sz="2800"/>
              <a:t>消息的多态性体现为：</a:t>
            </a:r>
            <a:endParaRPr lang="en-US" altLang="zh-CN" sz="2800"/>
          </a:p>
          <a:p>
            <a:pPr lvl="1" eaLnBrk="1" hangingPunct="1">
              <a:defRPr/>
            </a:pPr>
            <a:r>
              <a:rPr lang="zh-CN" altLang="en-US" sz="2400"/>
              <a:t>相同的一条消息可以发送到不同类的对象，从而会得到不同的解释（处理）。</a:t>
            </a:r>
            <a:endParaRPr lang="en-US" altLang="zh-CN" sz="2400"/>
          </a:p>
          <a:p>
            <a:pPr eaLnBrk="1" hangingPunct="1">
              <a:defRPr/>
            </a:pPr>
            <a:r>
              <a:rPr lang="zh-CN" altLang="en-US" sz="2800"/>
              <a:t>对于具有</a:t>
            </a:r>
            <a:r>
              <a:rPr lang="en-US" altLang="zh-CN" sz="2800">
                <a:solidFill>
                  <a:srgbClr val="FFC000"/>
                </a:solidFill>
              </a:rPr>
              <a:t>public</a:t>
            </a:r>
            <a:r>
              <a:rPr lang="zh-CN" altLang="en-US" sz="2800"/>
              <a:t>继承关系的两个类：</a:t>
            </a:r>
            <a:endParaRPr lang="en-US" altLang="zh-CN" sz="2800"/>
          </a:p>
          <a:p>
            <a:pPr lvl="1" eaLnBrk="1" hangingPunct="1">
              <a:defRPr/>
            </a:pPr>
            <a:r>
              <a:rPr lang="zh-CN" altLang="en-US" sz="2400"/>
              <a:t>一条可以发送到基类对象的消息，也可以发送到派生类对象。</a:t>
            </a:r>
            <a:endParaRPr lang="en-US" altLang="zh-CN" sz="2400"/>
          </a:p>
          <a:p>
            <a:pPr lvl="1" eaLnBrk="1" hangingPunct="1">
              <a:defRPr/>
            </a:pPr>
            <a:r>
              <a:rPr lang="zh-CN" altLang="en-US" sz="2400"/>
              <a:t>如果在基类和派生类中都给出了对这条消息的处理，那么这条消息存在</a:t>
            </a:r>
            <a:r>
              <a:rPr lang="zh-CN" altLang="en-US" sz="2400">
                <a:solidFill>
                  <a:srgbClr val="FFC000"/>
                </a:solidFill>
              </a:rPr>
              <a:t>特殊的</a:t>
            </a:r>
            <a:r>
              <a:rPr lang="zh-CN" altLang="en-US" sz="2400"/>
              <a:t>多态性。</a:t>
            </a:r>
            <a:endParaRPr lang="en-US" altLang="zh-CN"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238ACAA-8893-F5FF-1FED-74688472BC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04813"/>
            <a:ext cx="8229600" cy="6119812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400"/>
              <a:t>class A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400"/>
              <a:t>{	public: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400"/>
              <a:t>      void </a:t>
            </a:r>
            <a:r>
              <a:rPr lang="en-US" altLang="zh-CN" sz="2400">
                <a:solidFill>
                  <a:srgbClr val="FFC000"/>
                </a:solidFill>
              </a:rPr>
              <a:t>f</a:t>
            </a:r>
            <a:r>
              <a:rPr lang="en-US" altLang="zh-CN" sz="2400"/>
              <a:t>();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400"/>
              <a:t>};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400"/>
              <a:t>class B: public A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400"/>
              <a:t>{	public: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400"/>
              <a:t>	  void </a:t>
            </a:r>
            <a:r>
              <a:rPr lang="en-US" altLang="zh-CN" sz="2400">
                <a:solidFill>
                  <a:srgbClr val="FFC000"/>
                </a:solidFill>
              </a:rPr>
              <a:t>f</a:t>
            </a:r>
            <a:r>
              <a:rPr lang="en-US" altLang="zh-CN" sz="2400"/>
              <a:t>();</a:t>
            </a:r>
            <a:endParaRPr lang="zh-CN" altLang="en-US" sz="2400">
              <a:solidFill>
                <a:schemeClr val="folHlink"/>
              </a:solidFill>
            </a:endParaRP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400"/>
              <a:t>	  void g(); </a:t>
            </a:r>
            <a:endParaRPr lang="zh-CN" altLang="en-US" sz="2400"/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400"/>
              <a:t>};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zh-CN" sz="2400"/>
              <a:t>B</a:t>
            </a:r>
            <a:r>
              <a:rPr lang="zh-CN" altLang="en-US" sz="2400"/>
              <a:t>类对象有两个对消息</a:t>
            </a:r>
            <a:r>
              <a:rPr lang="en-US" altLang="zh-CN" sz="2400"/>
              <a:t>f</a:t>
            </a:r>
            <a:r>
              <a:rPr lang="zh-CN" altLang="en-US" sz="2400"/>
              <a:t>的处理</a:t>
            </a:r>
            <a:endParaRPr lang="en-US" altLang="zh-CN" sz="2400"/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CN" sz="2000"/>
              <a:t>A::f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CN" sz="2000"/>
              <a:t>B::f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275F02-0636-C456-ABFE-1506CA53F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450"/>
            <a:ext cx="8229600" cy="1139825"/>
          </a:xfrm>
        </p:spPr>
        <p:txBody>
          <a:bodyPr/>
          <a:lstStyle/>
          <a:p>
            <a:pPr>
              <a:defRPr/>
            </a:pPr>
            <a:r>
              <a:rPr lang="zh-CN" altLang="en-US"/>
              <a:t>消息的绑定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DA179BA-497B-1F61-648D-93606AD9D6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84275"/>
            <a:ext cx="8229600" cy="5557838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zh-CN" altLang="en-US" sz="2400" dirty="0"/>
              <a:t>一般情况下，将在编译时刻根据对象的类型来决定采用哪一个消息处理函数（</a:t>
            </a:r>
            <a:r>
              <a:rPr lang="zh-CN" altLang="en-US" sz="2400" dirty="0">
                <a:solidFill>
                  <a:srgbClr val="FFC000"/>
                </a:solidFill>
              </a:rPr>
              <a:t>静态绑定</a:t>
            </a:r>
            <a:r>
              <a:rPr lang="zh-CN" altLang="en-US" sz="2400" dirty="0"/>
              <a:t>）。例如：</a:t>
            </a:r>
            <a:endParaRPr lang="en-US" altLang="zh-CN" sz="2400" dirty="0"/>
          </a:p>
          <a:p>
            <a:pPr eaLnBrk="1" hangingPunct="1">
              <a:lnSpc>
                <a:spcPct val="70000"/>
              </a:lnSpc>
              <a:buFontTx/>
              <a:buNone/>
              <a:defRPr/>
            </a:pPr>
            <a:r>
              <a:rPr lang="en-US" altLang="zh-CN" sz="2200" dirty="0"/>
              <a:t>class A</a:t>
            </a:r>
          </a:p>
          <a:p>
            <a:pPr eaLnBrk="1" hangingPunct="1">
              <a:lnSpc>
                <a:spcPct val="70000"/>
              </a:lnSpc>
              <a:buFontTx/>
              <a:buNone/>
              <a:defRPr/>
            </a:pPr>
            <a:r>
              <a:rPr lang="en-US" altLang="zh-CN" sz="2200" dirty="0"/>
              <a:t>{	public:</a:t>
            </a:r>
          </a:p>
          <a:p>
            <a:pPr eaLnBrk="1" hangingPunct="1">
              <a:lnSpc>
                <a:spcPct val="70000"/>
              </a:lnSpc>
              <a:buFontTx/>
              <a:buNone/>
              <a:defRPr/>
            </a:pPr>
            <a:r>
              <a:rPr lang="en-US" altLang="zh-CN" sz="2200" dirty="0"/>
              <a:t>      void </a:t>
            </a:r>
            <a:r>
              <a:rPr lang="en-US" altLang="zh-CN" sz="2200" dirty="0">
                <a:solidFill>
                  <a:srgbClr val="FFC000"/>
                </a:solidFill>
              </a:rPr>
              <a:t>f</a:t>
            </a:r>
            <a:r>
              <a:rPr lang="en-US" altLang="zh-CN" sz="2200" dirty="0"/>
              <a:t>();</a:t>
            </a:r>
          </a:p>
          <a:p>
            <a:pPr eaLnBrk="1" hangingPunct="1">
              <a:lnSpc>
                <a:spcPct val="70000"/>
              </a:lnSpc>
              <a:buFontTx/>
              <a:buNone/>
              <a:defRPr/>
            </a:pPr>
            <a:r>
              <a:rPr lang="en-US" altLang="zh-CN" sz="2200" dirty="0"/>
              <a:t> };</a:t>
            </a:r>
          </a:p>
          <a:p>
            <a:pPr eaLnBrk="1" hangingPunct="1">
              <a:lnSpc>
                <a:spcPct val="70000"/>
              </a:lnSpc>
              <a:buFontTx/>
              <a:buNone/>
              <a:defRPr/>
            </a:pPr>
            <a:r>
              <a:rPr lang="en-US" altLang="zh-CN" sz="2200" dirty="0"/>
              <a:t>class B: public A</a:t>
            </a:r>
          </a:p>
          <a:p>
            <a:pPr eaLnBrk="1" hangingPunct="1">
              <a:lnSpc>
                <a:spcPct val="70000"/>
              </a:lnSpc>
              <a:buFontTx/>
              <a:buNone/>
              <a:defRPr/>
            </a:pPr>
            <a:r>
              <a:rPr lang="en-US" altLang="zh-CN" sz="2200" dirty="0"/>
              <a:t>{	public:</a:t>
            </a:r>
          </a:p>
          <a:p>
            <a:pPr eaLnBrk="1" hangingPunct="1">
              <a:lnSpc>
                <a:spcPct val="70000"/>
              </a:lnSpc>
              <a:buFontTx/>
              <a:buNone/>
              <a:defRPr/>
            </a:pPr>
            <a:r>
              <a:rPr lang="en-US" altLang="zh-CN" sz="2200" dirty="0"/>
              <a:t>	  void </a:t>
            </a:r>
            <a:r>
              <a:rPr lang="en-US" altLang="zh-CN" sz="2200" dirty="0">
                <a:solidFill>
                  <a:srgbClr val="FFC000"/>
                </a:solidFill>
              </a:rPr>
              <a:t>f</a:t>
            </a:r>
            <a:r>
              <a:rPr lang="en-US" altLang="zh-CN" sz="2200" dirty="0"/>
              <a:t>();</a:t>
            </a:r>
            <a:endParaRPr lang="zh-CN" altLang="en-US" sz="2200" dirty="0">
              <a:solidFill>
                <a:schemeClr val="folHlink"/>
              </a:solidFill>
            </a:endParaRPr>
          </a:p>
          <a:p>
            <a:pPr eaLnBrk="1" hangingPunct="1">
              <a:lnSpc>
                <a:spcPct val="70000"/>
              </a:lnSpc>
              <a:buFontTx/>
              <a:buNone/>
              <a:defRPr/>
            </a:pPr>
            <a:r>
              <a:rPr lang="en-US" altLang="zh-CN" sz="2200" dirty="0"/>
              <a:t>	  void g(); </a:t>
            </a:r>
            <a:endParaRPr lang="zh-CN" altLang="en-US" sz="2200" dirty="0"/>
          </a:p>
          <a:p>
            <a:pPr eaLnBrk="1" hangingPunct="1">
              <a:lnSpc>
                <a:spcPct val="70000"/>
              </a:lnSpc>
              <a:buFontTx/>
              <a:buNone/>
              <a:defRPr/>
            </a:pPr>
            <a:r>
              <a:rPr lang="en-US" altLang="zh-CN" sz="2200" dirty="0"/>
              <a:t>};</a:t>
            </a:r>
          </a:p>
          <a:p>
            <a:pPr eaLnBrk="1" hangingPunct="1">
              <a:lnSpc>
                <a:spcPct val="70000"/>
              </a:lnSpc>
              <a:buFontTx/>
              <a:buNone/>
              <a:defRPr/>
            </a:pPr>
            <a:r>
              <a:rPr lang="en-US" altLang="zh-CN" sz="2200" dirty="0"/>
              <a:t>......</a:t>
            </a:r>
          </a:p>
          <a:p>
            <a:pPr eaLnBrk="1" hangingPunct="1">
              <a:lnSpc>
                <a:spcPct val="70000"/>
              </a:lnSpc>
              <a:buFontTx/>
              <a:buNone/>
              <a:defRPr/>
            </a:pPr>
            <a:r>
              <a:rPr lang="en-US" altLang="zh-CN" sz="2200" dirty="0"/>
              <a:t>A </a:t>
            </a:r>
            <a:r>
              <a:rPr lang="en-US" altLang="zh-CN" sz="2200" dirty="0" err="1"/>
              <a:t>a</a:t>
            </a:r>
            <a:r>
              <a:rPr lang="en-US" altLang="zh-CN" sz="2200" dirty="0"/>
              <a:t>;</a:t>
            </a:r>
          </a:p>
          <a:p>
            <a:pPr eaLnBrk="1" hangingPunct="1">
              <a:lnSpc>
                <a:spcPct val="70000"/>
              </a:lnSpc>
              <a:buFontTx/>
              <a:buNone/>
              <a:defRPr/>
            </a:pPr>
            <a:r>
              <a:rPr lang="en-US" altLang="zh-CN" sz="2200" dirty="0"/>
              <a:t>B </a:t>
            </a:r>
            <a:r>
              <a:rPr lang="en-US" altLang="zh-CN" sz="2200" dirty="0" err="1"/>
              <a:t>b</a:t>
            </a:r>
            <a:r>
              <a:rPr lang="en-US" altLang="zh-CN" sz="2200" dirty="0"/>
              <a:t>;</a:t>
            </a:r>
          </a:p>
          <a:p>
            <a:pPr eaLnBrk="1" hangingPunct="1">
              <a:lnSpc>
                <a:spcPct val="70000"/>
              </a:lnSpc>
              <a:buFontTx/>
              <a:buNone/>
              <a:defRPr/>
            </a:pPr>
            <a:r>
              <a:rPr lang="en-US" altLang="zh-CN" sz="2200" dirty="0" err="1"/>
              <a:t>a.f</a:t>
            </a:r>
            <a:r>
              <a:rPr lang="en-US" altLang="zh-CN" sz="2200" dirty="0"/>
              <a:t>(); //A</a:t>
            </a:r>
            <a:r>
              <a:rPr lang="zh-CN" altLang="en-US" sz="2200" dirty="0"/>
              <a:t>的</a:t>
            </a:r>
            <a:r>
              <a:rPr lang="en-US" altLang="zh-CN" sz="2200" dirty="0"/>
              <a:t>f</a:t>
            </a:r>
          </a:p>
          <a:p>
            <a:pPr eaLnBrk="1" hangingPunct="1">
              <a:lnSpc>
                <a:spcPct val="70000"/>
              </a:lnSpc>
              <a:buFontTx/>
              <a:buNone/>
              <a:defRPr/>
            </a:pPr>
            <a:r>
              <a:rPr lang="en-US" altLang="zh-CN" sz="2200" dirty="0" err="1"/>
              <a:t>b.f</a:t>
            </a:r>
            <a:r>
              <a:rPr lang="en-US" altLang="zh-CN" sz="2200" dirty="0"/>
              <a:t>(); //B</a:t>
            </a:r>
            <a:r>
              <a:rPr lang="zh-CN" altLang="en-US" sz="2200" dirty="0"/>
              <a:t>的</a:t>
            </a:r>
            <a:r>
              <a:rPr lang="en-US" altLang="zh-CN" sz="2200" dirty="0"/>
              <a:t>f</a:t>
            </a:r>
          </a:p>
          <a:p>
            <a:pPr eaLnBrk="1" hangingPunct="1">
              <a:lnSpc>
                <a:spcPct val="70000"/>
              </a:lnSpc>
              <a:buFontTx/>
              <a:buNone/>
              <a:defRPr/>
            </a:pPr>
            <a:r>
              <a:rPr lang="en-US" altLang="zh-CN" sz="2200" dirty="0" err="1"/>
              <a:t>b.A</a:t>
            </a:r>
            <a:r>
              <a:rPr lang="en-US" altLang="zh-CN" sz="2200" dirty="0"/>
              <a:t>::f(); //A</a:t>
            </a:r>
            <a:r>
              <a:rPr lang="zh-CN" altLang="en-US" sz="2200" dirty="0"/>
              <a:t>的</a:t>
            </a:r>
            <a:r>
              <a:rPr lang="en-US" altLang="zh-CN" sz="2200" dirty="0"/>
              <a:t>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6926AB-F5BD-07C2-1B9E-28E117753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消息的绑定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F88BBC5-55FE-9460-1D73-3C71F4683C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1252538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zh-CN" altLang="en-US" sz="2800" dirty="0"/>
              <a:t>基类的指针或引用可以指向或引用基类对象，也可以指向或引用派生类对象</a:t>
            </a:r>
            <a:endParaRPr lang="en-US" altLang="zh-CN" sz="2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C3343B-6549-0DA3-6393-F62DB1CFED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997200"/>
            <a:ext cx="4535487" cy="3744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kern="0" dirty="0"/>
              <a:t>void func1(</a:t>
            </a:r>
            <a:r>
              <a:rPr lang="en-GB" altLang="zh-CN" sz="2400" kern="0" dirty="0">
                <a:solidFill>
                  <a:schemeClr val="folHlink"/>
                </a:solidFill>
              </a:rPr>
              <a:t>A&amp;</a:t>
            </a:r>
            <a:r>
              <a:rPr lang="en-GB" altLang="zh-CN" sz="2400" kern="0" dirty="0"/>
              <a:t> x)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kern="0" dirty="0"/>
              <a:t>{	......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kern="0" dirty="0"/>
              <a:t>	</a:t>
            </a:r>
            <a:r>
              <a:rPr lang="en-GB" altLang="zh-CN" sz="2400" kern="0" dirty="0" err="1">
                <a:solidFill>
                  <a:srgbClr val="FFC000"/>
                </a:solidFill>
              </a:rPr>
              <a:t>x.f</a:t>
            </a:r>
            <a:r>
              <a:rPr lang="en-GB" altLang="zh-CN" sz="2400" kern="0" dirty="0">
                <a:solidFill>
                  <a:srgbClr val="FFC000"/>
                </a:solidFill>
              </a:rPr>
              <a:t>();</a:t>
            </a:r>
            <a:r>
              <a:rPr lang="en-GB" altLang="zh-CN" sz="2400" kern="0" dirty="0"/>
              <a:t> //</a:t>
            </a:r>
            <a:r>
              <a:rPr lang="zh-CN" altLang="en-GB" sz="2400" kern="0" dirty="0"/>
              <a:t>调用</a:t>
            </a:r>
            <a:r>
              <a:rPr lang="en-GB" altLang="zh-CN" sz="2400" kern="0" dirty="0"/>
              <a:t>A::f</a:t>
            </a:r>
            <a:r>
              <a:rPr lang="zh-CN" altLang="en-GB" sz="2400" kern="0" dirty="0"/>
              <a:t>还是</a:t>
            </a:r>
            <a:r>
              <a:rPr lang="en-GB" altLang="zh-CN" sz="2400" kern="0" dirty="0"/>
              <a:t>B::f </a:t>
            </a:r>
            <a:r>
              <a:rPr lang="zh-CN" altLang="en-GB" sz="2400" kern="0" dirty="0"/>
              <a:t>？</a:t>
            </a:r>
            <a:endParaRPr lang="en-GB" altLang="zh-CN" sz="2400" kern="0" dirty="0">
              <a:solidFill>
                <a:schemeClr val="folHlink"/>
              </a:solidFill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kern="0" dirty="0"/>
              <a:t>	......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kern="0" dirty="0"/>
              <a:t>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kern="0" dirty="0"/>
              <a:t>void func2(</a:t>
            </a:r>
            <a:r>
              <a:rPr lang="en-GB" altLang="zh-CN" sz="2400" kern="0" dirty="0">
                <a:solidFill>
                  <a:schemeClr val="folHlink"/>
                </a:solidFill>
              </a:rPr>
              <a:t>A *</a:t>
            </a:r>
            <a:r>
              <a:rPr lang="en-GB" altLang="zh-CN" sz="2400" kern="0" dirty="0"/>
              <a:t>p)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kern="0" dirty="0"/>
              <a:t>{	......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kern="0" dirty="0"/>
              <a:t>	</a:t>
            </a:r>
            <a:r>
              <a:rPr lang="en-GB" altLang="zh-CN" sz="2400" kern="0" dirty="0">
                <a:solidFill>
                  <a:srgbClr val="FFC000"/>
                </a:solidFill>
              </a:rPr>
              <a:t>p-&gt;f();</a:t>
            </a:r>
            <a:r>
              <a:rPr lang="en-GB" altLang="zh-CN" sz="2400" kern="0" dirty="0"/>
              <a:t> //</a:t>
            </a:r>
            <a:r>
              <a:rPr lang="zh-CN" altLang="en-GB" sz="2400" kern="0" dirty="0"/>
              <a:t>调用</a:t>
            </a:r>
            <a:r>
              <a:rPr lang="en-GB" altLang="zh-CN" sz="2400" kern="0" dirty="0"/>
              <a:t>A::f</a:t>
            </a:r>
            <a:r>
              <a:rPr lang="zh-CN" altLang="en-GB" sz="2400" kern="0" dirty="0"/>
              <a:t>还是</a:t>
            </a:r>
            <a:r>
              <a:rPr lang="en-GB" altLang="zh-CN" sz="2400" kern="0" dirty="0"/>
              <a:t>B::f </a:t>
            </a:r>
            <a:r>
              <a:rPr lang="zh-CN" altLang="en-GB" sz="2400" kern="0" dirty="0"/>
              <a:t>？</a:t>
            </a:r>
            <a:endParaRPr lang="zh-CN" altLang="en-GB" sz="2400" kern="0" dirty="0">
              <a:solidFill>
                <a:schemeClr val="folHlink"/>
              </a:solidFill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kern="0" dirty="0"/>
              <a:t>	......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kern="0" dirty="0"/>
              <a:t>}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644B7BF-3B1A-939D-30EC-EE291CE5B1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0425" y="3521075"/>
            <a:ext cx="3095625" cy="331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kern="0" dirty="0"/>
              <a:t>void</a:t>
            </a:r>
            <a:r>
              <a:rPr lang="en-GB" altLang="zh-CN" sz="2400" kern="0" dirty="0"/>
              <a:t> main()</a:t>
            </a:r>
            <a:r>
              <a:rPr lang="en-US" altLang="zh-CN" sz="2400" kern="0" dirty="0"/>
              <a:t>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kern="0" dirty="0"/>
              <a:t>	A a;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kern="0" dirty="0"/>
              <a:t>	func1(</a:t>
            </a:r>
            <a:r>
              <a:rPr lang="en-GB" altLang="zh-CN" sz="2400" kern="0" dirty="0">
                <a:solidFill>
                  <a:schemeClr val="folHlink"/>
                </a:solidFill>
              </a:rPr>
              <a:t>a</a:t>
            </a:r>
            <a:r>
              <a:rPr lang="en-GB" altLang="zh-CN" sz="2400" kern="0" dirty="0"/>
              <a:t>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kern="0" dirty="0"/>
              <a:t>	func2(</a:t>
            </a:r>
            <a:r>
              <a:rPr lang="en-GB" altLang="zh-CN" sz="2400" kern="0" dirty="0">
                <a:solidFill>
                  <a:schemeClr val="folHlink"/>
                </a:solidFill>
              </a:rPr>
              <a:t>&amp;a</a:t>
            </a:r>
            <a:r>
              <a:rPr lang="en-GB" altLang="zh-CN" sz="2400" kern="0" dirty="0"/>
              <a:t>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kern="0" dirty="0"/>
              <a:t>	B </a:t>
            </a:r>
            <a:r>
              <a:rPr lang="en-GB" altLang="zh-CN" sz="2400" kern="0" dirty="0" err="1"/>
              <a:t>b</a:t>
            </a:r>
            <a:r>
              <a:rPr lang="en-GB" altLang="zh-CN" sz="2400" kern="0" dirty="0"/>
              <a:t>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kern="0" dirty="0"/>
              <a:t>	func1(</a:t>
            </a:r>
            <a:r>
              <a:rPr lang="en-GB" altLang="zh-CN" sz="2400" kern="0" dirty="0">
                <a:solidFill>
                  <a:schemeClr val="folHlink"/>
                </a:solidFill>
              </a:rPr>
              <a:t>b</a:t>
            </a:r>
            <a:r>
              <a:rPr lang="en-GB" altLang="zh-CN" sz="2400" kern="0" dirty="0"/>
              <a:t>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kern="0" dirty="0"/>
              <a:t>	func2(</a:t>
            </a:r>
            <a:r>
              <a:rPr lang="en-GB" altLang="zh-CN" sz="2400" kern="0" dirty="0">
                <a:solidFill>
                  <a:schemeClr val="folHlink"/>
                </a:solidFill>
              </a:rPr>
              <a:t>&amp;b</a:t>
            </a:r>
            <a:r>
              <a:rPr lang="en-GB" altLang="zh-CN" sz="2400" kern="0" dirty="0"/>
              <a:t>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kern="0" dirty="0"/>
              <a:t>}</a:t>
            </a:r>
            <a:endParaRPr lang="en-GB" altLang="zh-CN" sz="2400" kern="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en-US" altLang="zh-CN" sz="2400" kern="0" dirty="0"/>
          </a:p>
        </p:txBody>
      </p:sp>
      <p:sp>
        <p:nvSpPr>
          <p:cNvPr id="6" name="Text Box 0">
            <a:extLst>
              <a:ext uri="{FF2B5EF4-FFF2-40B4-BE49-F238E27FC236}">
                <a16:creationId xmlns:a16="http://schemas.microsoft.com/office/drawing/2014/main" id="{6DAAC747-CC16-7D66-F4F7-3D844DFF4B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8388" y="4103688"/>
            <a:ext cx="2252662" cy="457200"/>
          </a:xfrm>
          <a:prstGeom prst="rect">
            <a:avLst/>
          </a:prstGeom>
          <a:solidFill>
            <a:schemeClr val="bg2">
              <a:lumMod val="5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eaLnBrk="1" hangingPunct="1">
              <a:defRPr/>
            </a:pPr>
            <a:r>
              <a:rPr lang="zh-CN" altLang="en-GB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答案是：</a:t>
            </a:r>
            <a:r>
              <a:rPr lang="en-GB" altLang="zh-CN" sz="2400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A::f</a:t>
            </a:r>
            <a:endParaRPr lang="en-US" altLang="zh-CN" sz="24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7" name="Text Box 1">
            <a:extLst>
              <a:ext uri="{FF2B5EF4-FFF2-40B4-BE49-F238E27FC236}">
                <a16:creationId xmlns:a16="http://schemas.microsoft.com/office/drawing/2014/main" id="{930AADEB-7813-598E-FE9C-0C2D906D5B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7313" y="5949950"/>
            <a:ext cx="1995487" cy="457200"/>
          </a:xfrm>
          <a:prstGeom prst="rect">
            <a:avLst/>
          </a:prstGeom>
          <a:solidFill>
            <a:schemeClr val="bg2">
              <a:lumMod val="5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1" hangingPunct="1">
              <a:defRPr/>
            </a:pPr>
            <a:r>
              <a:rPr lang="zh-CN" altLang="en-GB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答案是：</a:t>
            </a:r>
            <a:r>
              <a:rPr lang="en-GB" altLang="zh-CN" sz="2400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A::f</a:t>
            </a:r>
            <a:endParaRPr lang="en-US" altLang="zh-CN" sz="24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8" name="Text Box 1">
            <a:extLst>
              <a:ext uri="{FF2B5EF4-FFF2-40B4-BE49-F238E27FC236}">
                <a16:creationId xmlns:a16="http://schemas.microsoft.com/office/drawing/2014/main" id="{2BF4C13C-ED46-8BD7-F6A6-19C7650F10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6825" y="2565400"/>
            <a:ext cx="3673475" cy="461963"/>
          </a:xfrm>
          <a:prstGeom prst="rect">
            <a:avLst/>
          </a:prstGeom>
          <a:solidFill>
            <a:schemeClr val="bg2">
              <a:lumMod val="5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C++</a:t>
            </a: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默认的是静态绑定！</a:t>
            </a:r>
            <a:endParaRPr lang="en-US" altLang="zh-CN" sz="24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299" name="Rectangle 3">
            <a:extLst>
              <a:ext uri="{FF2B5EF4-FFF2-40B4-BE49-F238E27FC236}">
                <a16:creationId xmlns:a16="http://schemas.microsoft.com/office/drawing/2014/main" id="{A4EF2BCC-7D05-B1DA-6439-1FB9651FD3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0825" y="1341438"/>
            <a:ext cx="8686800" cy="5516562"/>
          </a:xfrm>
        </p:spPr>
        <p:txBody>
          <a:bodyPr>
            <a:normAutofit/>
          </a:bodyPr>
          <a:lstStyle/>
          <a:p>
            <a:pPr defTabSz="520700" eaLnBrk="1" hangingPunct="1">
              <a:defRPr/>
            </a:pPr>
            <a:r>
              <a:rPr lang="zh-CN" altLang="en-US" sz="2400" dirty="0"/>
              <a:t>实际需求：</a:t>
            </a:r>
            <a:r>
              <a:rPr lang="zh-CN" altLang="en-GB" sz="2400" dirty="0"/>
              <a:t>需要在</a:t>
            </a:r>
            <a:r>
              <a:rPr lang="en-GB" altLang="zh-CN" sz="2400" dirty="0"/>
              <a:t>func1</a:t>
            </a:r>
            <a:r>
              <a:rPr lang="zh-CN" altLang="en-GB" sz="2400" dirty="0"/>
              <a:t>（或</a:t>
            </a:r>
            <a:r>
              <a:rPr lang="en-GB" altLang="zh-CN" sz="2400" dirty="0"/>
              <a:t>func2</a:t>
            </a:r>
            <a:r>
              <a:rPr lang="zh-CN" altLang="en-GB" sz="2400" dirty="0"/>
              <a:t>）中根据</a:t>
            </a:r>
            <a:r>
              <a:rPr lang="en-GB" altLang="zh-CN" sz="2400" dirty="0"/>
              <a:t>x</a:t>
            </a:r>
            <a:r>
              <a:rPr lang="zh-CN" altLang="en-GB" sz="2400" dirty="0"/>
              <a:t>（或</a:t>
            </a:r>
            <a:r>
              <a:rPr lang="en-GB" altLang="zh-CN" sz="2400" dirty="0"/>
              <a:t>p</a:t>
            </a:r>
            <a:r>
              <a:rPr lang="zh-CN" altLang="en-GB" sz="2400" dirty="0"/>
              <a:t>）实际引用（或指向）的对象来决定是调用</a:t>
            </a:r>
            <a:r>
              <a:rPr lang="en-GB" altLang="zh-CN" sz="2400" dirty="0"/>
              <a:t>A::f</a:t>
            </a:r>
            <a:r>
              <a:rPr lang="zh-CN" altLang="en-GB" sz="2400" dirty="0"/>
              <a:t>还是</a:t>
            </a:r>
            <a:r>
              <a:rPr lang="en-GB" altLang="zh-CN" sz="2400" dirty="0"/>
              <a:t>B::f</a:t>
            </a:r>
            <a:r>
              <a:rPr lang="zh-CN" altLang="en-GB" sz="2400" dirty="0"/>
              <a:t>。</a:t>
            </a:r>
            <a:endParaRPr lang="en-US" altLang="zh-CN" sz="2400" dirty="0"/>
          </a:p>
          <a:p>
            <a:pPr defTabSz="520700" eaLnBrk="1" hangingPunct="1">
              <a:defRPr/>
            </a:pPr>
            <a:r>
              <a:rPr lang="zh-CN" altLang="en-GB" sz="2400" dirty="0"/>
              <a:t>在</a:t>
            </a:r>
            <a:r>
              <a:rPr lang="en-GB" altLang="zh-CN" sz="2400" dirty="0"/>
              <a:t>C++</a:t>
            </a:r>
            <a:r>
              <a:rPr lang="zh-CN" altLang="en-GB" sz="2400" dirty="0"/>
              <a:t>中</a:t>
            </a:r>
            <a:r>
              <a:rPr lang="zh-CN" altLang="en-US" sz="2400" dirty="0"/>
              <a:t>，在基类中</a:t>
            </a:r>
            <a:r>
              <a:rPr lang="zh-CN" altLang="en-GB" sz="2400" dirty="0"/>
              <a:t>用</a:t>
            </a:r>
            <a:r>
              <a:rPr lang="zh-CN" altLang="en-GB" sz="2400" dirty="0">
                <a:solidFill>
                  <a:srgbClr val="FFC000"/>
                </a:solidFill>
              </a:rPr>
              <a:t>虚函数</a:t>
            </a:r>
            <a:r>
              <a:rPr lang="zh-CN" altLang="en-GB" sz="2400" dirty="0"/>
              <a:t>来</a:t>
            </a:r>
            <a:r>
              <a:rPr lang="zh-CN" altLang="en-US" sz="2400" dirty="0"/>
              <a:t>实现</a:t>
            </a:r>
            <a:r>
              <a:rPr lang="zh-CN" altLang="en-GB" sz="2400" dirty="0">
                <a:solidFill>
                  <a:srgbClr val="FFC000"/>
                </a:solidFill>
              </a:rPr>
              <a:t>动态绑定</a:t>
            </a:r>
            <a:r>
              <a:rPr lang="zh-CN" altLang="en-GB" sz="2400" dirty="0"/>
              <a:t>。</a:t>
            </a:r>
          </a:p>
          <a:p>
            <a:pPr lvl="1" defTabSz="520700" eaLnBrk="1" hangingPunct="1">
              <a:lnSpc>
                <a:spcPct val="90000"/>
              </a:lnSpc>
              <a:buFontTx/>
              <a:buNone/>
              <a:defRPr/>
            </a:pPr>
            <a:r>
              <a:rPr lang="en-GB" altLang="zh-CN" sz="2000" dirty="0"/>
              <a:t>class A</a:t>
            </a:r>
          </a:p>
          <a:p>
            <a:pPr lvl="1" defTabSz="520700" eaLnBrk="1" hangingPunct="1">
              <a:lnSpc>
                <a:spcPct val="90000"/>
              </a:lnSpc>
              <a:buFontTx/>
              <a:buNone/>
              <a:defRPr/>
            </a:pPr>
            <a:r>
              <a:rPr lang="en-GB" altLang="zh-CN" sz="2000" dirty="0"/>
              <a:t>{		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</a:t>
            </a:r>
            <a:r>
              <a:rPr lang="en-US" altLang="zh-CN" sz="2000" dirty="0" err="1"/>
              <a:t>x,y</a:t>
            </a:r>
            <a:r>
              <a:rPr lang="en-US" altLang="zh-CN" sz="2000" dirty="0"/>
              <a:t>;</a:t>
            </a:r>
          </a:p>
          <a:p>
            <a:pPr lvl="1" defTabSz="520700" eaLnBrk="1" hangingPunct="1">
              <a:lnSpc>
                <a:spcPct val="90000"/>
              </a:lnSpc>
              <a:buFontTx/>
              <a:buNone/>
              <a:defRPr/>
            </a:pPr>
            <a:r>
              <a:rPr lang="en-GB" altLang="zh-CN" sz="2000" dirty="0"/>
              <a:t>	public:</a:t>
            </a:r>
          </a:p>
          <a:p>
            <a:pPr lvl="1" defTabSz="520700" eaLnBrk="1" hangingPunct="1">
              <a:lnSpc>
                <a:spcPct val="90000"/>
              </a:lnSpc>
              <a:buFontTx/>
              <a:buNone/>
              <a:defRPr/>
            </a:pPr>
            <a:r>
              <a:rPr lang="en-GB" altLang="zh-CN" sz="2000" dirty="0"/>
              <a:t>		</a:t>
            </a:r>
            <a:r>
              <a:rPr lang="en-US" altLang="zh-CN" sz="2000" dirty="0">
                <a:solidFill>
                  <a:schemeClr val="folHlink"/>
                </a:solidFill>
              </a:rPr>
              <a:t>virtual</a:t>
            </a:r>
            <a:r>
              <a:rPr lang="en-US" altLang="zh-CN" sz="2000" dirty="0"/>
              <a:t> void </a:t>
            </a:r>
            <a:r>
              <a:rPr lang="en-GB" altLang="zh-CN" sz="2000" dirty="0">
                <a:solidFill>
                  <a:srgbClr val="FFC000"/>
                </a:solidFill>
              </a:rPr>
              <a:t>f</a:t>
            </a:r>
            <a:r>
              <a:rPr lang="en-GB" altLang="zh-CN" sz="2000" dirty="0"/>
              <a:t>(); //</a:t>
            </a:r>
            <a:r>
              <a:rPr lang="zh-CN" altLang="en-GB" sz="2000" dirty="0">
                <a:solidFill>
                  <a:schemeClr val="folHlink"/>
                </a:solidFill>
              </a:rPr>
              <a:t>虚函数</a:t>
            </a:r>
          </a:p>
          <a:p>
            <a:pPr lvl="1" defTabSz="520700" eaLnBrk="1" hangingPunct="1">
              <a:lnSpc>
                <a:spcPct val="90000"/>
              </a:lnSpc>
              <a:buFontTx/>
              <a:buNone/>
              <a:defRPr/>
            </a:pPr>
            <a:r>
              <a:rPr lang="en-GB" altLang="zh-CN" sz="2000" dirty="0"/>
              <a:t>};</a:t>
            </a:r>
          </a:p>
          <a:p>
            <a:pPr lvl="1" defTabSz="520700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000" dirty="0"/>
              <a:t>class B: public A</a:t>
            </a:r>
          </a:p>
          <a:p>
            <a:pPr lvl="1" defTabSz="520700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000" dirty="0"/>
              <a:t>{		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z;</a:t>
            </a:r>
          </a:p>
          <a:p>
            <a:pPr lvl="1" defTabSz="520700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000" dirty="0"/>
              <a:t>	public:</a:t>
            </a:r>
          </a:p>
          <a:p>
            <a:pPr lvl="1" defTabSz="520700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000" dirty="0"/>
              <a:t>   		void </a:t>
            </a:r>
            <a:r>
              <a:rPr lang="en-US" altLang="zh-CN" sz="2000" dirty="0">
                <a:solidFill>
                  <a:srgbClr val="FFC000"/>
                </a:solidFill>
              </a:rPr>
              <a:t>f</a:t>
            </a:r>
            <a:r>
              <a:rPr lang="en-US" altLang="zh-CN" sz="2000" dirty="0"/>
              <a:t>(); </a:t>
            </a:r>
            <a:endParaRPr lang="en-US" altLang="zh-CN" sz="2000" dirty="0">
              <a:solidFill>
                <a:srgbClr val="FFC000"/>
              </a:solidFill>
            </a:endParaRPr>
          </a:p>
          <a:p>
            <a:pPr lvl="1" defTabSz="520700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000" dirty="0"/>
              <a:t>   		void g();</a:t>
            </a:r>
          </a:p>
          <a:p>
            <a:pPr lvl="1" defTabSz="520700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000" dirty="0"/>
              <a:t>};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1532A32-886E-5D5F-1498-F642B5AC5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450"/>
            <a:ext cx="8229600" cy="1139825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消息的动态绑定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323" name="Rectangle 3">
            <a:extLst>
              <a:ext uri="{FF2B5EF4-FFF2-40B4-BE49-F238E27FC236}">
                <a16:creationId xmlns:a16="http://schemas.microsoft.com/office/drawing/2014/main" id="{A0DBF19D-ECE9-C596-9E78-6258231772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44463"/>
            <a:ext cx="8229600" cy="6669087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/>
              <a:t>void func1(</a:t>
            </a:r>
            <a:r>
              <a:rPr lang="en-GB" altLang="zh-CN" sz="2400">
                <a:solidFill>
                  <a:schemeClr val="folHlink"/>
                </a:solidFill>
              </a:rPr>
              <a:t>A&amp;</a:t>
            </a:r>
            <a:r>
              <a:rPr lang="en-GB" altLang="zh-CN" sz="2400"/>
              <a:t> x)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/>
              <a:t>{	......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/>
              <a:t>	</a:t>
            </a:r>
            <a:r>
              <a:rPr lang="en-GB" altLang="zh-CN" sz="2400">
                <a:solidFill>
                  <a:srgbClr val="FFC000"/>
                </a:solidFill>
              </a:rPr>
              <a:t>x.f();</a:t>
            </a:r>
            <a:r>
              <a:rPr lang="en-GB" altLang="zh-CN" sz="2400"/>
              <a:t> //</a:t>
            </a:r>
            <a:r>
              <a:rPr lang="zh-CN" altLang="en-GB" sz="2400"/>
              <a:t>调用</a:t>
            </a:r>
            <a:r>
              <a:rPr lang="en-GB" altLang="zh-CN" sz="2400"/>
              <a:t>A::f</a:t>
            </a:r>
            <a:r>
              <a:rPr lang="zh-CN" altLang="en-GB" sz="2400"/>
              <a:t>或</a:t>
            </a:r>
            <a:r>
              <a:rPr lang="en-GB" altLang="zh-CN" sz="2400"/>
              <a:t>B::f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/>
              <a:t>	......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/>
              <a:t>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/>
              <a:t>void func2(</a:t>
            </a:r>
            <a:r>
              <a:rPr lang="en-GB" altLang="zh-CN" sz="2400">
                <a:solidFill>
                  <a:schemeClr val="folHlink"/>
                </a:solidFill>
              </a:rPr>
              <a:t>A *</a:t>
            </a:r>
            <a:r>
              <a:rPr lang="en-GB" altLang="zh-CN" sz="2400"/>
              <a:t>p)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/>
              <a:t>{	......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/>
              <a:t>	</a:t>
            </a:r>
            <a:r>
              <a:rPr lang="en-GB" altLang="zh-CN" sz="2400">
                <a:solidFill>
                  <a:srgbClr val="FFC000"/>
                </a:solidFill>
              </a:rPr>
              <a:t>p-&gt;f();</a:t>
            </a:r>
            <a:r>
              <a:rPr lang="en-GB" altLang="zh-CN" sz="2400"/>
              <a:t> //</a:t>
            </a:r>
            <a:r>
              <a:rPr lang="zh-CN" altLang="en-GB" sz="2400"/>
              <a:t>调用</a:t>
            </a:r>
            <a:r>
              <a:rPr lang="en-GB" altLang="zh-CN" sz="2400"/>
              <a:t>A::f</a:t>
            </a:r>
            <a:r>
              <a:rPr lang="zh-CN" altLang="en-GB" sz="2400"/>
              <a:t>或</a:t>
            </a:r>
            <a:r>
              <a:rPr lang="en-GB" altLang="zh-CN" sz="2400"/>
              <a:t>B::f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/>
              <a:t>	......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/>
              <a:t>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/>
              <a:t>......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/>
              <a:t>A a;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/>
              <a:t>func1(</a:t>
            </a:r>
            <a:r>
              <a:rPr lang="en-GB" altLang="zh-CN" sz="2400">
                <a:solidFill>
                  <a:srgbClr val="FFC000"/>
                </a:solidFill>
              </a:rPr>
              <a:t>a</a:t>
            </a:r>
            <a:r>
              <a:rPr lang="en-GB" altLang="zh-CN" sz="2400"/>
              <a:t>); //</a:t>
            </a:r>
            <a:r>
              <a:rPr lang="zh-CN" altLang="en-GB" sz="2400"/>
              <a:t>在</a:t>
            </a:r>
            <a:r>
              <a:rPr lang="en-GB" altLang="zh-CN" sz="2400"/>
              <a:t>func1</a:t>
            </a:r>
            <a:r>
              <a:rPr lang="zh-CN" altLang="en-GB" sz="2400"/>
              <a:t>中调用</a:t>
            </a:r>
            <a:r>
              <a:rPr lang="en-GB" altLang="zh-CN" sz="2400">
                <a:solidFill>
                  <a:schemeClr val="folHlink"/>
                </a:solidFill>
              </a:rPr>
              <a:t>A::f</a:t>
            </a:r>
            <a:endParaRPr lang="zh-CN" altLang="en-GB" sz="2400">
              <a:solidFill>
                <a:schemeClr val="folHlink"/>
              </a:solidFill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/>
              <a:t>func2(</a:t>
            </a:r>
            <a:r>
              <a:rPr lang="en-GB" altLang="zh-CN" sz="2400">
                <a:solidFill>
                  <a:srgbClr val="FFC000"/>
                </a:solidFill>
              </a:rPr>
              <a:t>&amp;a</a:t>
            </a:r>
            <a:r>
              <a:rPr lang="en-GB" altLang="zh-CN" sz="2400"/>
              <a:t>); //</a:t>
            </a:r>
            <a:r>
              <a:rPr lang="zh-CN" altLang="en-GB" sz="2400"/>
              <a:t>在</a:t>
            </a:r>
            <a:r>
              <a:rPr lang="en-GB" altLang="zh-CN" sz="2400"/>
              <a:t>func2</a:t>
            </a:r>
            <a:r>
              <a:rPr lang="zh-CN" altLang="en-GB" sz="2400"/>
              <a:t>中调用</a:t>
            </a:r>
            <a:r>
              <a:rPr lang="en-GB" altLang="zh-CN" sz="2400">
                <a:solidFill>
                  <a:schemeClr val="folHlink"/>
                </a:solidFill>
              </a:rPr>
              <a:t>A::f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/>
              <a:t>B b;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/>
              <a:t>func1(</a:t>
            </a:r>
            <a:r>
              <a:rPr lang="en-GB" altLang="zh-CN" sz="2400">
                <a:solidFill>
                  <a:srgbClr val="FFC000"/>
                </a:solidFill>
              </a:rPr>
              <a:t>b</a:t>
            </a:r>
            <a:r>
              <a:rPr lang="en-GB" altLang="zh-CN" sz="2400"/>
              <a:t>); //</a:t>
            </a:r>
            <a:r>
              <a:rPr lang="zh-CN" altLang="en-GB" sz="2400"/>
              <a:t>在</a:t>
            </a:r>
            <a:r>
              <a:rPr lang="en-GB" altLang="zh-CN" sz="2400"/>
              <a:t>func1</a:t>
            </a:r>
            <a:r>
              <a:rPr lang="zh-CN" altLang="en-GB" sz="2400"/>
              <a:t>中调用</a:t>
            </a:r>
            <a:r>
              <a:rPr lang="en-GB" altLang="zh-CN" sz="2400">
                <a:solidFill>
                  <a:schemeClr val="folHlink"/>
                </a:solidFill>
              </a:rPr>
              <a:t>B::f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/>
              <a:t>func2(</a:t>
            </a:r>
            <a:r>
              <a:rPr lang="en-GB" altLang="zh-CN" sz="2400">
                <a:solidFill>
                  <a:srgbClr val="FFC000"/>
                </a:solidFill>
              </a:rPr>
              <a:t>&amp;b</a:t>
            </a:r>
            <a:r>
              <a:rPr lang="en-GB" altLang="zh-CN" sz="2400"/>
              <a:t>); //</a:t>
            </a:r>
            <a:r>
              <a:rPr lang="zh-CN" altLang="en-GB" sz="2400"/>
              <a:t>在</a:t>
            </a:r>
            <a:r>
              <a:rPr lang="en-GB" altLang="zh-CN" sz="2400"/>
              <a:t>func2</a:t>
            </a:r>
            <a:r>
              <a:rPr lang="zh-CN" altLang="en-GB" sz="2400"/>
              <a:t>中调用</a:t>
            </a:r>
            <a:r>
              <a:rPr lang="en-GB" altLang="zh-CN" sz="2400">
                <a:solidFill>
                  <a:schemeClr val="folHlink"/>
                </a:solidFill>
              </a:rPr>
              <a:t>B::f</a:t>
            </a:r>
            <a:endParaRPr lang="en-US" altLang="zh-CN" sz="2400">
              <a:solidFill>
                <a:schemeClr val="folHlink"/>
              </a:solidFill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E8E44B34-4A9A-8798-53E0-EACB78D9A8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3088" y="260350"/>
            <a:ext cx="3455987" cy="3816350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kern="0" dirty="0"/>
              <a:t>class A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kern="0" dirty="0"/>
              <a:t>{	 </a:t>
            </a:r>
            <a:r>
              <a:rPr lang="en-US" altLang="zh-CN" sz="2200" kern="0" dirty="0" err="1"/>
              <a:t>int</a:t>
            </a:r>
            <a:r>
              <a:rPr lang="en-US" altLang="zh-CN" sz="2200" kern="0" dirty="0"/>
              <a:t> </a:t>
            </a:r>
            <a:r>
              <a:rPr lang="en-US" altLang="zh-CN" sz="2200" kern="0" dirty="0" err="1"/>
              <a:t>x,y</a:t>
            </a:r>
            <a:r>
              <a:rPr lang="en-US" altLang="zh-CN" sz="2200" kern="0" dirty="0"/>
              <a:t>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kern="0" dirty="0"/>
              <a:t>  public: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kern="0" dirty="0"/>
              <a:t>	 </a:t>
            </a:r>
            <a:r>
              <a:rPr lang="en-US" altLang="zh-CN" sz="2200" kern="0" dirty="0">
                <a:solidFill>
                  <a:srgbClr val="FFC000"/>
                </a:solidFill>
              </a:rPr>
              <a:t>virtual</a:t>
            </a:r>
            <a:r>
              <a:rPr lang="en-US" altLang="zh-CN" sz="2200" kern="0" dirty="0"/>
              <a:t> void </a:t>
            </a:r>
            <a:r>
              <a:rPr lang="en-US" altLang="zh-CN" sz="2200" kern="0" dirty="0">
                <a:solidFill>
                  <a:srgbClr val="FFC000"/>
                </a:solidFill>
              </a:rPr>
              <a:t>f</a:t>
            </a:r>
            <a:r>
              <a:rPr lang="en-US" altLang="zh-CN" sz="2200" kern="0" dirty="0"/>
              <a:t>();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kern="0" dirty="0"/>
              <a:t>};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kern="0" dirty="0"/>
              <a:t>class B: public A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kern="0" dirty="0"/>
              <a:t>{	 </a:t>
            </a:r>
            <a:r>
              <a:rPr lang="en-US" altLang="zh-CN" sz="2200" kern="0" dirty="0" err="1"/>
              <a:t>int</a:t>
            </a:r>
            <a:r>
              <a:rPr lang="en-US" altLang="zh-CN" sz="2200" kern="0" dirty="0"/>
              <a:t> z;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kern="0" dirty="0"/>
              <a:t>  public: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kern="0" dirty="0"/>
              <a:t>   	void </a:t>
            </a:r>
            <a:r>
              <a:rPr lang="en-US" altLang="zh-CN" sz="2200" kern="0" dirty="0">
                <a:solidFill>
                  <a:srgbClr val="FFC000"/>
                </a:solidFill>
              </a:rPr>
              <a:t>f</a:t>
            </a:r>
            <a:r>
              <a:rPr lang="en-US" altLang="zh-CN" sz="2200" kern="0" dirty="0"/>
              <a:t>(); </a:t>
            </a:r>
            <a:endParaRPr lang="zh-CN" altLang="en-US" sz="2200" kern="0" dirty="0">
              <a:solidFill>
                <a:schemeClr val="folHlink"/>
              </a:solidFill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zh-CN" altLang="en-US" sz="2200" kern="0" dirty="0"/>
              <a:t>   	</a:t>
            </a:r>
            <a:r>
              <a:rPr lang="en-US" altLang="zh-CN" sz="2200" kern="0" dirty="0"/>
              <a:t>void g();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kern="0" dirty="0"/>
              <a:t>};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814EAF-2663-4824-A25B-27F2AC787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虚函数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116AB7-0AFD-BFF4-37B2-95E1C2D2B0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>
                <a:solidFill>
                  <a:srgbClr val="FFC000"/>
                </a:solidFill>
              </a:rPr>
              <a:t>虚函数</a:t>
            </a:r>
            <a:r>
              <a:rPr lang="zh-CN" altLang="en-US"/>
              <a:t>是指加了关键词</a:t>
            </a:r>
            <a:r>
              <a:rPr lang="en-US" altLang="zh-CN"/>
              <a:t>virtual</a:t>
            </a:r>
            <a:r>
              <a:rPr lang="zh-CN" altLang="en-US"/>
              <a:t>的成员函数。其格式为：</a:t>
            </a:r>
            <a:endParaRPr lang="en-US" altLang="zh-CN"/>
          </a:p>
          <a:p>
            <a:pPr marL="457200" lvl="1" indent="0" eaLnBrk="1" hangingPunct="1">
              <a:buFontTx/>
              <a:buNone/>
              <a:defRPr/>
            </a:pPr>
            <a:r>
              <a:rPr lang="en-US" altLang="zh-CN">
                <a:solidFill>
                  <a:srgbClr val="FFC000"/>
                </a:solidFill>
              </a:rPr>
              <a:t>virtual</a:t>
            </a:r>
            <a:r>
              <a:rPr lang="en-US" altLang="zh-CN"/>
              <a:t> &lt;</a:t>
            </a:r>
            <a:r>
              <a:rPr lang="zh-CN" altLang="en-US"/>
              <a:t>成员函数声明</a:t>
            </a:r>
            <a:r>
              <a:rPr lang="en-US" altLang="zh-CN"/>
              <a:t>&gt;</a:t>
            </a:r>
            <a:r>
              <a:rPr lang="en-US" altLang="zh-CN">
                <a:solidFill>
                  <a:srgbClr val="FFC000"/>
                </a:solidFill>
              </a:rPr>
              <a:t>;</a:t>
            </a:r>
          </a:p>
          <a:p>
            <a:pPr>
              <a:defRPr/>
            </a:pPr>
            <a:r>
              <a:rPr lang="zh-CN" altLang="en-US"/>
              <a:t>虚函数有两个作用：</a:t>
            </a:r>
            <a:endParaRPr lang="en-US" altLang="zh-CN"/>
          </a:p>
          <a:p>
            <a:pPr marL="457200" lvl="1" indent="0">
              <a:defRPr/>
            </a:pPr>
            <a:r>
              <a:rPr lang="zh-CN" altLang="en-US"/>
              <a:t>指定消息采用动态绑定。</a:t>
            </a:r>
            <a:endParaRPr lang="en-US" altLang="zh-CN"/>
          </a:p>
          <a:p>
            <a:pPr marL="457200" lvl="1" indent="0">
              <a:defRPr/>
            </a:pPr>
            <a:r>
              <a:rPr lang="zh-CN" altLang="en-US"/>
              <a:t>指出基类中可以被派生类重定义的成员函数。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347" name="Rectangle 3">
            <a:extLst>
              <a:ext uri="{FF2B5EF4-FFF2-40B4-BE49-F238E27FC236}">
                <a16:creationId xmlns:a16="http://schemas.microsoft.com/office/drawing/2014/main" id="{7E867A02-2AA5-ABF9-BD85-EB7687E888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1339850"/>
            <a:ext cx="8435975" cy="5184775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zh-CN" altLang="en-US" sz="3000"/>
              <a:t>对于基类中的一个</a:t>
            </a:r>
            <a:r>
              <a:rPr lang="zh-CN" altLang="en-US" sz="3000">
                <a:solidFill>
                  <a:srgbClr val="FFC000"/>
                </a:solidFill>
              </a:rPr>
              <a:t>虚函数</a:t>
            </a:r>
            <a:r>
              <a:rPr lang="zh-CN" altLang="en-US" sz="3000"/>
              <a:t>，在派生类中定义的、与之具有</a:t>
            </a:r>
            <a:r>
              <a:rPr lang="zh-CN" altLang="en-US" sz="3000">
                <a:solidFill>
                  <a:srgbClr val="FFC000"/>
                </a:solidFill>
              </a:rPr>
              <a:t>相同型构</a:t>
            </a:r>
            <a:r>
              <a:rPr lang="zh-CN" altLang="en-US" sz="3000"/>
              <a:t>的成员函数是对基类该成员函数的</a:t>
            </a:r>
            <a:r>
              <a:rPr lang="zh-CN" altLang="en-US" sz="3000">
                <a:solidFill>
                  <a:srgbClr val="FFC000"/>
                </a:solidFill>
              </a:rPr>
              <a:t>重定义</a:t>
            </a:r>
            <a:r>
              <a:rPr lang="zh-CN" altLang="en-US" sz="3000"/>
              <a:t>（或称</a:t>
            </a:r>
            <a:r>
              <a:rPr lang="zh-CN" altLang="en-US" sz="3000">
                <a:solidFill>
                  <a:srgbClr val="FFC000"/>
                </a:solidFill>
              </a:rPr>
              <a:t>覆盖</a:t>
            </a:r>
            <a:r>
              <a:rPr lang="zh-CN" altLang="en-US" sz="3000"/>
              <a:t>，</a:t>
            </a:r>
            <a:r>
              <a:rPr lang="en-US" altLang="zh-CN" sz="3000">
                <a:solidFill>
                  <a:srgbClr val="FFC000"/>
                </a:solidFill>
              </a:rPr>
              <a:t>override</a:t>
            </a:r>
            <a:r>
              <a:rPr lang="zh-CN" altLang="en-US" sz="3000"/>
              <a:t>）。</a:t>
            </a:r>
          </a:p>
          <a:p>
            <a:pPr eaLnBrk="1" hangingPunct="1">
              <a:defRPr/>
            </a:pPr>
            <a:r>
              <a:rPr lang="zh-CN" altLang="en-US" sz="3000">
                <a:solidFill>
                  <a:srgbClr val="FFC000"/>
                </a:solidFill>
              </a:rPr>
              <a:t>相同的型构</a:t>
            </a:r>
            <a:r>
              <a:rPr lang="zh-CN" altLang="en-US" sz="3000"/>
              <a:t>是指：</a:t>
            </a:r>
            <a:endParaRPr lang="en-US" altLang="zh-CN" sz="3000"/>
          </a:p>
          <a:p>
            <a:pPr lvl="1" eaLnBrk="1" hangingPunct="1">
              <a:defRPr/>
            </a:pPr>
            <a:r>
              <a:rPr lang="zh-CN" altLang="en-US" sz="2600"/>
              <a:t>派生类中定义的成员函数的</a:t>
            </a:r>
            <a:r>
              <a:rPr lang="zh-CN" altLang="en-US" sz="2600">
                <a:solidFill>
                  <a:schemeClr val="folHlink"/>
                </a:solidFill>
              </a:rPr>
              <a:t>名字、</a:t>
            </a:r>
            <a:r>
              <a:rPr lang="zh-CN" altLang="en-US" sz="2600"/>
              <a:t>参数</a:t>
            </a:r>
            <a:r>
              <a:rPr lang="zh-CN" altLang="en-US" sz="2600">
                <a:solidFill>
                  <a:schemeClr val="folHlink"/>
                </a:solidFill>
              </a:rPr>
              <a:t>个数</a:t>
            </a:r>
            <a:r>
              <a:rPr lang="zh-CN" altLang="en-US" sz="2600"/>
              <a:t>和</a:t>
            </a:r>
            <a:r>
              <a:rPr lang="zh-CN" altLang="en-US" sz="2600">
                <a:solidFill>
                  <a:schemeClr val="folHlink"/>
                </a:solidFill>
              </a:rPr>
              <a:t>类型</a:t>
            </a:r>
            <a:r>
              <a:rPr lang="zh-CN" altLang="en-US" sz="2600"/>
              <a:t>与基类相应成员函数</a:t>
            </a:r>
            <a:r>
              <a:rPr lang="zh-CN" altLang="en-US" sz="2600">
                <a:solidFill>
                  <a:schemeClr val="folHlink"/>
                </a:solidFill>
              </a:rPr>
              <a:t>相同</a:t>
            </a:r>
            <a:r>
              <a:rPr lang="zh-CN" altLang="en-US" sz="2600"/>
              <a:t>；</a:t>
            </a:r>
            <a:endParaRPr lang="en-US" altLang="zh-CN" sz="2600"/>
          </a:p>
          <a:p>
            <a:pPr lvl="1" eaLnBrk="1" hangingPunct="1">
              <a:defRPr/>
            </a:pPr>
            <a:r>
              <a:rPr lang="zh-CN" altLang="en-US" sz="2600"/>
              <a:t>其</a:t>
            </a:r>
            <a:r>
              <a:rPr lang="zh-CN" altLang="en-US" sz="2600">
                <a:solidFill>
                  <a:schemeClr val="folHlink"/>
                </a:solidFill>
              </a:rPr>
              <a:t>返回值类型</a:t>
            </a:r>
            <a:r>
              <a:rPr lang="zh-CN" altLang="en-US" sz="2600"/>
              <a:t>与基类成员函数返回值类型或者</a:t>
            </a:r>
            <a:r>
              <a:rPr lang="zh-CN" altLang="en-US" sz="2600">
                <a:solidFill>
                  <a:schemeClr val="folHlink"/>
                </a:solidFill>
              </a:rPr>
              <a:t>相同</a:t>
            </a:r>
            <a:r>
              <a:rPr lang="zh-CN" altLang="en-US" sz="2600"/>
              <a:t>，或者是基类成员函数返回值类型的</a:t>
            </a:r>
            <a:r>
              <a:rPr lang="en-US" altLang="zh-CN" sz="2600"/>
              <a:t>public</a:t>
            </a:r>
            <a:r>
              <a:rPr lang="zh-CN" altLang="en-US" sz="2600">
                <a:solidFill>
                  <a:schemeClr val="folHlink"/>
                </a:solidFill>
              </a:rPr>
              <a:t>派生类</a:t>
            </a:r>
            <a:r>
              <a:rPr lang="zh-CN" altLang="en-US" sz="2600"/>
              <a:t>。</a:t>
            </a:r>
            <a:endParaRPr lang="en-US" altLang="zh-CN" sz="2600"/>
          </a:p>
          <a:p>
            <a:pPr eaLnBrk="1" hangingPunct="1">
              <a:defRPr/>
            </a:pPr>
            <a:r>
              <a:rPr lang="zh-CN" altLang="en-US" sz="3000"/>
              <a:t>消息的动态绑定将绑定到派生类中与基类同型构的成员函数！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262392A-E7BE-9FB1-0706-442AACC15C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/>
              <a:t>在派生类中重定义基类的成员函数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14673F-4B47-9EA8-F3DF-B6E82BC7A4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65175"/>
            <a:ext cx="8229600" cy="5365750"/>
          </a:xfrm>
        </p:spPr>
        <p:txBody>
          <a:bodyPr>
            <a:normAutofit/>
          </a:bodyPr>
          <a:lstStyle/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700"/>
              <a:t>class A</a:t>
            </a:r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700"/>
              <a:t>{	 int x,y;</a:t>
            </a:r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700"/>
              <a:t>  public:</a:t>
            </a:r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700"/>
              <a:t>	 </a:t>
            </a:r>
            <a:r>
              <a:rPr lang="en-US" altLang="zh-CN" sz="2700">
                <a:solidFill>
                  <a:srgbClr val="FFC000"/>
                </a:solidFill>
              </a:rPr>
              <a:t>virtual</a:t>
            </a:r>
            <a:r>
              <a:rPr lang="en-US" altLang="zh-CN" sz="2700"/>
              <a:t> void </a:t>
            </a:r>
            <a:r>
              <a:rPr lang="en-US" altLang="zh-CN" sz="2700">
                <a:solidFill>
                  <a:srgbClr val="FFC000"/>
                </a:solidFill>
              </a:rPr>
              <a:t>f</a:t>
            </a:r>
            <a:r>
              <a:rPr lang="en-US" altLang="zh-CN" sz="2700"/>
              <a:t>();</a:t>
            </a:r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700"/>
              <a:t>};</a:t>
            </a:r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700"/>
              <a:t>class B: public A</a:t>
            </a:r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700"/>
              <a:t>{	 int z;</a:t>
            </a:r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700"/>
              <a:t>  public:</a:t>
            </a:r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700"/>
              <a:t>   	void </a:t>
            </a:r>
            <a:r>
              <a:rPr lang="en-US" altLang="zh-CN" sz="2700">
                <a:solidFill>
                  <a:srgbClr val="FFC000"/>
                </a:solidFill>
              </a:rPr>
              <a:t>f</a:t>
            </a:r>
            <a:r>
              <a:rPr lang="en-US" altLang="zh-CN" sz="2700"/>
              <a:t>();  //</a:t>
            </a:r>
            <a:r>
              <a:rPr lang="zh-CN" altLang="en-US" sz="2700"/>
              <a:t>对</a:t>
            </a:r>
            <a:r>
              <a:rPr lang="en-US" altLang="zh-CN" sz="2700"/>
              <a:t>A</a:t>
            </a:r>
            <a:r>
              <a:rPr lang="zh-CN" altLang="en-US" sz="2700"/>
              <a:t>中</a:t>
            </a:r>
            <a:r>
              <a:rPr lang="en-US" altLang="zh-CN" sz="2700"/>
              <a:t>f</a:t>
            </a:r>
            <a:r>
              <a:rPr lang="zh-CN" altLang="en-US" sz="2700"/>
              <a:t>的重定义</a:t>
            </a:r>
            <a:endParaRPr lang="en-US" altLang="zh-CN" sz="2700"/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700"/>
              <a:t> 	void f(int); //</a:t>
            </a:r>
            <a:r>
              <a:rPr lang="zh-CN" altLang="en-US" sz="2700"/>
              <a:t>新定义的成员函数</a:t>
            </a:r>
            <a:endParaRPr lang="en-US" altLang="zh-CN" sz="2700"/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700"/>
              <a:t>   	void g();</a:t>
            </a:r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700"/>
              <a:t>};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22" name="Rectangle 2">
            <a:extLst>
              <a:ext uri="{FF2B5EF4-FFF2-40B4-BE49-F238E27FC236}">
                <a16:creationId xmlns:a16="http://schemas.microsoft.com/office/drawing/2014/main" id="{A62DB767-2966-ED80-3D1D-7F5109031A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对虚函数几点说明</a:t>
            </a:r>
            <a:endParaRPr lang="zh-CN" altLang="zh-CN"/>
          </a:p>
        </p:txBody>
      </p:sp>
      <p:sp>
        <p:nvSpPr>
          <p:cNvPr id="593923" name="Rectangle 3">
            <a:extLst>
              <a:ext uri="{FF2B5EF4-FFF2-40B4-BE49-F238E27FC236}">
                <a16:creationId xmlns:a16="http://schemas.microsoft.com/office/drawing/2014/main" id="{300E4D70-AB0B-79BF-0F08-0A32AAACD6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5068888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zh-CN" altLang="en-US" sz="2700" dirty="0"/>
              <a:t>只有类的成员函数才可以是虚函数，但静态成员函数不能是虚函数。</a:t>
            </a:r>
          </a:p>
          <a:p>
            <a:pPr eaLnBrk="1" hangingPunct="1">
              <a:defRPr/>
            </a:pPr>
            <a:r>
              <a:rPr lang="zh-CN" altLang="en-US" sz="2700" dirty="0"/>
              <a:t>构造函数不能是虚函数，析构函数可以（往往）是虚函数。</a:t>
            </a:r>
            <a:endParaRPr lang="en-US" altLang="zh-CN" sz="2700" dirty="0"/>
          </a:p>
          <a:p>
            <a:pPr eaLnBrk="1" hangingPunct="1">
              <a:defRPr/>
            </a:pPr>
            <a:r>
              <a:rPr lang="zh-CN" altLang="en-US" sz="2700" dirty="0"/>
              <a:t>只要在基类中说明了虚函数，在派生类、派生类的派生类、</a:t>
            </a:r>
            <a:r>
              <a:rPr lang="en-US" altLang="zh-CN" sz="2700" dirty="0"/>
              <a:t>...</a:t>
            </a:r>
            <a:r>
              <a:rPr lang="zh-CN" altLang="en-US" sz="2700" dirty="0"/>
              <a:t>中，同型构的成员函数都是虚函数（</a:t>
            </a:r>
            <a:r>
              <a:rPr lang="en-US" altLang="zh-CN" sz="2700" dirty="0"/>
              <a:t>virtual</a:t>
            </a:r>
            <a:r>
              <a:rPr lang="zh-CN" altLang="en-US" sz="2700" dirty="0"/>
              <a:t>可以不写）。</a:t>
            </a:r>
            <a:endParaRPr lang="en-US" altLang="zh-CN" sz="2700" dirty="0"/>
          </a:p>
          <a:p>
            <a:pPr eaLnBrk="1" hangingPunct="1">
              <a:defRPr/>
            </a:pPr>
            <a:r>
              <a:rPr lang="zh-CN" altLang="en-US" sz="2700" dirty="0"/>
              <a:t>只有通过</a:t>
            </a:r>
            <a:r>
              <a:rPr lang="zh-CN" altLang="en-US" sz="2700" dirty="0">
                <a:solidFill>
                  <a:srgbClr val="FFC000"/>
                </a:solidFill>
              </a:rPr>
              <a:t>指针或引用</a:t>
            </a:r>
            <a:r>
              <a:rPr lang="zh-CN" altLang="en-US" sz="2700" dirty="0"/>
              <a:t>访问</a:t>
            </a:r>
            <a:r>
              <a:rPr lang="zh-CN" altLang="en-US" sz="2700" dirty="0">
                <a:solidFill>
                  <a:srgbClr val="FFC000"/>
                </a:solidFill>
              </a:rPr>
              <a:t>对象类的虚函数</a:t>
            </a:r>
            <a:r>
              <a:rPr lang="zh-CN" altLang="en-US" sz="2700" dirty="0"/>
              <a:t>时才进行动态绑定。</a:t>
            </a:r>
          </a:p>
          <a:p>
            <a:pPr eaLnBrk="1" hangingPunct="1">
              <a:defRPr/>
            </a:pPr>
            <a:r>
              <a:rPr lang="zh-CN" altLang="en-US" sz="2700" dirty="0"/>
              <a:t>基类的构造函数和析构函数中对虚函数的调用不进行动态绑定。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371" name="Rectangle 3">
            <a:extLst>
              <a:ext uri="{FF2B5EF4-FFF2-40B4-BE49-F238E27FC236}">
                <a16:creationId xmlns:a16="http://schemas.microsoft.com/office/drawing/2014/main" id="{4DD212CE-D330-4F87-E5B1-66E583A703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6838" y="1268413"/>
            <a:ext cx="3611562" cy="5256212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class A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{  ......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  public: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A() { </a:t>
            </a:r>
            <a:r>
              <a:rPr lang="en-US" altLang="zh-CN" sz="2400" dirty="0">
                <a:solidFill>
                  <a:srgbClr val="FFC000"/>
                </a:solidFill>
              </a:rPr>
              <a:t>f</a:t>
            </a:r>
            <a:r>
              <a:rPr lang="en-US" altLang="zh-CN" sz="2400" dirty="0"/>
              <a:t>(); 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~A() { </a:t>
            </a:r>
            <a:r>
              <a:rPr lang="en-US" altLang="zh-CN" sz="2400" dirty="0">
                <a:solidFill>
                  <a:srgbClr val="FFC000"/>
                </a:solidFill>
              </a:rPr>
              <a:t>f</a:t>
            </a:r>
            <a:r>
              <a:rPr lang="en-US" altLang="zh-CN" sz="2400" dirty="0"/>
              <a:t>(); 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</a:t>
            </a:r>
            <a:r>
              <a:rPr lang="en-US" altLang="zh-CN" sz="2400" dirty="0">
                <a:solidFill>
                  <a:schemeClr val="folHlink"/>
                </a:solidFill>
              </a:rPr>
              <a:t>virtual</a:t>
            </a:r>
            <a:r>
              <a:rPr lang="en-US" altLang="zh-CN" sz="2400" dirty="0"/>
              <a:t> void </a:t>
            </a:r>
            <a:r>
              <a:rPr lang="en-US" altLang="zh-CN" sz="2400" dirty="0">
                <a:solidFill>
                  <a:srgbClr val="FFC000"/>
                </a:solidFill>
              </a:rPr>
              <a:t>f</a:t>
            </a:r>
            <a:r>
              <a:rPr lang="en-US" altLang="zh-CN" sz="2400" dirty="0"/>
              <a:t>();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void g();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void h() { </a:t>
            </a:r>
            <a:r>
              <a:rPr lang="en-US" altLang="zh-CN" sz="2400" dirty="0">
                <a:solidFill>
                  <a:srgbClr val="FFC000"/>
                </a:solidFill>
              </a:rPr>
              <a:t>f</a:t>
            </a:r>
            <a:r>
              <a:rPr lang="en-US" altLang="zh-CN" sz="2400" dirty="0"/>
              <a:t>(); g(); 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};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class B: public A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{  .......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 public: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   B() { ...... 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~B();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void </a:t>
            </a:r>
            <a:r>
              <a:rPr lang="en-US" altLang="zh-CN" sz="2400" dirty="0">
                <a:solidFill>
                  <a:srgbClr val="FFC000"/>
                </a:solidFill>
              </a:rPr>
              <a:t>f</a:t>
            </a:r>
            <a:r>
              <a:rPr lang="en-US" altLang="zh-CN" sz="2400" dirty="0"/>
              <a:t>();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void g();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};</a:t>
            </a:r>
          </a:p>
        </p:txBody>
      </p:sp>
      <p:sp>
        <p:nvSpPr>
          <p:cNvPr id="594944" name="Rectangle 0">
            <a:extLst>
              <a:ext uri="{FF2B5EF4-FFF2-40B4-BE49-F238E27FC236}">
                <a16:creationId xmlns:a16="http://schemas.microsoft.com/office/drawing/2014/main" id="{76DC5D06-4652-4B00-7E15-948FFF7370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1125"/>
            <a:ext cx="8229600" cy="941388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/>
              <a:t>消息动态绑定的各种情况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FD0F22B-1DF3-4FDD-BA21-97B7929AB5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6963" y="1196975"/>
            <a:ext cx="5410200" cy="5400675"/>
          </a:xfrm>
          <a:prstGeom prst="rect">
            <a:avLst/>
          </a:prstGeom>
          <a:solidFill>
            <a:schemeClr val="bg2">
              <a:lumMod val="7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>
            <a:norm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......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A </a:t>
            </a:r>
            <a:r>
              <a:rPr lang="en-US" altLang="zh-CN" sz="2400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a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;  //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调用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A::A()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和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A::f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a.f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();  //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调用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A::f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a.g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();  //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调用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A::g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a.h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();  //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调用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A::h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、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A::f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和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A::g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//a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消亡时会调用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A::~A()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和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A::f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en-US" altLang="zh-CN" sz="24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B </a:t>
            </a:r>
            <a:r>
              <a:rPr lang="en-US" altLang="zh-CN" sz="2400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b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;  //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调用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B::B()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、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A::A()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和</a:t>
            </a:r>
            <a:r>
              <a:rPr lang="en-US" altLang="zh-CN" sz="2400" u="sng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A::f</a:t>
            </a:r>
            <a:endParaRPr lang="en-US" altLang="zh-CN" sz="2400" dirty="0"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b.f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();  //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调用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B::f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b.g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();  //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调用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B::g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b.h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();  //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调用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A::h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、</a:t>
            </a:r>
            <a:r>
              <a:rPr lang="en-US" altLang="zh-CN" sz="240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B::f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和</a:t>
            </a:r>
            <a:r>
              <a:rPr lang="en-US" altLang="zh-CN" sz="240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A::g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//b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消亡时会调用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B::~B()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、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A::~A()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和</a:t>
            </a:r>
            <a:r>
              <a:rPr lang="en-US" altLang="zh-CN" sz="2400" u="sng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A::f</a:t>
            </a:r>
            <a:endParaRPr lang="en-US" altLang="zh-CN" sz="24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en-US" altLang="zh-CN" sz="24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371" name="Rectangle 3">
            <a:extLst>
              <a:ext uri="{FF2B5EF4-FFF2-40B4-BE49-F238E27FC236}">
                <a16:creationId xmlns:a16="http://schemas.microsoft.com/office/drawing/2014/main" id="{CD265DD8-8C80-62E8-D86C-5B390D8FFB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6838" y="1268413"/>
            <a:ext cx="3611562" cy="5256212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class A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{  ......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  public: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A() {</a:t>
            </a:r>
            <a:r>
              <a:rPr lang="en-US" altLang="zh-CN" sz="2400" dirty="0">
                <a:solidFill>
                  <a:srgbClr val="FFC000"/>
                </a:solidFill>
              </a:rPr>
              <a:t> f</a:t>
            </a:r>
            <a:r>
              <a:rPr lang="en-US" altLang="zh-CN" sz="2400" dirty="0"/>
              <a:t>(); 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~A() { </a:t>
            </a:r>
            <a:r>
              <a:rPr lang="en-US" altLang="zh-CN" sz="2400" dirty="0">
                <a:solidFill>
                  <a:srgbClr val="FFC000"/>
                </a:solidFill>
              </a:rPr>
              <a:t>f</a:t>
            </a:r>
            <a:r>
              <a:rPr lang="en-US" altLang="zh-CN" sz="2400" dirty="0"/>
              <a:t>(); 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</a:t>
            </a:r>
            <a:r>
              <a:rPr lang="en-US" altLang="zh-CN" sz="2400" dirty="0">
                <a:solidFill>
                  <a:schemeClr val="folHlink"/>
                </a:solidFill>
              </a:rPr>
              <a:t>virtual</a:t>
            </a:r>
            <a:r>
              <a:rPr lang="en-US" altLang="zh-CN" sz="2400" dirty="0"/>
              <a:t> void </a:t>
            </a:r>
            <a:r>
              <a:rPr lang="en-US" altLang="zh-CN" sz="2400" dirty="0">
                <a:solidFill>
                  <a:srgbClr val="FFC000"/>
                </a:solidFill>
              </a:rPr>
              <a:t>f</a:t>
            </a:r>
            <a:r>
              <a:rPr lang="en-US" altLang="zh-CN" sz="2400" dirty="0"/>
              <a:t>();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void g();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void h() { </a:t>
            </a:r>
            <a:r>
              <a:rPr lang="en-US" altLang="zh-CN" sz="2400" dirty="0">
                <a:solidFill>
                  <a:srgbClr val="FFC000"/>
                </a:solidFill>
              </a:rPr>
              <a:t>f</a:t>
            </a:r>
            <a:r>
              <a:rPr lang="en-US" altLang="zh-CN" sz="2400" dirty="0"/>
              <a:t>(); g(); 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};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class B: public A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{  .......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 public: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   B() { ...... 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~B();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void </a:t>
            </a:r>
            <a:r>
              <a:rPr lang="en-US" altLang="zh-CN" sz="2400" dirty="0">
                <a:solidFill>
                  <a:srgbClr val="FFC000"/>
                </a:solidFill>
              </a:rPr>
              <a:t>f</a:t>
            </a:r>
            <a:r>
              <a:rPr lang="en-US" altLang="zh-CN" sz="2400" dirty="0"/>
              <a:t>();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void g();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};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FB0CBC1-BF8E-90DF-E59B-6B68C00445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00" y="188913"/>
            <a:ext cx="5651500" cy="6553200"/>
          </a:xfrm>
          <a:prstGeom prst="rect">
            <a:avLst/>
          </a:prstGeom>
          <a:solidFill>
            <a:schemeClr val="bg2">
              <a:lumMod val="7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>
            <a:norm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 *</a:t>
            </a: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p</a:t>
            </a:r>
            <a:r>
              <a:rPr lang="en-US" altLang="zh-CN" sz="200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  </a:t>
            </a: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//p</a:t>
            </a:r>
            <a:r>
              <a:rPr lang="zh-CN" altLang="en-US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是</a:t>
            </a: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A</a:t>
            </a:r>
            <a:r>
              <a:rPr lang="zh-CN" altLang="en-US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类（</a:t>
            </a:r>
            <a:r>
              <a:rPr lang="zh-CN" altLang="en-US" sz="200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基类</a:t>
            </a:r>
            <a:r>
              <a:rPr lang="zh-CN" altLang="en-US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）指针</a:t>
            </a:r>
            <a:endParaRPr lang="en-US" altLang="zh-CN" sz="20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p =</a:t>
            </a:r>
            <a:r>
              <a:rPr lang="en-US" altLang="zh-CN" sz="200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&amp;a; </a:t>
            </a: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//p</a:t>
            </a:r>
            <a:r>
              <a:rPr lang="zh-CN" altLang="en-US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指向</a:t>
            </a:r>
            <a:r>
              <a:rPr lang="en-US" altLang="zh-CN" sz="200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</a:t>
            </a:r>
            <a:r>
              <a:rPr lang="zh-CN" altLang="en-US" sz="200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类</a:t>
            </a:r>
            <a:r>
              <a:rPr lang="zh-CN" altLang="en-US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对象</a:t>
            </a:r>
            <a:endParaRPr lang="en-US" altLang="zh-CN" sz="20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p-&gt;f();  //</a:t>
            </a:r>
            <a:r>
              <a:rPr lang="zh-CN" altLang="en-US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调用</a:t>
            </a: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A::f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p-&gt;g();  //</a:t>
            </a:r>
            <a:r>
              <a:rPr lang="zh-CN" altLang="en-US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调用</a:t>
            </a: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A::g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p-&gt;h();  //</a:t>
            </a:r>
            <a:r>
              <a:rPr lang="zh-CN" altLang="en-US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调用</a:t>
            </a: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A::h, A::f</a:t>
            </a:r>
            <a:r>
              <a:rPr lang="zh-CN" altLang="en-US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和</a:t>
            </a: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A::g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p =</a:t>
            </a:r>
            <a:r>
              <a:rPr lang="en-US" altLang="zh-CN" sz="200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&amp;b; </a:t>
            </a: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//p</a:t>
            </a:r>
            <a:r>
              <a:rPr lang="zh-CN" altLang="en-US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指向</a:t>
            </a:r>
            <a:r>
              <a:rPr lang="en-US" altLang="zh-CN" sz="200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B</a:t>
            </a:r>
            <a:r>
              <a:rPr lang="zh-CN" altLang="en-US" sz="200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类</a:t>
            </a:r>
            <a:r>
              <a:rPr lang="zh-CN" altLang="en-US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对象</a:t>
            </a:r>
            <a:endParaRPr lang="en-US" altLang="zh-CN" sz="20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p-&gt;f();  //</a:t>
            </a:r>
            <a:r>
              <a:rPr lang="zh-CN" altLang="en-US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调用</a:t>
            </a:r>
            <a:r>
              <a:rPr lang="en-US" altLang="zh-CN" sz="200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B::f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p-&gt;g();  //</a:t>
            </a:r>
            <a:r>
              <a:rPr lang="zh-CN" altLang="en-US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调用</a:t>
            </a: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A::g</a:t>
            </a:r>
            <a:r>
              <a:rPr lang="zh-CN" altLang="en-US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，非虚函数采用静态绑定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p-&gt;h();  //</a:t>
            </a:r>
            <a:r>
              <a:rPr lang="zh-CN" altLang="en-US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调用</a:t>
            </a: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A::h, </a:t>
            </a:r>
            <a:r>
              <a:rPr lang="en-US" altLang="zh-CN" sz="200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B::f</a:t>
            </a:r>
            <a:r>
              <a:rPr lang="zh-CN" altLang="en-US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和</a:t>
            </a: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A::g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p =</a:t>
            </a:r>
            <a:r>
              <a:rPr lang="en-US" altLang="zh-CN" sz="200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new B;</a:t>
            </a: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 //</a:t>
            </a:r>
            <a:r>
              <a:rPr lang="zh-CN" altLang="en-US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调用</a:t>
            </a: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B::B(), A::A()</a:t>
            </a:r>
            <a:r>
              <a:rPr lang="zh-CN" altLang="en-US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和</a:t>
            </a:r>
            <a:r>
              <a:rPr lang="en-US" altLang="zh-CN" sz="2000" u="sng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A::f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.......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delete p;  //</a:t>
            </a:r>
            <a:r>
              <a:rPr lang="zh-CN" altLang="en-US" sz="200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？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371" name="Rectangle 3">
            <a:extLst>
              <a:ext uri="{FF2B5EF4-FFF2-40B4-BE49-F238E27FC236}">
                <a16:creationId xmlns:a16="http://schemas.microsoft.com/office/drawing/2014/main" id="{912D0262-ECBE-2A84-AC2C-42E6B2D761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6838" y="1268413"/>
            <a:ext cx="3611562" cy="5256212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class A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{  ......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  public: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A() {</a:t>
            </a:r>
            <a:r>
              <a:rPr lang="en-US" altLang="zh-CN" sz="2400" dirty="0">
                <a:solidFill>
                  <a:srgbClr val="FFC000"/>
                </a:solidFill>
              </a:rPr>
              <a:t> f</a:t>
            </a:r>
            <a:r>
              <a:rPr lang="en-US" altLang="zh-CN" sz="2400" dirty="0"/>
              <a:t>(); 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~A() { </a:t>
            </a:r>
            <a:r>
              <a:rPr lang="en-US" altLang="zh-CN" sz="2400" dirty="0">
                <a:solidFill>
                  <a:srgbClr val="FFC000"/>
                </a:solidFill>
              </a:rPr>
              <a:t>f</a:t>
            </a:r>
            <a:r>
              <a:rPr lang="en-US" altLang="zh-CN" sz="2400" dirty="0"/>
              <a:t>(); 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</a:t>
            </a:r>
            <a:r>
              <a:rPr lang="en-US" altLang="zh-CN" sz="2400" dirty="0">
                <a:solidFill>
                  <a:schemeClr val="folHlink"/>
                </a:solidFill>
              </a:rPr>
              <a:t>virtual</a:t>
            </a:r>
            <a:r>
              <a:rPr lang="en-US" altLang="zh-CN" sz="2400" dirty="0"/>
              <a:t> void </a:t>
            </a:r>
            <a:r>
              <a:rPr lang="en-US" altLang="zh-CN" sz="2400" dirty="0">
                <a:solidFill>
                  <a:srgbClr val="FFC000"/>
                </a:solidFill>
              </a:rPr>
              <a:t>f</a:t>
            </a:r>
            <a:r>
              <a:rPr lang="en-US" altLang="zh-CN" sz="2400" dirty="0"/>
              <a:t>();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void g();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void h() { </a:t>
            </a:r>
            <a:r>
              <a:rPr lang="en-US" altLang="zh-CN" sz="2400" dirty="0">
                <a:solidFill>
                  <a:srgbClr val="FFC000"/>
                </a:solidFill>
              </a:rPr>
              <a:t>f</a:t>
            </a:r>
            <a:r>
              <a:rPr lang="en-US" altLang="zh-CN" sz="2400" dirty="0"/>
              <a:t>(); g(); 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};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class B: public A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{  .......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 public: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   B() { ...... 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~B();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void </a:t>
            </a:r>
            <a:r>
              <a:rPr lang="en-US" altLang="zh-CN" sz="2400" dirty="0">
                <a:solidFill>
                  <a:srgbClr val="FFC000"/>
                </a:solidFill>
              </a:rPr>
              <a:t>f</a:t>
            </a:r>
            <a:r>
              <a:rPr lang="en-US" altLang="zh-CN" sz="2400" dirty="0"/>
              <a:t>();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void g();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};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42106B5-2223-01BB-C121-F1878B1F20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00" y="188913"/>
            <a:ext cx="5651500" cy="6553200"/>
          </a:xfrm>
          <a:prstGeom prst="rect">
            <a:avLst/>
          </a:prstGeom>
          <a:solidFill>
            <a:schemeClr val="bg2">
              <a:lumMod val="7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>
            <a:norm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 *</a:t>
            </a: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p</a:t>
            </a:r>
            <a:r>
              <a:rPr lang="en-US" altLang="zh-CN" sz="200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  </a:t>
            </a: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//p</a:t>
            </a:r>
            <a:r>
              <a:rPr lang="zh-CN" altLang="en-US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是</a:t>
            </a: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A</a:t>
            </a:r>
            <a:r>
              <a:rPr lang="zh-CN" altLang="en-US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类（</a:t>
            </a:r>
            <a:r>
              <a:rPr lang="zh-CN" altLang="en-US" sz="200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基类</a:t>
            </a:r>
            <a:r>
              <a:rPr lang="zh-CN" altLang="en-US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）指针</a:t>
            </a:r>
            <a:endParaRPr lang="en-US" altLang="zh-CN" sz="20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p =</a:t>
            </a:r>
            <a:r>
              <a:rPr lang="en-US" altLang="zh-CN" sz="200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&amp;a; </a:t>
            </a: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//p</a:t>
            </a:r>
            <a:r>
              <a:rPr lang="zh-CN" altLang="en-US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指向</a:t>
            </a:r>
            <a:r>
              <a:rPr lang="en-US" altLang="zh-CN" sz="200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</a:t>
            </a:r>
            <a:r>
              <a:rPr lang="zh-CN" altLang="en-US" sz="200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类</a:t>
            </a:r>
            <a:r>
              <a:rPr lang="zh-CN" altLang="en-US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对象</a:t>
            </a:r>
            <a:endParaRPr lang="en-US" altLang="zh-CN" sz="20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p-&gt;f();  //</a:t>
            </a:r>
            <a:r>
              <a:rPr lang="zh-CN" altLang="en-US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调用</a:t>
            </a: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A::f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p-&gt;g();  //</a:t>
            </a:r>
            <a:r>
              <a:rPr lang="zh-CN" altLang="en-US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调用</a:t>
            </a: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A::g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p-&gt;h();  //</a:t>
            </a:r>
            <a:r>
              <a:rPr lang="zh-CN" altLang="en-US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调用</a:t>
            </a: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A::h, A::f</a:t>
            </a:r>
            <a:r>
              <a:rPr lang="zh-CN" altLang="en-US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和</a:t>
            </a: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A::g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p =</a:t>
            </a:r>
            <a:r>
              <a:rPr lang="en-US" altLang="zh-CN" sz="200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&amp;b; </a:t>
            </a: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//p</a:t>
            </a:r>
            <a:r>
              <a:rPr lang="zh-CN" altLang="en-US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指向</a:t>
            </a:r>
            <a:r>
              <a:rPr lang="en-US" altLang="zh-CN" sz="200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B</a:t>
            </a:r>
            <a:r>
              <a:rPr lang="zh-CN" altLang="en-US" sz="200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类</a:t>
            </a:r>
            <a:r>
              <a:rPr lang="zh-CN" altLang="en-US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对象</a:t>
            </a:r>
            <a:endParaRPr lang="en-US" altLang="zh-CN" sz="20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p-&gt;f();  //</a:t>
            </a:r>
            <a:r>
              <a:rPr lang="zh-CN" altLang="en-US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调用</a:t>
            </a:r>
            <a:r>
              <a:rPr lang="en-US" altLang="zh-CN" sz="200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B::f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p-&gt;g();  //</a:t>
            </a:r>
            <a:r>
              <a:rPr lang="zh-CN" altLang="en-US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调用</a:t>
            </a: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A::g</a:t>
            </a:r>
            <a:r>
              <a:rPr lang="zh-CN" altLang="en-US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，非虚函数采用静态绑定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p-&gt;h();  //</a:t>
            </a:r>
            <a:r>
              <a:rPr lang="zh-CN" altLang="en-US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调用</a:t>
            </a: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A::h, </a:t>
            </a:r>
            <a:r>
              <a:rPr lang="en-US" altLang="zh-CN" sz="200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B::f</a:t>
            </a:r>
            <a:r>
              <a:rPr lang="zh-CN" altLang="en-US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和</a:t>
            </a: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A::g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p =</a:t>
            </a:r>
            <a:r>
              <a:rPr lang="en-US" altLang="zh-CN" sz="200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new B;</a:t>
            </a: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 //</a:t>
            </a:r>
            <a:r>
              <a:rPr lang="zh-CN" altLang="en-US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调用</a:t>
            </a: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B::B(), A::A()</a:t>
            </a:r>
            <a:r>
              <a:rPr lang="zh-CN" altLang="en-US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和</a:t>
            </a:r>
            <a:r>
              <a:rPr lang="en-US" altLang="zh-CN" sz="2000" u="sng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A::f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.......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delete p;  //</a:t>
            </a:r>
            <a:r>
              <a:rPr lang="zh-CN" altLang="en-US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只调用</a:t>
            </a: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A::~A()</a:t>
            </a:r>
            <a:r>
              <a:rPr lang="zh-CN" altLang="en-US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和</a:t>
            </a:r>
            <a:r>
              <a:rPr lang="en-US" altLang="zh-CN" sz="2000" u="sng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A::f </a:t>
            </a:r>
            <a:r>
              <a:rPr lang="zh-CN" altLang="en-US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，</a:t>
            </a:r>
            <a:endParaRPr lang="en-US" altLang="zh-CN" sz="20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             </a:t>
            </a:r>
            <a:endParaRPr lang="zh-CN" altLang="en-US" sz="20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371" name="Rectangle 3">
            <a:extLst>
              <a:ext uri="{FF2B5EF4-FFF2-40B4-BE49-F238E27FC236}">
                <a16:creationId xmlns:a16="http://schemas.microsoft.com/office/drawing/2014/main" id="{0B260228-A4CB-2A33-E053-4FB3D1E9BB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6838" y="1268413"/>
            <a:ext cx="3611562" cy="5256212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class A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{  ......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  public: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A() {</a:t>
            </a:r>
            <a:r>
              <a:rPr lang="en-US" altLang="zh-CN" sz="2400" dirty="0">
                <a:solidFill>
                  <a:srgbClr val="FFC000"/>
                </a:solidFill>
              </a:rPr>
              <a:t> f</a:t>
            </a:r>
            <a:r>
              <a:rPr lang="en-US" altLang="zh-CN" sz="2400" dirty="0"/>
              <a:t>(); 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~A() { </a:t>
            </a:r>
            <a:r>
              <a:rPr lang="en-US" altLang="zh-CN" sz="2400" dirty="0">
                <a:solidFill>
                  <a:srgbClr val="FFC000"/>
                </a:solidFill>
              </a:rPr>
              <a:t>f</a:t>
            </a:r>
            <a:r>
              <a:rPr lang="en-US" altLang="zh-CN" sz="2400" dirty="0"/>
              <a:t>(); 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</a:t>
            </a:r>
            <a:r>
              <a:rPr lang="en-US" altLang="zh-CN" sz="2400" dirty="0">
                <a:solidFill>
                  <a:schemeClr val="folHlink"/>
                </a:solidFill>
              </a:rPr>
              <a:t>virtual</a:t>
            </a:r>
            <a:r>
              <a:rPr lang="en-US" altLang="zh-CN" sz="2400" dirty="0"/>
              <a:t> void </a:t>
            </a:r>
            <a:r>
              <a:rPr lang="en-US" altLang="zh-CN" sz="2400" dirty="0">
                <a:solidFill>
                  <a:srgbClr val="FFC000"/>
                </a:solidFill>
              </a:rPr>
              <a:t>f</a:t>
            </a:r>
            <a:r>
              <a:rPr lang="en-US" altLang="zh-CN" sz="2400" dirty="0"/>
              <a:t>();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void g();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void h() { </a:t>
            </a:r>
            <a:r>
              <a:rPr lang="en-US" altLang="zh-CN" sz="2400" dirty="0">
                <a:solidFill>
                  <a:srgbClr val="FFC000"/>
                </a:solidFill>
              </a:rPr>
              <a:t>f</a:t>
            </a:r>
            <a:r>
              <a:rPr lang="en-US" altLang="zh-CN" sz="2400" dirty="0"/>
              <a:t>(); g(); 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};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class B: public A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{  .......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 public: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   B() { ...... 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~B();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void </a:t>
            </a:r>
            <a:r>
              <a:rPr lang="en-US" altLang="zh-CN" sz="2400" dirty="0">
                <a:solidFill>
                  <a:srgbClr val="FFC000"/>
                </a:solidFill>
              </a:rPr>
              <a:t>f</a:t>
            </a:r>
            <a:r>
              <a:rPr lang="en-US" altLang="zh-CN" sz="2400" dirty="0"/>
              <a:t>();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void g();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};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CBECBF84-AF2C-5E06-65CC-BF0D43A8E9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00" y="188913"/>
            <a:ext cx="5651500" cy="6553200"/>
          </a:xfrm>
          <a:prstGeom prst="rect">
            <a:avLst/>
          </a:prstGeom>
          <a:solidFill>
            <a:schemeClr val="bg2">
              <a:lumMod val="7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>
            <a:norm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 *</a:t>
            </a: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p</a:t>
            </a:r>
            <a:r>
              <a:rPr lang="en-US" altLang="zh-CN" sz="200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   </a:t>
            </a: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//p</a:t>
            </a:r>
            <a:r>
              <a:rPr lang="zh-CN" altLang="en-US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是</a:t>
            </a: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A</a:t>
            </a:r>
            <a:r>
              <a:rPr lang="zh-CN" altLang="en-US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类（</a:t>
            </a:r>
            <a:r>
              <a:rPr lang="zh-CN" altLang="en-US" sz="200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基类</a:t>
            </a:r>
            <a:r>
              <a:rPr lang="zh-CN" altLang="en-US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）指针</a:t>
            </a:r>
            <a:endParaRPr lang="en-US" altLang="zh-CN" sz="20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p =</a:t>
            </a:r>
            <a:r>
              <a:rPr lang="en-US" altLang="zh-CN" sz="200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&amp;a; </a:t>
            </a: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//p</a:t>
            </a:r>
            <a:r>
              <a:rPr lang="zh-CN" altLang="en-US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指向</a:t>
            </a:r>
            <a:r>
              <a:rPr lang="en-US" altLang="zh-CN" sz="200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</a:t>
            </a:r>
            <a:r>
              <a:rPr lang="zh-CN" altLang="en-US" sz="200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类</a:t>
            </a:r>
            <a:r>
              <a:rPr lang="zh-CN" altLang="en-US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对象</a:t>
            </a:r>
            <a:endParaRPr lang="en-US" altLang="zh-CN" sz="20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p-&gt;f();  //</a:t>
            </a:r>
            <a:r>
              <a:rPr lang="zh-CN" altLang="en-US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调用</a:t>
            </a: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A::f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p-&gt;g();  //</a:t>
            </a:r>
            <a:r>
              <a:rPr lang="zh-CN" altLang="en-US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调用</a:t>
            </a: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A::g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p-&gt;h();  //</a:t>
            </a:r>
            <a:r>
              <a:rPr lang="zh-CN" altLang="en-US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调用</a:t>
            </a: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A::h, A::f</a:t>
            </a:r>
            <a:r>
              <a:rPr lang="zh-CN" altLang="en-US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和</a:t>
            </a: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A::g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p =</a:t>
            </a:r>
            <a:r>
              <a:rPr lang="en-US" altLang="zh-CN" sz="200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&amp;b; </a:t>
            </a: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//p</a:t>
            </a:r>
            <a:r>
              <a:rPr lang="zh-CN" altLang="en-US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指向</a:t>
            </a:r>
            <a:r>
              <a:rPr lang="en-US" altLang="zh-CN" sz="200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B</a:t>
            </a:r>
            <a:r>
              <a:rPr lang="zh-CN" altLang="en-US" sz="200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类</a:t>
            </a:r>
            <a:r>
              <a:rPr lang="zh-CN" altLang="en-US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对象</a:t>
            </a:r>
            <a:endParaRPr lang="en-US" altLang="zh-CN" sz="20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p-&gt;f();  //</a:t>
            </a:r>
            <a:r>
              <a:rPr lang="zh-CN" altLang="en-US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调用</a:t>
            </a:r>
            <a:r>
              <a:rPr lang="en-US" altLang="zh-CN" sz="200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B::f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p-&gt;g();  //</a:t>
            </a:r>
            <a:r>
              <a:rPr lang="zh-CN" altLang="en-US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调用</a:t>
            </a: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A::g</a:t>
            </a:r>
            <a:r>
              <a:rPr lang="zh-CN" altLang="en-US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，非虚函数采用静态绑定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p-&gt;h();  //</a:t>
            </a:r>
            <a:r>
              <a:rPr lang="zh-CN" altLang="en-US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调用</a:t>
            </a: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A::h, </a:t>
            </a:r>
            <a:r>
              <a:rPr lang="en-US" altLang="zh-CN" sz="200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B::f</a:t>
            </a:r>
            <a:r>
              <a:rPr lang="zh-CN" altLang="en-US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和</a:t>
            </a: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A::g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p =</a:t>
            </a:r>
            <a:r>
              <a:rPr lang="en-US" altLang="zh-CN" sz="200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new B;</a:t>
            </a: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 //</a:t>
            </a:r>
            <a:r>
              <a:rPr lang="zh-CN" altLang="en-US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调用</a:t>
            </a: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B::B(), A::A()</a:t>
            </a:r>
            <a:r>
              <a:rPr lang="zh-CN" altLang="en-US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和</a:t>
            </a:r>
            <a:r>
              <a:rPr lang="en-US" altLang="zh-CN" sz="2000" u="sng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A::f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.......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delete p;  //</a:t>
            </a:r>
            <a:r>
              <a:rPr lang="zh-CN" altLang="en-US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只调用</a:t>
            </a: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A::~A()</a:t>
            </a:r>
            <a:r>
              <a:rPr lang="zh-CN" altLang="en-US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和</a:t>
            </a:r>
            <a:r>
              <a:rPr lang="en-US" altLang="zh-CN" sz="2000" u="sng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A::f </a:t>
            </a:r>
            <a:r>
              <a:rPr lang="zh-CN" altLang="en-US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，</a:t>
            </a:r>
            <a:endParaRPr lang="en-US" altLang="zh-CN" sz="20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             </a:t>
            </a: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//</a:t>
            </a:r>
            <a:r>
              <a:rPr lang="zh-CN" altLang="en-US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没调用</a:t>
            </a: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B:~B()</a:t>
            </a:r>
            <a:r>
              <a:rPr lang="zh-CN" altLang="en-US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，</a:t>
            </a:r>
            <a:r>
              <a:rPr lang="zh-CN" altLang="en-US" sz="200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为什么？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17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                </a:t>
            </a: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//</a:t>
            </a:r>
            <a:r>
              <a:rPr lang="zh-CN" altLang="en-US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没有把</a:t>
            </a: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A</a:t>
            </a:r>
            <a:r>
              <a:rPr lang="zh-CN" altLang="en-US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的析构函数定义为虚函数！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D57DBA-AD02-4694-FD8F-4795E081E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450"/>
            <a:ext cx="9144000" cy="1139825"/>
          </a:xfrm>
        </p:spPr>
        <p:txBody>
          <a:bodyPr/>
          <a:lstStyle/>
          <a:p>
            <a:pPr>
              <a:defRPr/>
            </a:pPr>
            <a:r>
              <a:rPr lang="zh-CN" altLang="en-US" sz="3800"/>
              <a:t>通过基类指针访问派生类中新定义的成员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AF6E2D-035F-5A79-5C10-A49380F0D0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1438"/>
            <a:ext cx="8291513" cy="5327650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/>
              <a:t>class A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/>
              <a:t>{	      .......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/>
              <a:t>   public: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/>
              <a:t>		</a:t>
            </a:r>
            <a:r>
              <a:rPr lang="en-US" altLang="zh-CN" sz="2000">
                <a:solidFill>
                  <a:schemeClr val="folHlink"/>
                </a:solidFill>
              </a:rPr>
              <a:t>virtual</a:t>
            </a:r>
            <a:r>
              <a:rPr lang="en-US" altLang="zh-CN" sz="2000"/>
              <a:t> void f();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/>
              <a:t>};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/>
              <a:t>class B: public A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/>
              <a:t>{	      ......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/>
              <a:t>    public: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/>
              <a:t>		void f();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/>
              <a:t>		void g();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/>
              <a:t>};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/>
              <a:t>A *</a:t>
            </a:r>
            <a:r>
              <a:rPr lang="en-US" altLang="zh-CN" sz="2000">
                <a:solidFill>
                  <a:srgbClr val="FFC000"/>
                </a:solidFill>
              </a:rPr>
              <a:t>p</a:t>
            </a:r>
            <a:r>
              <a:rPr lang="en-US" altLang="zh-CN" sz="2000"/>
              <a:t>=new B;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/>
              <a:t>......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>
                <a:solidFill>
                  <a:srgbClr val="FFC000"/>
                </a:solidFill>
              </a:rPr>
              <a:t>p</a:t>
            </a:r>
            <a:r>
              <a:rPr lang="en-US" altLang="zh-CN" sz="2000"/>
              <a:t>-&gt;f(); //OK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>
                <a:solidFill>
                  <a:srgbClr val="FFC000"/>
                </a:solidFill>
              </a:rPr>
              <a:t>p</a:t>
            </a:r>
            <a:r>
              <a:rPr lang="en-US" altLang="zh-CN" sz="2000"/>
              <a:t>-&gt;</a:t>
            </a:r>
            <a:r>
              <a:rPr lang="en-US" altLang="zh-CN" sz="2000">
                <a:solidFill>
                  <a:srgbClr val="FFC000"/>
                </a:solidFill>
              </a:rPr>
              <a:t>g</a:t>
            </a:r>
            <a:r>
              <a:rPr lang="en-US" altLang="zh-CN" sz="2000"/>
              <a:t>(); //</a:t>
            </a:r>
            <a:r>
              <a:rPr lang="en-US" altLang="zh-CN" sz="2000">
                <a:solidFill>
                  <a:srgbClr val="FFC000"/>
                </a:solidFill>
              </a:rPr>
              <a:t>Error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/>
              <a:t>((B *)</a:t>
            </a:r>
            <a:r>
              <a:rPr lang="en-US" altLang="zh-CN" sz="2000">
                <a:solidFill>
                  <a:srgbClr val="FFC000"/>
                </a:solidFill>
              </a:rPr>
              <a:t>p</a:t>
            </a:r>
            <a:r>
              <a:rPr lang="en-US" altLang="zh-CN" sz="2000"/>
              <a:t>)-&gt;</a:t>
            </a:r>
            <a:r>
              <a:rPr lang="en-US" altLang="zh-CN" sz="2000">
                <a:solidFill>
                  <a:srgbClr val="FFC000"/>
                </a:solidFill>
              </a:rPr>
              <a:t>g</a:t>
            </a:r>
            <a:r>
              <a:rPr lang="en-US" altLang="zh-CN" sz="2000"/>
              <a:t>(); //OK</a:t>
            </a:r>
            <a:r>
              <a:rPr lang="zh-CN" altLang="en-US" sz="2000"/>
              <a:t>，</a:t>
            </a:r>
            <a:r>
              <a:rPr lang="zh-CN" altLang="en-US" sz="2000">
                <a:solidFill>
                  <a:srgbClr val="FFC000"/>
                </a:solidFill>
              </a:rPr>
              <a:t>不安全！万一</a:t>
            </a:r>
            <a:r>
              <a:rPr lang="en-US" altLang="zh-CN" sz="2000">
                <a:solidFill>
                  <a:srgbClr val="FFC000"/>
                </a:solidFill>
              </a:rPr>
              <a:t>p</a:t>
            </a:r>
            <a:r>
              <a:rPr lang="zh-CN" altLang="en-US" sz="2000">
                <a:solidFill>
                  <a:srgbClr val="FFC000"/>
                </a:solidFill>
              </a:rPr>
              <a:t>指向的不是</a:t>
            </a:r>
            <a:r>
              <a:rPr lang="en-US" altLang="zh-CN" sz="2000">
                <a:solidFill>
                  <a:srgbClr val="FFC000"/>
                </a:solidFill>
              </a:rPr>
              <a:t>B</a:t>
            </a:r>
            <a:r>
              <a:rPr lang="zh-CN" altLang="en-US" sz="2000">
                <a:solidFill>
                  <a:srgbClr val="FFC000"/>
                </a:solidFill>
              </a:rPr>
              <a:t>类对象呢？</a:t>
            </a:r>
            <a:endParaRPr lang="en-US" altLang="zh-CN" sz="2000">
              <a:solidFill>
                <a:srgbClr val="FFC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F08216-2D40-2C33-F658-BC73D34E86BA}"/>
              </a:ext>
            </a:extLst>
          </p:cNvPr>
          <p:cNvSpPr txBox="1"/>
          <p:nvPr/>
        </p:nvSpPr>
        <p:spPr>
          <a:xfrm>
            <a:off x="4143375" y="2997200"/>
            <a:ext cx="4633913" cy="2554288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安全做法</a:t>
            </a:r>
            <a:endParaRPr lang="en-US" altLang="zh-CN" sz="200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A </a:t>
            </a:r>
            <a:r>
              <a:rPr lang="zh-CN" altLang="en-US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*</a:t>
            </a:r>
            <a:r>
              <a:rPr lang="en-US" altLang="zh-CN" sz="200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</a:t>
            </a:r>
            <a:r>
              <a:rPr lang="en-US" altLang="zh-CN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......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B *q=</a:t>
            </a:r>
            <a:r>
              <a:rPr lang="en-US" altLang="zh-CN" sz="200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dynamic_cast</a:t>
            </a:r>
            <a:r>
              <a:rPr lang="en-US" altLang="zh-CN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&lt;B *&gt;(</a:t>
            </a:r>
            <a:r>
              <a:rPr lang="en-US" altLang="zh-CN" sz="200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</a:t>
            </a:r>
            <a:r>
              <a:rPr lang="en-US" altLang="zh-CN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if (q != NULL) q-&gt;g();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如果</a:t>
            </a:r>
            <a:r>
              <a:rPr lang="en-US" altLang="zh-CN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p</a:t>
            </a:r>
            <a:r>
              <a:rPr lang="zh-CN" altLang="en-US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指向的不是</a:t>
            </a:r>
            <a:r>
              <a:rPr lang="en-US" altLang="zh-CN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B</a:t>
            </a:r>
            <a:r>
              <a:rPr lang="zh-CN" altLang="en-US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类对象，</a:t>
            </a:r>
            <a:r>
              <a:rPr lang="en-US" altLang="zh-CN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q</a:t>
            </a:r>
            <a:r>
              <a:rPr lang="zh-CN" altLang="en-US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为空</a:t>
            </a:r>
            <a:endParaRPr lang="en-US" altLang="zh-CN" sz="200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该操作需要</a:t>
            </a:r>
            <a:r>
              <a:rPr lang="zh-CN" altLang="zh-CN" sz="2000"/>
              <a:t>运行时刻的类型信息支持</a:t>
            </a:r>
            <a:endParaRPr lang="en-US" altLang="zh-CN" sz="2000"/>
          </a:p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（有编译选项：</a:t>
            </a:r>
            <a:r>
              <a:rPr lang="en-US" altLang="zh-CN" sz="2000"/>
              <a:t>RTTI</a:t>
            </a:r>
            <a:r>
              <a:rPr lang="zh-CN" altLang="en-US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）</a:t>
            </a:r>
            <a:endParaRPr lang="en-US" altLang="zh-CN" sz="200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22" name="Rectangle 2">
            <a:extLst>
              <a:ext uri="{FF2B5EF4-FFF2-40B4-BE49-F238E27FC236}">
                <a16:creationId xmlns:a16="http://schemas.microsoft.com/office/drawing/2014/main" id="{6CF4DC6A-1579-9849-93CD-D7BC294B28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对虚函数几点说明</a:t>
            </a:r>
            <a:endParaRPr lang="zh-CN" altLang="zh-CN"/>
          </a:p>
        </p:txBody>
      </p:sp>
      <p:sp>
        <p:nvSpPr>
          <p:cNvPr id="593923" name="Rectangle 3">
            <a:extLst>
              <a:ext uri="{FF2B5EF4-FFF2-40B4-BE49-F238E27FC236}">
                <a16:creationId xmlns:a16="http://schemas.microsoft.com/office/drawing/2014/main" id="{0AE431A3-6DFA-6647-824B-861E88BBC6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5068888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zh-CN" altLang="en-US" sz="2700" dirty="0"/>
              <a:t>只有类的成员函数才可以是虚函数，但静态成员函数不能是虚函数。</a:t>
            </a:r>
          </a:p>
          <a:p>
            <a:pPr eaLnBrk="1" hangingPunct="1">
              <a:defRPr/>
            </a:pPr>
            <a:r>
              <a:rPr lang="zh-CN" altLang="en-US" sz="2700" dirty="0"/>
              <a:t>构造函数不能是虚函数，析构函数可以（往往）是虚函数。</a:t>
            </a:r>
            <a:endParaRPr lang="en-US" altLang="zh-CN" sz="2700" dirty="0"/>
          </a:p>
          <a:p>
            <a:pPr eaLnBrk="1" hangingPunct="1">
              <a:defRPr/>
            </a:pPr>
            <a:r>
              <a:rPr lang="zh-CN" altLang="en-US" sz="2700" dirty="0"/>
              <a:t>只要在基类中说明了虚函数，在派生类、派生类的派生类、</a:t>
            </a:r>
            <a:r>
              <a:rPr lang="en-US" altLang="zh-CN" sz="2700" dirty="0"/>
              <a:t>...</a:t>
            </a:r>
            <a:r>
              <a:rPr lang="zh-CN" altLang="en-US" sz="2700" dirty="0"/>
              <a:t>中，同型构的成员函数都是虚函数（</a:t>
            </a:r>
            <a:r>
              <a:rPr lang="en-US" altLang="zh-CN" sz="2700" dirty="0"/>
              <a:t>virtual</a:t>
            </a:r>
            <a:r>
              <a:rPr lang="zh-CN" altLang="en-US" sz="2700" dirty="0"/>
              <a:t>可以不写）。</a:t>
            </a:r>
            <a:endParaRPr lang="en-US" altLang="zh-CN" sz="2700" dirty="0"/>
          </a:p>
          <a:p>
            <a:pPr eaLnBrk="1" hangingPunct="1">
              <a:defRPr/>
            </a:pPr>
            <a:r>
              <a:rPr lang="zh-CN" altLang="en-US" sz="2700" dirty="0"/>
              <a:t>只有通过</a:t>
            </a:r>
            <a:r>
              <a:rPr lang="zh-CN" altLang="en-US" sz="2700" dirty="0">
                <a:solidFill>
                  <a:srgbClr val="FFC000"/>
                </a:solidFill>
              </a:rPr>
              <a:t>指针或引用</a:t>
            </a:r>
            <a:r>
              <a:rPr lang="zh-CN" altLang="en-US" sz="2700" dirty="0"/>
              <a:t>访问</a:t>
            </a:r>
            <a:r>
              <a:rPr lang="zh-CN" altLang="en-US" sz="2700" dirty="0">
                <a:solidFill>
                  <a:srgbClr val="FFC000"/>
                </a:solidFill>
              </a:rPr>
              <a:t>对象类的虚函数</a:t>
            </a:r>
            <a:r>
              <a:rPr lang="zh-CN" altLang="en-US" sz="2700" dirty="0"/>
              <a:t>时才进行动态绑定。</a:t>
            </a:r>
          </a:p>
          <a:p>
            <a:pPr eaLnBrk="1" hangingPunct="1">
              <a:defRPr/>
            </a:pPr>
            <a:r>
              <a:rPr lang="zh-CN" altLang="en-US" sz="2700" dirty="0"/>
              <a:t>基类的构造函数和析构函数中对虚函数的调用不进行动态绑定。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22" name="Rectangle 2">
            <a:extLst>
              <a:ext uri="{FF2B5EF4-FFF2-40B4-BE49-F238E27FC236}">
                <a16:creationId xmlns:a16="http://schemas.microsoft.com/office/drawing/2014/main" id="{33D9F249-AA97-7415-86EA-32F343CB88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对虚函数几点说明</a:t>
            </a:r>
            <a:endParaRPr lang="zh-CN" altLang="zh-CN"/>
          </a:p>
        </p:txBody>
      </p:sp>
      <p:sp>
        <p:nvSpPr>
          <p:cNvPr id="593923" name="Rectangle 3">
            <a:extLst>
              <a:ext uri="{FF2B5EF4-FFF2-40B4-BE49-F238E27FC236}">
                <a16:creationId xmlns:a16="http://schemas.microsoft.com/office/drawing/2014/main" id="{96939189-7472-A1AC-F834-B3C8D152CE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5068888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zh-CN" altLang="en-US" sz="2700" dirty="0"/>
              <a:t>只有类的成员函数才可以是虚函数，但静态成员函数不能是虚函数。</a:t>
            </a:r>
          </a:p>
          <a:p>
            <a:pPr eaLnBrk="1" hangingPunct="1">
              <a:defRPr/>
            </a:pPr>
            <a:r>
              <a:rPr lang="zh-CN" altLang="en-US" sz="2700" dirty="0"/>
              <a:t>构造函数不能是虚函数，析构函数可以（往往）是虚函数。</a:t>
            </a:r>
            <a:endParaRPr lang="en-US" altLang="zh-CN" sz="2700" dirty="0"/>
          </a:p>
          <a:p>
            <a:pPr eaLnBrk="1" hangingPunct="1">
              <a:defRPr/>
            </a:pPr>
            <a:r>
              <a:rPr lang="zh-CN" altLang="en-US" sz="2700" dirty="0"/>
              <a:t>只要在基类中说明了虚函数，在派生类、派生类的派生类、</a:t>
            </a:r>
            <a:r>
              <a:rPr lang="en-US" altLang="zh-CN" sz="2700" dirty="0"/>
              <a:t>...</a:t>
            </a:r>
            <a:r>
              <a:rPr lang="zh-CN" altLang="en-US" sz="2700" dirty="0"/>
              <a:t>中，同型构的成员函数都是虚函数（</a:t>
            </a:r>
            <a:r>
              <a:rPr lang="en-US" altLang="zh-CN" sz="2700" dirty="0"/>
              <a:t>virtual</a:t>
            </a:r>
            <a:r>
              <a:rPr lang="zh-CN" altLang="en-US" sz="2700" dirty="0"/>
              <a:t>可以不写）。</a:t>
            </a:r>
            <a:endParaRPr lang="en-US" altLang="zh-CN" sz="2700" dirty="0"/>
          </a:p>
          <a:p>
            <a:pPr eaLnBrk="1" hangingPunct="1">
              <a:defRPr/>
            </a:pPr>
            <a:r>
              <a:rPr lang="zh-CN" altLang="en-US" sz="2700" dirty="0"/>
              <a:t>只有通过</a:t>
            </a:r>
            <a:r>
              <a:rPr lang="zh-CN" altLang="en-US" sz="2700" dirty="0">
                <a:solidFill>
                  <a:srgbClr val="FFC000"/>
                </a:solidFill>
              </a:rPr>
              <a:t>指针或引用</a:t>
            </a:r>
            <a:r>
              <a:rPr lang="zh-CN" altLang="en-US" sz="2700" dirty="0"/>
              <a:t>访问</a:t>
            </a:r>
            <a:r>
              <a:rPr lang="zh-CN" altLang="en-US" sz="2700" dirty="0">
                <a:solidFill>
                  <a:srgbClr val="FFC000"/>
                </a:solidFill>
              </a:rPr>
              <a:t>对象类的虚函数</a:t>
            </a:r>
            <a:r>
              <a:rPr lang="zh-CN" altLang="en-US" sz="2700" dirty="0"/>
              <a:t>时才进行动态绑定。</a:t>
            </a:r>
          </a:p>
          <a:p>
            <a:pPr eaLnBrk="1" hangingPunct="1">
              <a:defRPr/>
            </a:pPr>
            <a:r>
              <a:rPr lang="zh-CN" altLang="en-US" sz="2700" dirty="0"/>
              <a:t>基类的构造函数和析构函数中对虚函数的调用不进行动态绑定。（</a:t>
            </a:r>
            <a:r>
              <a:rPr lang="zh-CN" altLang="en-US" sz="2700" dirty="0">
                <a:solidFill>
                  <a:srgbClr val="FFC000"/>
                </a:solidFill>
              </a:rPr>
              <a:t>为什么？</a:t>
            </a:r>
            <a:r>
              <a:rPr lang="zh-CN" altLang="en-US" sz="2700" dirty="0"/>
              <a:t>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A8D177-91D0-1878-8CF9-75618E77E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何时需要定义虚函数？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72640E-4E54-2E5C-ABCC-B21BE691D5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8155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zh-CN" altLang="en-US"/>
              <a:t>基类中哪些成员函数需要设计成虚函数？</a:t>
            </a:r>
            <a:endParaRPr lang="en-US" altLang="zh-CN"/>
          </a:p>
          <a:p>
            <a:pPr lvl="1">
              <a:defRPr/>
            </a:pPr>
            <a:r>
              <a:rPr lang="zh-CN" altLang="en-US"/>
              <a:t>在设计基类时，有时虽然给出了某些成员函数的实现，但实现的方法可能不是最好，今后可能还会有更好的实现方法。</a:t>
            </a:r>
            <a:endParaRPr lang="en-US" altLang="zh-CN"/>
          </a:p>
          <a:p>
            <a:pPr lvl="1" hangingPunct="1">
              <a:defRPr/>
            </a:pPr>
            <a:r>
              <a:rPr lang="zh-CN" altLang="en-US"/>
              <a:t>在基类中根本无法给出某些成员函数的实现，它们必须由不同的派生类根据实际情况给出具体的实现。（纯虚函数）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B69A5A-5E8A-40B7-65B6-6C762D442E57}"/>
              </a:ext>
            </a:extLst>
          </p:cNvPr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虚函数动态绑定的实现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6555717-F922-FA80-4F73-CF3DE445DC62}"/>
              </a:ext>
            </a:extLst>
          </p:cNvPr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207212-E665-0913-8000-6AED48C2C5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33375"/>
            <a:ext cx="8229600" cy="6524625"/>
          </a:xfrm>
        </p:spPr>
        <p:txBody>
          <a:bodyPr>
            <a:normAutofit/>
          </a:bodyPr>
          <a:lstStyle/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200"/>
              <a:t>class A</a:t>
            </a:r>
            <a:endParaRPr lang="zh-CN" altLang="zh-CN" sz="2200"/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200"/>
              <a:t>{	int x,y;</a:t>
            </a:r>
            <a:endParaRPr lang="zh-CN" altLang="zh-CN" sz="2200"/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200"/>
              <a:t>   public:</a:t>
            </a:r>
            <a:endParaRPr lang="zh-CN" altLang="zh-CN" sz="2200"/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200"/>
              <a:t>	virtual void f();</a:t>
            </a:r>
            <a:endParaRPr lang="zh-CN" altLang="zh-CN" sz="2200"/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200"/>
              <a:t>	virtual void g();</a:t>
            </a:r>
            <a:endParaRPr lang="zh-CN" altLang="zh-CN" sz="2200"/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200"/>
              <a:t>	void h();</a:t>
            </a:r>
            <a:endParaRPr lang="zh-CN" altLang="zh-CN" sz="2200"/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200"/>
              <a:t>};</a:t>
            </a:r>
            <a:endParaRPr lang="zh-CN" altLang="zh-CN" sz="2200"/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200"/>
              <a:t>class B: public A</a:t>
            </a:r>
            <a:endParaRPr lang="zh-CN" altLang="zh-CN" sz="2200"/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200"/>
              <a:t>{	int z;</a:t>
            </a:r>
            <a:endParaRPr lang="zh-CN" altLang="zh-CN" sz="2200"/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200"/>
              <a:t>   public:</a:t>
            </a:r>
            <a:endParaRPr lang="zh-CN" altLang="zh-CN" sz="2200"/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200"/>
              <a:t>	void f();</a:t>
            </a:r>
            <a:endParaRPr lang="zh-CN" altLang="zh-CN" sz="2200"/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200"/>
              <a:t>	void h();</a:t>
            </a:r>
            <a:endParaRPr lang="zh-CN" altLang="zh-CN" sz="2200"/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200"/>
              <a:t>};</a:t>
            </a:r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en-US" altLang="zh-CN" sz="2200"/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200"/>
              <a:t>void f(A *p) //</a:t>
            </a:r>
            <a:r>
              <a:rPr lang="zh-CN" altLang="en-US" sz="2200">
                <a:solidFill>
                  <a:srgbClr val="FFC000"/>
                </a:solidFill>
              </a:rPr>
              <a:t>可以接收</a:t>
            </a:r>
            <a:r>
              <a:rPr lang="en-US" altLang="zh-CN" sz="2200">
                <a:solidFill>
                  <a:srgbClr val="FFC000"/>
                </a:solidFill>
              </a:rPr>
              <a:t>A</a:t>
            </a:r>
            <a:r>
              <a:rPr lang="zh-CN" altLang="en-US" sz="2200">
                <a:solidFill>
                  <a:srgbClr val="FFC000"/>
                </a:solidFill>
              </a:rPr>
              <a:t>和</a:t>
            </a:r>
            <a:r>
              <a:rPr lang="en-US" altLang="zh-CN" sz="2200">
                <a:solidFill>
                  <a:srgbClr val="FFC000"/>
                </a:solidFill>
              </a:rPr>
              <a:t>B</a:t>
            </a:r>
            <a:r>
              <a:rPr lang="zh-CN" altLang="en-US" sz="2200">
                <a:solidFill>
                  <a:srgbClr val="FFC000"/>
                </a:solidFill>
              </a:rPr>
              <a:t>类对象</a:t>
            </a:r>
            <a:endParaRPr lang="en-US" altLang="zh-CN" sz="2200">
              <a:solidFill>
                <a:srgbClr val="FFC000"/>
              </a:solidFill>
            </a:endParaRPr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200"/>
              <a:t>{ p-&gt;h(); //</a:t>
            </a:r>
            <a:r>
              <a:rPr lang="zh-CN" altLang="en-US" sz="2200"/>
              <a:t>编译成：</a:t>
            </a:r>
            <a:r>
              <a:rPr lang="en-US" altLang="zh-CN" sz="2200"/>
              <a:t>A::h(p);</a:t>
            </a:r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200"/>
              <a:t>   p-&gt;f();  //</a:t>
            </a:r>
            <a:r>
              <a:rPr lang="zh-CN" altLang="en-US" sz="2200">
                <a:solidFill>
                  <a:srgbClr val="FFC000"/>
                </a:solidFill>
              </a:rPr>
              <a:t>如何编译</a:t>
            </a:r>
            <a:r>
              <a:rPr lang="zh-CN" altLang="en-US" sz="2200"/>
              <a:t>？</a:t>
            </a:r>
            <a:endParaRPr lang="en-US" altLang="zh-CN" sz="2200"/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200"/>
              <a:t>   p-&gt;g(); //</a:t>
            </a:r>
            <a:r>
              <a:rPr lang="zh-CN" altLang="en-US" sz="2200">
                <a:solidFill>
                  <a:srgbClr val="FFC000"/>
                </a:solidFill>
              </a:rPr>
              <a:t>如何编译</a:t>
            </a:r>
            <a:r>
              <a:rPr lang="zh-CN" altLang="en-US" sz="2200"/>
              <a:t>？</a:t>
            </a:r>
            <a:endParaRPr lang="en-US" altLang="zh-CN" sz="2200"/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200"/>
              <a:t>}</a:t>
            </a:r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zh-CN" altLang="zh-CN" sz="2200"/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zh-CN" altLang="en-US" sz="220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98CC8E6-D568-A1BB-FC16-FB1BD8A4E8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9325" y="1301750"/>
            <a:ext cx="1304925" cy="1171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>
            <a:extLst>
              <a:ext uri="{FF2B5EF4-FFF2-40B4-BE49-F238E27FC236}">
                <a16:creationId xmlns:a16="http://schemas.microsoft.com/office/drawing/2014/main" id="{C60DAC8E-4BFB-D572-00F7-41D325E153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850" y="3049588"/>
            <a:ext cx="1295400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BBC74130-B0EC-EF13-1802-794DD2E1AA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1475" y="1228725"/>
            <a:ext cx="1857375" cy="169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>
            <a:extLst>
              <a:ext uri="{FF2B5EF4-FFF2-40B4-BE49-F238E27FC236}">
                <a16:creationId xmlns:a16="http://schemas.microsoft.com/office/drawing/2014/main" id="{46EB7BB5-DAC7-9F28-D5AA-1516A8B009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4325" y="3059113"/>
            <a:ext cx="1914525" cy="180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ACEF68E6-F184-0DD9-8828-BA85DC990A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1475" y="581025"/>
            <a:ext cx="790575" cy="57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0233EC3-D41A-F808-84CD-ABD6B85F74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1400" y="5673725"/>
            <a:ext cx="4060825" cy="7080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/>
              <a:t>编译成：</a:t>
            </a:r>
            <a:r>
              <a:rPr lang="en-US" altLang="zh-CN" sz="2000"/>
              <a:t>(*(*(vptr*)p))(p);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/>
              <a:t>编译成：</a:t>
            </a:r>
            <a:r>
              <a:rPr lang="nl-NL" altLang="zh-CN" sz="2000"/>
              <a:t>(*(*(</a:t>
            </a:r>
            <a:r>
              <a:rPr lang="en-US" altLang="zh-CN" sz="2000"/>
              <a:t>vptr</a:t>
            </a:r>
            <a:r>
              <a:rPr lang="nl-NL" altLang="zh-CN" sz="2000"/>
              <a:t>*)p+1))(p);</a:t>
            </a:r>
            <a:endParaRPr lang="zh-CN" altLang="en-US" sz="20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568EDD-8408-3920-E692-82314912EB0F}"/>
              </a:ext>
            </a:extLst>
          </p:cNvPr>
          <p:cNvSpPr txBox="1"/>
          <p:nvPr/>
        </p:nvSpPr>
        <p:spPr>
          <a:xfrm>
            <a:off x="4618038" y="44450"/>
            <a:ext cx="4373562" cy="40005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2000" dirty="0" err="1">
                <a:ea typeface="宋体" charset="-122"/>
              </a:rPr>
              <a:t>typedef</a:t>
            </a:r>
            <a:r>
              <a:rPr lang="en-US" altLang="zh-CN" sz="2000" dirty="0">
                <a:ea typeface="宋体" charset="-122"/>
              </a:rPr>
              <a:t> void (*</a:t>
            </a:r>
            <a:r>
              <a:rPr lang="en-US" altLang="zh-CN" sz="2000" dirty="0" err="1">
                <a:ea typeface="宋体" charset="-122"/>
              </a:rPr>
              <a:t>FuncPtr</a:t>
            </a:r>
            <a:r>
              <a:rPr lang="en-US" altLang="zh-CN" sz="2000" dirty="0">
                <a:ea typeface="宋体" charset="-122"/>
              </a:rPr>
              <a:t>)(void *);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B8ED3A-BC25-63BB-C05A-11CDB2380B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5600" y="5084763"/>
            <a:ext cx="3192463" cy="4000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/>
              <a:t>typedef FuncPtr *vptr; </a:t>
            </a:r>
            <a:endParaRPr lang="zh-CN" altLang="en-US" sz="2000"/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5F752BB6-56A3-6F7F-1098-9AECB503B348}"/>
              </a:ext>
            </a:extLst>
          </p:cNvPr>
          <p:cNvCxnSpPr/>
          <p:nvPr/>
        </p:nvCxnSpPr>
        <p:spPr>
          <a:xfrm>
            <a:off x="6948488" y="444500"/>
            <a:ext cx="576262" cy="1328738"/>
          </a:xfrm>
          <a:prstGeom prst="straightConnector1">
            <a:avLst/>
          </a:prstGeom>
          <a:ln>
            <a:solidFill>
              <a:srgbClr val="00CC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6DC79FBA-B3A4-9FEE-5DE6-DC69095086AF}"/>
              </a:ext>
            </a:extLst>
          </p:cNvPr>
          <p:cNvCxnSpPr/>
          <p:nvPr/>
        </p:nvCxnSpPr>
        <p:spPr>
          <a:xfrm flipH="1" flipV="1">
            <a:off x="6380163" y="3644900"/>
            <a:ext cx="1792287" cy="1584325"/>
          </a:xfrm>
          <a:prstGeom prst="straightConnector1">
            <a:avLst/>
          </a:prstGeom>
          <a:ln>
            <a:solidFill>
              <a:srgbClr val="00CC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C814CD1-F6A1-B1B8-AE67-906E9D1840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8400" y="2524125"/>
            <a:ext cx="3444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/>
              <a:t>p</a:t>
            </a:r>
            <a:endParaRPr lang="zh-CN" altLang="en-US" sz="2000"/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6DAFF62F-02D4-0938-544D-313F1ECA0921}"/>
              </a:ext>
            </a:extLst>
          </p:cNvPr>
          <p:cNvCxnSpPr/>
          <p:nvPr/>
        </p:nvCxnSpPr>
        <p:spPr>
          <a:xfrm flipV="1">
            <a:off x="4268788" y="1700213"/>
            <a:ext cx="1743075" cy="1065212"/>
          </a:xfrm>
          <a:prstGeom prst="straightConnector1">
            <a:avLst/>
          </a:prstGeom>
          <a:ln w="1905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41F76B29-5E73-39B3-A413-BF604092BCC5}"/>
              </a:ext>
            </a:extLst>
          </p:cNvPr>
          <p:cNvCxnSpPr/>
          <p:nvPr/>
        </p:nvCxnSpPr>
        <p:spPr>
          <a:xfrm>
            <a:off x="4268788" y="2765425"/>
            <a:ext cx="1743075" cy="735013"/>
          </a:xfrm>
          <a:prstGeom prst="straightConnector1">
            <a:avLst/>
          </a:prstGeom>
          <a:ln w="1905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7B575299-9E24-C772-C7BE-5E85AEC78B74}"/>
              </a:ext>
            </a:extLst>
          </p:cNvPr>
          <p:cNvSpPr/>
          <p:nvPr/>
        </p:nvSpPr>
        <p:spPr>
          <a:xfrm>
            <a:off x="4067175" y="2636838"/>
            <a:ext cx="620713" cy="2349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3CEBF0ED-0DF5-7215-6628-0302FEE50931}"/>
              </a:ext>
            </a:extLst>
          </p:cNvPr>
          <p:cNvCxnSpPr/>
          <p:nvPr/>
        </p:nvCxnSpPr>
        <p:spPr>
          <a:xfrm flipH="1" flipV="1">
            <a:off x="6351588" y="1887538"/>
            <a:ext cx="1820862" cy="3341687"/>
          </a:xfrm>
          <a:prstGeom prst="straightConnector1">
            <a:avLst/>
          </a:prstGeom>
          <a:ln>
            <a:solidFill>
              <a:srgbClr val="00CC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3FE97A6F-40E2-E6D3-5C99-0821EA0E8A41}"/>
              </a:ext>
            </a:extLst>
          </p:cNvPr>
          <p:cNvCxnSpPr/>
          <p:nvPr/>
        </p:nvCxnSpPr>
        <p:spPr>
          <a:xfrm>
            <a:off x="6948488" y="444500"/>
            <a:ext cx="576262" cy="3113088"/>
          </a:xfrm>
          <a:prstGeom prst="straightConnector1">
            <a:avLst/>
          </a:prstGeom>
          <a:ln>
            <a:solidFill>
              <a:srgbClr val="00CC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FE8EB99-FF85-345E-BD0D-9B17E7E8DC47}"/>
              </a:ext>
            </a:extLst>
          </p:cNvPr>
          <p:cNvSpPr txBox="1"/>
          <p:nvPr/>
        </p:nvSpPr>
        <p:spPr>
          <a:xfrm>
            <a:off x="7308850" y="765175"/>
            <a:ext cx="1108075" cy="368300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dirty="0">
                <a:solidFill>
                  <a:schemeClr val="accent4">
                    <a:lumMod val="10000"/>
                  </a:schemeClr>
                </a:solidFill>
                <a:ea typeface="宋体" charset="-122"/>
              </a:rPr>
              <a:t>虚函数表</a:t>
            </a:r>
          </a:p>
        </p:txBody>
      </p:sp>
      <p:sp>
        <p:nvSpPr>
          <p:cNvPr id="20" name="TextBox 9">
            <a:extLst>
              <a:ext uri="{FF2B5EF4-FFF2-40B4-BE49-F238E27FC236}">
                <a16:creationId xmlns:a16="http://schemas.microsoft.com/office/drawing/2014/main" id="{FF28AA17-89B1-7F91-34BC-4539734EE6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7175" y="1989138"/>
            <a:ext cx="8493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/>
              <a:t>f(&amp;</a:t>
            </a:r>
            <a:r>
              <a:rPr lang="en-US" altLang="zh-CN" sz="2000">
                <a:solidFill>
                  <a:srgbClr val="FFC000"/>
                </a:solidFill>
              </a:rPr>
              <a:t>a</a:t>
            </a:r>
            <a:r>
              <a:rPr lang="en-US" altLang="zh-CN" sz="2000"/>
              <a:t>)</a:t>
            </a:r>
            <a:endParaRPr lang="zh-CN" altLang="en-US" sz="2000"/>
          </a:p>
        </p:txBody>
      </p:sp>
      <p:sp>
        <p:nvSpPr>
          <p:cNvPr id="21" name="TextBox 9">
            <a:extLst>
              <a:ext uri="{FF2B5EF4-FFF2-40B4-BE49-F238E27FC236}">
                <a16:creationId xmlns:a16="http://schemas.microsoft.com/office/drawing/2014/main" id="{F0DA83BA-4AA7-5A34-02A4-5610772F1B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7175" y="3068638"/>
            <a:ext cx="8556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/>
              <a:t>f(&amp;</a:t>
            </a:r>
            <a:r>
              <a:rPr lang="en-US" altLang="zh-CN" sz="2000">
                <a:solidFill>
                  <a:srgbClr val="FFC000"/>
                </a:solidFill>
              </a:rPr>
              <a:t>b</a:t>
            </a:r>
            <a:r>
              <a:rPr lang="en-US" altLang="zh-CN" sz="2000"/>
              <a:t>)</a:t>
            </a:r>
            <a:endParaRPr lang="zh-CN" altLang="en-US" sz="2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10" grpId="0"/>
      <p:bldP spid="18" grpId="0" animBg="1"/>
      <p:bldP spid="6" grpId="0" animBg="1"/>
      <p:bldP spid="20" grpId="0"/>
      <p:bldP spid="21" grpId="0"/>
    </p:bldLst>
  </p:timing>
</p:sld>
</file>

<file path=ppt/theme/theme1.xml><?xml version="1.0" encoding="utf-8"?>
<a:theme xmlns:a="http://schemas.openxmlformats.org/drawingml/2006/main" name="Globe">
  <a:themeElements>
    <a:clrScheme name="Globe 9">
      <a:dk1>
        <a:srgbClr val="003B76"/>
      </a:dk1>
      <a:lt1>
        <a:srgbClr val="FFFFFF"/>
      </a:lt1>
      <a:dk2>
        <a:srgbClr val="0066CC"/>
      </a:dk2>
      <a:lt2>
        <a:srgbClr val="FFFF66"/>
      </a:lt2>
      <a:accent1>
        <a:srgbClr val="33CCCC"/>
      </a:accent1>
      <a:accent2>
        <a:srgbClr val="66CCFF"/>
      </a:accent2>
      <a:accent3>
        <a:srgbClr val="AAB8E2"/>
      </a:accent3>
      <a:accent4>
        <a:srgbClr val="DADADA"/>
      </a:accent4>
      <a:accent5>
        <a:srgbClr val="ADE2E2"/>
      </a:accent5>
      <a:accent6>
        <a:srgbClr val="5CB9E7"/>
      </a:accent6>
      <a:hlink>
        <a:srgbClr val="FFFFCC"/>
      </a:hlink>
      <a:folHlink>
        <a:srgbClr val="FFCC66"/>
      </a:folHlink>
    </a:clrScheme>
    <a:fontScheme name="Globe">
      <a:majorFont>
        <a:latin typeface="Arial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2075" tIns="46038" rIns="92075" bIns="46038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2075" tIns="46038" rIns="92075" bIns="46038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宋体" pitchFamily="2" charset="-122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dirty="0"/>
        </a:defPPr>
      </a:lstStyle>
    </a:txDef>
  </a:objectDefaults>
  <a:extraClrSchemeLst>
    <a:extraClrScheme>
      <a:clrScheme name="Globe 1">
        <a:dk1>
          <a:srgbClr val="622100"/>
        </a:dk1>
        <a:lt1>
          <a:srgbClr val="FFFFFF"/>
        </a:lt1>
        <a:dk2>
          <a:srgbClr val="800000"/>
        </a:dk2>
        <a:lt2>
          <a:srgbClr val="FFFFCC"/>
        </a:lt2>
        <a:accent1>
          <a:srgbClr val="E42B00"/>
        </a:accent1>
        <a:accent2>
          <a:srgbClr val="996600"/>
        </a:accent2>
        <a:accent3>
          <a:srgbClr val="C0AAAA"/>
        </a:accent3>
        <a:accent4>
          <a:srgbClr val="DADADA"/>
        </a:accent4>
        <a:accent5>
          <a:srgbClr val="EFACAA"/>
        </a:accent5>
        <a:accent6>
          <a:srgbClr val="8A5C00"/>
        </a:accent6>
        <a:hlink>
          <a:srgbClr val="FADF6C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2">
        <a:dk1>
          <a:srgbClr val="5F4545"/>
        </a:dk1>
        <a:lt1>
          <a:srgbClr val="FFFFFF"/>
        </a:lt1>
        <a:dk2>
          <a:srgbClr val="8F6969"/>
        </a:dk2>
        <a:lt2>
          <a:srgbClr val="FFFFCC"/>
        </a:lt2>
        <a:accent1>
          <a:srgbClr val="CC6600"/>
        </a:accent1>
        <a:accent2>
          <a:srgbClr val="924C0C"/>
        </a:accent2>
        <a:accent3>
          <a:srgbClr val="C6B9B9"/>
        </a:accent3>
        <a:accent4>
          <a:srgbClr val="DADADA"/>
        </a:accent4>
        <a:accent5>
          <a:srgbClr val="E2B8AA"/>
        </a:accent5>
        <a:accent6>
          <a:srgbClr val="84440A"/>
        </a:accent6>
        <a:hlink>
          <a:srgbClr val="CFD375"/>
        </a:hlink>
        <a:folHlink>
          <a:srgbClr val="98BB9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3">
        <a:dk1>
          <a:srgbClr val="003B76"/>
        </a:dk1>
        <a:lt1>
          <a:srgbClr val="FFFFFF"/>
        </a:lt1>
        <a:dk2>
          <a:srgbClr val="0066CC"/>
        </a:dk2>
        <a:lt2>
          <a:srgbClr val="CCECFF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4">
        <a:dk1>
          <a:srgbClr val="005856"/>
        </a:dk1>
        <a:lt1>
          <a:srgbClr val="FFFFFF"/>
        </a:lt1>
        <a:dk2>
          <a:srgbClr val="008080"/>
        </a:dk2>
        <a:lt2>
          <a:srgbClr val="FFFFCC"/>
        </a:lt2>
        <a:accent1>
          <a:srgbClr val="0099CC"/>
        </a:accent1>
        <a:accent2>
          <a:srgbClr val="00CCFF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B9E7"/>
        </a:accent6>
        <a:hlink>
          <a:srgbClr val="1ACE9F"/>
        </a:hlink>
        <a:folHlink>
          <a:srgbClr val="948CC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5">
        <a:dk1>
          <a:srgbClr val="3C5436"/>
        </a:dk1>
        <a:lt1>
          <a:srgbClr val="FFFFFF"/>
        </a:lt1>
        <a:dk2>
          <a:srgbClr val="5F8656"/>
        </a:dk2>
        <a:lt2>
          <a:srgbClr val="D6D8C0"/>
        </a:lt2>
        <a:accent1>
          <a:srgbClr val="61733D"/>
        </a:accent1>
        <a:accent2>
          <a:srgbClr val="324A39"/>
        </a:accent2>
        <a:accent3>
          <a:srgbClr val="B6C3B4"/>
        </a:accent3>
        <a:accent4>
          <a:srgbClr val="DADADA"/>
        </a:accent4>
        <a:accent5>
          <a:srgbClr val="B7BCAF"/>
        </a:accent5>
        <a:accent6>
          <a:srgbClr val="2C4233"/>
        </a:accent6>
        <a:hlink>
          <a:srgbClr val="73D588"/>
        </a:hlink>
        <a:folHlink>
          <a:srgbClr val="6F99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6">
        <a:dk1>
          <a:srgbClr val="5B7B65"/>
        </a:dk1>
        <a:lt1>
          <a:srgbClr val="FFFFFF"/>
        </a:lt1>
        <a:dk2>
          <a:srgbClr val="9ABE9D"/>
        </a:dk2>
        <a:lt2>
          <a:srgbClr val="336600"/>
        </a:lt2>
        <a:accent1>
          <a:srgbClr val="00CC66"/>
        </a:accent1>
        <a:accent2>
          <a:srgbClr val="4E7050"/>
        </a:accent2>
        <a:accent3>
          <a:srgbClr val="CADBCC"/>
        </a:accent3>
        <a:accent4>
          <a:srgbClr val="DADADA"/>
        </a:accent4>
        <a:accent5>
          <a:srgbClr val="AAE2B8"/>
        </a:accent5>
        <a:accent6>
          <a:srgbClr val="466548"/>
        </a:accent6>
        <a:hlink>
          <a:srgbClr val="FFFFCC"/>
        </a:hlink>
        <a:folHlink>
          <a:srgbClr val="9CE8A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7">
        <a:dk1>
          <a:srgbClr val="4C4E44"/>
        </a:dk1>
        <a:lt1>
          <a:srgbClr val="FFFFFF"/>
        </a:lt1>
        <a:dk2>
          <a:srgbClr val="686B5D"/>
        </a:dk2>
        <a:lt2>
          <a:srgbClr val="D6D5C6"/>
        </a:lt2>
        <a:accent1>
          <a:srgbClr val="898D79"/>
        </a:accent1>
        <a:accent2>
          <a:srgbClr val="4D4F45"/>
        </a:accent2>
        <a:accent3>
          <a:srgbClr val="B9BAB6"/>
        </a:accent3>
        <a:accent4>
          <a:srgbClr val="DADADA"/>
        </a:accent4>
        <a:accent5>
          <a:srgbClr val="C4C5BE"/>
        </a:accent5>
        <a:accent6>
          <a:srgbClr val="45473E"/>
        </a:accent6>
        <a:hlink>
          <a:srgbClr val="58BE67"/>
        </a:hlink>
        <a:folHlink>
          <a:srgbClr val="C0C64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8">
        <a:dk1>
          <a:srgbClr val="000000"/>
        </a:dk1>
        <a:lt1>
          <a:srgbClr val="FFFFDD"/>
        </a:lt1>
        <a:dk2>
          <a:srgbClr val="000000"/>
        </a:dk2>
        <a:lt2>
          <a:srgbClr val="98977A"/>
        </a:lt2>
        <a:accent1>
          <a:srgbClr val="BDCDA7"/>
        </a:accent1>
        <a:accent2>
          <a:srgbClr val="A0D060"/>
        </a:accent2>
        <a:accent3>
          <a:srgbClr val="FFFFEB"/>
        </a:accent3>
        <a:accent4>
          <a:srgbClr val="000000"/>
        </a:accent4>
        <a:accent5>
          <a:srgbClr val="DBE3D0"/>
        </a:accent5>
        <a:accent6>
          <a:srgbClr val="91BC56"/>
        </a:accent6>
        <a:hlink>
          <a:srgbClr val="FADD4E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e 9">
        <a:dk1>
          <a:srgbClr val="003B76"/>
        </a:dk1>
        <a:lt1>
          <a:srgbClr val="FFFFFF"/>
        </a:lt1>
        <a:dk2>
          <a:srgbClr val="0066CC"/>
        </a:dk2>
        <a:lt2>
          <a:srgbClr val="FFFF66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Globe</Template>
  <TotalTime>23399</TotalTime>
  <Words>2516</Words>
  <Application>Microsoft Office PowerPoint</Application>
  <PresentationFormat>全屏显示(4:3)</PresentationFormat>
  <Paragraphs>320</Paragraphs>
  <Slides>21</Slides>
  <Notes>0</Notes>
  <HiddenSlides>2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7" baseType="lpstr">
      <vt:lpstr>Verdana</vt:lpstr>
      <vt:lpstr>宋体</vt:lpstr>
      <vt:lpstr>Arial</vt:lpstr>
      <vt:lpstr>Wingdings</vt:lpstr>
      <vt:lpstr>Times New Roman</vt:lpstr>
      <vt:lpstr>Globe</vt:lpstr>
      <vt:lpstr>虚函数与消息的动态绑定</vt:lpstr>
      <vt:lpstr>消息的多态性</vt:lpstr>
      <vt:lpstr>PowerPoint 演示文稿</vt:lpstr>
      <vt:lpstr>消息的绑定</vt:lpstr>
      <vt:lpstr>消息的绑定</vt:lpstr>
      <vt:lpstr>消息的动态绑定</vt:lpstr>
      <vt:lpstr>PowerPoint 演示文稿</vt:lpstr>
      <vt:lpstr>虚函数</vt:lpstr>
      <vt:lpstr>在派生类中重定义基类的成员函数</vt:lpstr>
      <vt:lpstr>PowerPoint 演示文稿</vt:lpstr>
      <vt:lpstr>对虚函数几点说明</vt:lpstr>
      <vt:lpstr>消息动态绑定的各种情况</vt:lpstr>
      <vt:lpstr>PowerPoint 演示文稿</vt:lpstr>
      <vt:lpstr>PowerPoint 演示文稿</vt:lpstr>
      <vt:lpstr>PowerPoint 演示文稿</vt:lpstr>
      <vt:lpstr>通过基类指针访问派生类中新定义的成员</vt:lpstr>
      <vt:lpstr>对虚函数几点说明</vt:lpstr>
      <vt:lpstr>对虚函数几点说明</vt:lpstr>
      <vt:lpstr>何时需要定义虚函数？</vt:lpstr>
      <vt:lpstr>虚函数动态绑定的实现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Chapter12   Derived Classes</dc:title>
  <dc:creator>chenjj</dc:creator>
  <cp:lastModifiedBy>润泽 颜</cp:lastModifiedBy>
  <cp:revision>824</cp:revision>
  <dcterms:created xsi:type="dcterms:W3CDTF">1999-06-07T07:18:19Z</dcterms:created>
  <dcterms:modified xsi:type="dcterms:W3CDTF">2026-06-18T00:20:42Z</dcterms:modified>
</cp:coreProperties>
</file>