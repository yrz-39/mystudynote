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72" r:id="rId2"/>
    <p:sldId id="285" r:id="rId3"/>
    <p:sldId id="286" r:id="rId4"/>
    <p:sldId id="287" r:id="rId5"/>
    <p:sldId id="288" r:id="rId6"/>
    <p:sldId id="294" r:id="rId7"/>
    <p:sldId id="289" r:id="rId8"/>
    <p:sldId id="295" r:id="rId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3" d="100"/>
          <a:sy n="153" d="100"/>
        </p:scale>
        <p:origin x="4590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37D8574-1D2C-49E5-AE5D-404BB5909B39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EBC7905-9ED5-1FDF-7B71-CD7937C9787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93D823F-F012-459E-0226-34813234109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5DB6F64-33E5-2659-44C6-FF7DCDE080C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39A23C6F-B835-434B-8EA5-A4DD1E0922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26" name="Freeform 7">
                <a:extLst>
                  <a:ext uri="{FF2B5EF4-FFF2-40B4-BE49-F238E27FC236}">
                    <a16:creationId xmlns:a16="http://schemas.microsoft.com/office/drawing/2014/main" id="{DC0C131D-11FE-DCB7-A029-FE65194A738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7" name="Freeform 8">
                <a:extLst>
                  <a:ext uri="{FF2B5EF4-FFF2-40B4-BE49-F238E27FC236}">
                    <a16:creationId xmlns:a16="http://schemas.microsoft.com/office/drawing/2014/main" id="{897B479D-7C15-7BB5-AC51-A2188A7503A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8" name="Freeform 9">
                <a:extLst>
                  <a:ext uri="{FF2B5EF4-FFF2-40B4-BE49-F238E27FC236}">
                    <a16:creationId xmlns:a16="http://schemas.microsoft.com/office/drawing/2014/main" id="{FB372EC9-F373-B3C3-C655-8A10A0035BD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29" name="Freeform 10">
                <a:extLst>
                  <a:ext uri="{FF2B5EF4-FFF2-40B4-BE49-F238E27FC236}">
                    <a16:creationId xmlns:a16="http://schemas.microsoft.com/office/drawing/2014/main" id="{06EFA9A0-068E-C29B-E16B-D4F874BEC5B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0" name="Freeform 11">
                <a:extLst>
                  <a:ext uri="{FF2B5EF4-FFF2-40B4-BE49-F238E27FC236}">
                    <a16:creationId xmlns:a16="http://schemas.microsoft.com/office/drawing/2014/main" id="{848E4B14-D318-01B2-5C1A-91ACF09C543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1" name="Freeform 12">
                <a:extLst>
                  <a:ext uri="{FF2B5EF4-FFF2-40B4-BE49-F238E27FC236}">
                    <a16:creationId xmlns:a16="http://schemas.microsoft.com/office/drawing/2014/main" id="{C3EFFED7-7021-506B-25DB-E91FA5BCCF0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2" name="Freeform 13">
                <a:extLst>
                  <a:ext uri="{FF2B5EF4-FFF2-40B4-BE49-F238E27FC236}">
                    <a16:creationId xmlns:a16="http://schemas.microsoft.com/office/drawing/2014/main" id="{55FB400C-2061-1270-AC66-E991C9E6804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3" name="Freeform 14">
                <a:extLst>
                  <a:ext uri="{FF2B5EF4-FFF2-40B4-BE49-F238E27FC236}">
                    <a16:creationId xmlns:a16="http://schemas.microsoft.com/office/drawing/2014/main" id="{EE9A7822-344F-B99C-1049-14990826E5F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4" name="Freeform 15">
                <a:extLst>
                  <a:ext uri="{FF2B5EF4-FFF2-40B4-BE49-F238E27FC236}">
                    <a16:creationId xmlns:a16="http://schemas.microsoft.com/office/drawing/2014/main" id="{4A398D07-573B-9B3B-7DFF-F0D8EA4FD74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CA5931EA-167F-035F-D994-459F6736FC4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6" name="Freeform 17">
                <a:extLst>
                  <a:ext uri="{FF2B5EF4-FFF2-40B4-BE49-F238E27FC236}">
                    <a16:creationId xmlns:a16="http://schemas.microsoft.com/office/drawing/2014/main" id="{FB196102-86D5-6A6C-BFB3-4137ADD4962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7" name="Freeform 18">
                <a:extLst>
                  <a:ext uri="{FF2B5EF4-FFF2-40B4-BE49-F238E27FC236}">
                    <a16:creationId xmlns:a16="http://schemas.microsoft.com/office/drawing/2014/main" id="{1425186D-30EB-623A-52A2-9D821996D06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38" name="Freeform 19">
                <a:extLst>
                  <a:ext uri="{FF2B5EF4-FFF2-40B4-BE49-F238E27FC236}">
                    <a16:creationId xmlns:a16="http://schemas.microsoft.com/office/drawing/2014/main" id="{0F98458E-7270-0753-C170-4046BDF4ECF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C0FC83F0-3884-7E5A-8CC2-B206AAD2387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E99389BB-9DD1-C979-80DA-027B52024A7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934279A0-CA60-A96A-521D-BA983DEC498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BDB4B6FC-E54C-4B3E-1BD0-BFD4CA07162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815 w 717"/>
                <a:gd name="T1" fmla="*/ 845 h 845"/>
                <a:gd name="T2" fmla="*/ 815 w 717"/>
                <a:gd name="T3" fmla="*/ 821 h 845"/>
                <a:gd name="T4" fmla="*/ 672 w 717"/>
                <a:gd name="T5" fmla="*/ 605 h 845"/>
                <a:gd name="T6" fmla="*/ 455 w 717"/>
                <a:gd name="T7" fmla="*/ 396 h 845"/>
                <a:gd name="T8" fmla="*/ 270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58 w 717"/>
                <a:gd name="T15" fmla="*/ 198 h 845"/>
                <a:gd name="T16" fmla="*/ 449 w 717"/>
                <a:gd name="T17" fmla="*/ 408 h 845"/>
                <a:gd name="T18" fmla="*/ 666 w 717"/>
                <a:gd name="T19" fmla="*/ 623 h 845"/>
                <a:gd name="T20" fmla="*/ 815 w 717"/>
                <a:gd name="T21" fmla="*/ 845 h 845"/>
                <a:gd name="T22" fmla="*/ 815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24">
              <a:extLst>
                <a:ext uri="{FF2B5EF4-FFF2-40B4-BE49-F238E27FC236}">
                  <a16:creationId xmlns:a16="http://schemas.microsoft.com/office/drawing/2014/main" id="{EEE7524A-9847-8933-C634-5A6F9361F99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56 w 407"/>
                <a:gd name="T1" fmla="*/ 414 h 414"/>
                <a:gd name="T2" fmla="*/ 456 w 407"/>
                <a:gd name="T3" fmla="*/ 396 h 414"/>
                <a:gd name="T4" fmla="*/ 271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65 w 407"/>
                <a:gd name="T13" fmla="*/ 204 h 414"/>
                <a:gd name="T14" fmla="*/ 456 w 407"/>
                <a:gd name="T15" fmla="*/ 414 h 414"/>
                <a:gd name="T16" fmla="*/ 456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25">
              <a:extLst>
                <a:ext uri="{FF2B5EF4-FFF2-40B4-BE49-F238E27FC236}">
                  <a16:creationId xmlns:a16="http://schemas.microsoft.com/office/drawing/2014/main" id="{A891F75B-5553-D9E4-0071-84CA1E3F139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76C663C9-18FF-1C6B-EAAC-5C722249F8F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84 w 586"/>
                <a:gd name="T1" fmla="*/ 0 h 599"/>
                <a:gd name="T2" fmla="*/ 666 w 586"/>
                <a:gd name="T3" fmla="*/ 0 h 599"/>
                <a:gd name="T4" fmla="*/ 472 w 586"/>
                <a:gd name="T5" fmla="*/ 132 h 599"/>
                <a:gd name="T6" fmla="*/ 306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06 w 586"/>
                <a:gd name="T17" fmla="*/ 282 h 599"/>
                <a:gd name="T18" fmla="*/ 484 w 586"/>
                <a:gd name="T19" fmla="*/ 138 h 599"/>
                <a:gd name="T20" fmla="*/ 684 w 586"/>
                <a:gd name="T21" fmla="*/ 0 h 599"/>
                <a:gd name="T22" fmla="*/ 68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3A4EF4E8-3476-27CA-09D9-FC87E63E40F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18 w 269"/>
                <a:gd name="T1" fmla="*/ 0 h 252"/>
                <a:gd name="T2" fmla="*/ 300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18 w 269"/>
                <a:gd name="T15" fmla="*/ 0 h 252"/>
                <a:gd name="T16" fmla="*/ 318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8">
              <a:extLst>
                <a:ext uri="{FF2B5EF4-FFF2-40B4-BE49-F238E27FC236}">
                  <a16:creationId xmlns:a16="http://schemas.microsoft.com/office/drawing/2014/main" id="{BC13013B-B9D5-DA83-D1C4-B1273E529506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9">
              <a:extLst>
                <a:ext uri="{FF2B5EF4-FFF2-40B4-BE49-F238E27FC236}">
                  <a16:creationId xmlns:a16="http://schemas.microsoft.com/office/drawing/2014/main" id="{007AEE94-89AC-1693-21E9-AF7A0AB895C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30">
              <a:extLst>
                <a:ext uri="{FF2B5EF4-FFF2-40B4-BE49-F238E27FC236}">
                  <a16:creationId xmlns:a16="http://schemas.microsoft.com/office/drawing/2014/main" id="{D49BB56D-F443-3D93-92BD-2F7222E6582F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Group 31">
              <a:extLst>
                <a:ext uri="{FF2B5EF4-FFF2-40B4-BE49-F238E27FC236}">
                  <a16:creationId xmlns:a16="http://schemas.microsoft.com/office/drawing/2014/main" id="{B44A9272-2870-7BB5-BDB2-FDE051579C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21" name="Line 32">
                <a:extLst>
                  <a:ext uri="{FF2B5EF4-FFF2-40B4-BE49-F238E27FC236}">
                    <a16:creationId xmlns:a16="http://schemas.microsoft.com/office/drawing/2014/main" id="{4D143C1F-26DB-EF93-9C98-3B24B4F2968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3">
                <a:extLst>
                  <a:ext uri="{FF2B5EF4-FFF2-40B4-BE49-F238E27FC236}">
                    <a16:creationId xmlns:a16="http://schemas.microsoft.com/office/drawing/2014/main" id="{821CA646-EF9C-5AC5-B19C-71711590AC8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4">
                <a:extLst>
                  <a:ext uri="{FF2B5EF4-FFF2-40B4-BE49-F238E27FC236}">
                    <a16:creationId xmlns:a16="http://schemas.microsoft.com/office/drawing/2014/main" id="{1A5378D6-7844-B68E-338D-E9A6481ACFB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5">
                <a:extLst>
                  <a:ext uri="{FF2B5EF4-FFF2-40B4-BE49-F238E27FC236}">
                    <a16:creationId xmlns:a16="http://schemas.microsoft.com/office/drawing/2014/main" id="{CD28B27E-FF24-0FF5-4D5C-3356C7E0012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6">
                <a:extLst>
                  <a:ext uri="{FF2B5EF4-FFF2-40B4-BE49-F238E27FC236}">
                    <a16:creationId xmlns:a16="http://schemas.microsoft.com/office/drawing/2014/main" id="{096847F9-B99C-0956-734A-EA2AF8A45D1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" name="Line 37">
              <a:extLst>
                <a:ext uri="{FF2B5EF4-FFF2-40B4-BE49-F238E27FC236}">
                  <a16:creationId xmlns:a16="http://schemas.microsoft.com/office/drawing/2014/main" id="{181137EC-6E90-7265-D7E7-A1C598041B2C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8">
              <a:extLst>
                <a:ext uri="{FF2B5EF4-FFF2-40B4-BE49-F238E27FC236}">
                  <a16:creationId xmlns:a16="http://schemas.microsoft.com/office/drawing/2014/main" id="{BD794E14-8794-9820-16F1-4330E3143DC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31" name="Rectangle 3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8232" name="Rectangle 40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97C31A3C-C8FC-6948-45B5-A977273E60E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B3B77A8C-BDFF-9DFB-07EC-CA5EE4DFD4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CB62D54A-3480-0419-4DC5-5EE870150A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40F4EF-9517-48F4-A043-6E317E5D37E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909341"/>
      </p:ext>
    </p:extLst>
  </p:cSld>
  <p:clrMapOvr>
    <a:overrideClrMapping bg1="dk2" tx1="lt1" bg2="dk1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61FDB137-8A56-F2B7-4EA2-4C77C102D0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67F06C45-932B-9F92-1F54-3288800D1A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9A75679F-F2F5-792D-A2FE-C6789E7B09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9FF734-8106-4F05-9503-7BE2720868C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0355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2B8328DB-C9D4-F7FF-EB71-E84BC81C7D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7FF40E44-5DCB-6259-23E0-1CE1292AC2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0DA65855-32C8-AB80-334E-DF5C44F762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295986-B957-4642-8EC7-AD2B4B4DE54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5347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61E4A385-6CBD-D37E-730F-B167D26818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8B19A557-AA6C-0626-633C-2EBB333D06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DA9ED96D-02AB-A1D1-9EAF-22997D0E3D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EEBF1A-50E7-4989-A03A-8D8A3BB6F47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2315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E136A84D-0C51-A16E-F169-FBBD9BC311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E354EB82-5B22-ED10-EDD9-1CC555DA42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83C1DC8E-9BF1-6D1F-BC75-ADE46084FA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7AD37F-CB77-444A-9296-4F610808944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271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D423447C-0B85-E675-7E8F-C7F059DAE1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50206DEE-823D-2D81-E1C6-7191BA7C17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0EAD3592-29AE-21DF-755C-5C2FB281FE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4F04A2-8FC0-4D14-BA28-06D47DF4015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406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9C87D7F1-641F-BE93-12B5-507663F924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622FBED1-0BB0-C7B8-833E-0C0A920684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E03C7F6D-EE7E-4312-1CCA-5603A2BC2E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9C1822-7303-456B-9D9E-671AFABEBE6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0986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04F2A3CB-252D-7530-272F-7EB1670F1C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8B6551C9-23AF-2B39-ACE1-D8A87E0791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7489F71E-0189-6EA8-85CE-B68E78AEA7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74654E-F330-4D65-82B8-128783C0EC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8255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774757BB-32AC-06DE-2026-D90496EA99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B17953AB-519D-B479-06FD-E42A495A50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03D8CE95-EE75-73F3-98B4-D8DC06C170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51CD0F-3936-483A-B348-AD1A22940D3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9899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77056F60-91C6-7275-2531-428D925A19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A2A9115E-05AA-223E-BEFA-8F6ABE9D6D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EC0B791E-F07F-4EF4-E3A7-7A1510F3D6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F08433-647F-42A8-9C58-5F7BFAEF1E8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162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E748AF17-4CD4-4A75-8F3C-97CE838FE3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BC68626E-7DAF-167E-5C95-121972C07A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F95609A7-271D-F2A8-1053-7452638EE3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9DBFE0-87DB-478D-8839-E47C4A0026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7207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4D99"/>
            </a:gs>
            <a:gs pos="89999">
              <a:srgbClr val="002850"/>
            </a:gs>
            <a:gs pos="100000">
              <a:srgbClr val="00285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AF38EB7E-14F5-3B69-0AC4-CA51F025057A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7171" name="Freeform 3">
              <a:extLst>
                <a:ext uri="{FF2B5EF4-FFF2-40B4-BE49-F238E27FC236}">
                  <a16:creationId xmlns:a16="http://schemas.microsoft.com/office/drawing/2014/main" id="{CA0E288E-4B97-0736-84C9-E2F7853EABE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172" name="Freeform 4">
              <a:extLst>
                <a:ext uri="{FF2B5EF4-FFF2-40B4-BE49-F238E27FC236}">
                  <a16:creationId xmlns:a16="http://schemas.microsoft.com/office/drawing/2014/main" id="{4CACD9CF-AA1A-3F7E-9382-BF77C34BCA0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173" name="Freeform 5">
              <a:extLst>
                <a:ext uri="{FF2B5EF4-FFF2-40B4-BE49-F238E27FC236}">
                  <a16:creationId xmlns:a16="http://schemas.microsoft.com/office/drawing/2014/main" id="{96422CDD-B8D6-B157-8BDC-F2488E191F4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1035" name="Group 6">
              <a:extLst>
                <a:ext uri="{FF2B5EF4-FFF2-40B4-BE49-F238E27FC236}">
                  <a16:creationId xmlns:a16="http://schemas.microsoft.com/office/drawing/2014/main" id="{C48A074D-6BF3-BA85-6C34-9C96DC5DA0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7175" name="Freeform 7">
                <a:extLst>
                  <a:ext uri="{FF2B5EF4-FFF2-40B4-BE49-F238E27FC236}">
                    <a16:creationId xmlns:a16="http://schemas.microsoft.com/office/drawing/2014/main" id="{9834C050-0CCC-7193-E8A5-A420D3F9A22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6" name="Freeform 8">
                <a:extLst>
                  <a:ext uri="{FF2B5EF4-FFF2-40B4-BE49-F238E27FC236}">
                    <a16:creationId xmlns:a16="http://schemas.microsoft.com/office/drawing/2014/main" id="{F5D60DAE-2DE0-08B8-E766-2AE490E7505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7" name="Freeform 9">
                <a:extLst>
                  <a:ext uri="{FF2B5EF4-FFF2-40B4-BE49-F238E27FC236}">
                    <a16:creationId xmlns:a16="http://schemas.microsoft.com/office/drawing/2014/main" id="{398441E4-8E08-C257-9C24-421E039AC71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8" name="Freeform 10">
                <a:extLst>
                  <a:ext uri="{FF2B5EF4-FFF2-40B4-BE49-F238E27FC236}">
                    <a16:creationId xmlns:a16="http://schemas.microsoft.com/office/drawing/2014/main" id="{AD0E5438-8F81-0558-20C1-BA6E586C43B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79" name="Freeform 11">
                <a:extLst>
                  <a:ext uri="{FF2B5EF4-FFF2-40B4-BE49-F238E27FC236}">
                    <a16:creationId xmlns:a16="http://schemas.microsoft.com/office/drawing/2014/main" id="{504FD074-1B22-160C-C417-9AA80A2C5EB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80" name="Freeform 12">
                <a:extLst>
                  <a:ext uri="{FF2B5EF4-FFF2-40B4-BE49-F238E27FC236}">
                    <a16:creationId xmlns:a16="http://schemas.microsoft.com/office/drawing/2014/main" id="{6DFB996D-2FA8-3FC0-9BFD-7AD9CBFD6D3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81" name="Freeform 13">
                <a:extLst>
                  <a:ext uri="{FF2B5EF4-FFF2-40B4-BE49-F238E27FC236}">
                    <a16:creationId xmlns:a16="http://schemas.microsoft.com/office/drawing/2014/main" id="{8D00BB18-AF0E-04BD-B494-9E2C9FF7416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82" name="Freeform 14">
                <a:extLst>
                  <a:ext uri="{FF2B5EF4-FFF2-40B4-BE49-F238E27FC236}">
                    <a16:creationId xmlns:a16="http://schemas.microsoft.com/office/drawing/2014/main" id="{01A19E7D-6AF8-0D93-D728-3C58D32AD6A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83" name="Freeform 15">
                <a:extLst>
                  <a:ext uri="{FF2B5EF4-FFF2-40B4-BE49-F238E27FC236}">
                    <a16:creationId xmlns:a16="http://schemas.microsoft.com/office/drawing/2014/main" id="{928A433B-B2E4-E3A0-4798-4BEBC583E99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84" name="Freeform 16">
                <a:extLst>
                  <a:ext uri="{FF2B5EF4-FFF2-40B4-BE49-F238E27FC236}">
                    <a16:creationId xmlns:a16="http://schemas.microsoft.com/office/drawing/2014/main" id="{D31F718A-E4F0-C456-753F-60376DC864E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85" name="Freeform 17">
                <a:extLst>
                  <a:ext uri="{FF2B5EF4-FFF2-40B4-BE49-F238E27FC236}">
                    <a16:creationId xmlns:a16="http://schemas.microsoft.com/office/drawing/2014/main" id="{29681A9F-F17D-292A-BD57-20E5B141AE0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86" name="Freeform 18">
                <a:extLst>
                  <a:ext uri="{FF2B5EF4-FFF2-40B4-BE49-F238E27FC236}">
                    <a16:creationId xmlns:a16="http://schemas.microsoft.com/office/drawing/2014/main" id="{4E5F5EB2-589B-CEF8-8E37-7D9915422E3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7187" name="Freeform 19">
                <a:extLst>
                  <a:ext uri="{FF2B5EF4-FFF2-40B4-BE49-F238E27FC236}">
                    <a16:creationId xmlns:a16="http://schemas.microsoft.com/office/drawing/2014/main" id="{410F4509-7633-503B-44E8-8BA02ED0450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188" name="Freeform 20">
              <a:extLst>
                <a:ext uri="{FF2B5EF4-FFF2-40B4-BE49-F238E27FC236}">
                  <a16:creationId xmlns:a16="http://schemas.microsoft.com/office/drawing/2014/main" id="{206E188A-4E09-F13B-FB0B-4F2791C823F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189" name="Freeform 21">
              <a:extLst>
                <a:ext uri="{FF2B5EF4-FFF2-40B4-BE49-F238E27FC236}">
                  <a16:creationId xmlns:a16="http://schemas.microsoft.com/office/drawing/2014/main" id="{1983E38C-880A-DD90-8747-58EB22A4D45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190" name="Freeform 22">
              <a:extLst>
                <a:ext uri="{FF2B5EF4-FFF2-40B4-BE49-F238E27FC236}">
                  <a16:creationId xmlns:a16="http://schemas.microsoft.com/office/drawing/2014/main" id="{89E1985D-2EFA-C90B-B623-6FF26B8ACB3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Freeform 23">
              <a:extLst>
                <a:ext uri="{FF2B5EF4-FFF2-40B4-BE49-F238E27FC236}">
                  <a16:creationId xmlns:a16="http://schemas.microsoft.com/office/drawing/2014/main" id="{E4CBD5E2-5341-0221-25FB-F1B82D22DBE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815 w 717"/>
                <a:gd name="T1" fmla="*/ 845 h 845"/>
                <a:gd name="T2" fmla="*/ 815 w 717"/>
                <a:gd name="T3" fmla="*/ 821 h 845"/>
                <a:gd name="T4" fmla="*/ 672 w 717"/>
                <a:gd name="T5" fmla="*/ 605 h 845"/>
                <a:gd name="T6" fmla="*/ 455 w 717"/>
                <a:gd name="T7" fmla="*/ 396 h 845"/>
                <a:gd name="T8" fmla="*/ 270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58 w 717"/>
                <a:gd name="T15" fmla="*/ 198 h 845"/>
                <a:gd name="T16" fmla="*/ 449 w 717"/>
                <a:gd name="T17" fmla="*/ 408 h 845"/>
                <a:gd name="T18" fmla="*/ 666 w 717"/>
                <a:gd name="T19" fmla="*/ 623 h 845"/>
                <a:gd name="T20" fmla="*/ 815 w 717"/>
                <a:gd name="T21" fmla="*/ 845 h 845"/>
                <a:gd name="T22" fmla="*/ 815 w 717"/>
                <a:gd name="T23" fmla="*/ 845 h 84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" name="Freeform 24">
              <a:extLst>
                <a:ext uri="{FF2B5EF4-FFF2-40B4-BE49-F238E27FC236}">
                  <a16:creationId xmlns:a16="http://schemas.microsoft.com/office/drawing/2014/main" id="{3B0D3FA7-9835-DF76-35AE-019976D6937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56 w 407"/>
                <a:gd name="T1" fmla="*/ 414 h 414"/>
                <a:gd name="T2" fmla="*/ 456 w 407"/>
                <a:gd name="T3" fmla="*/ 396 h 414"/>
                <a:gd name="T4" fmla="*/ 271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65 w 407"/>
                <a:gd name="T13" fmla="*/ 204 h 414"/>
                <a:gd name="T14" fmla="*/ 456 w 407"/>
                <a:gd name="T15" fmla="*/ 414 h 414"/>
                <a:gd name="T16" fmla="*/ 456 w 407"/>
                <a:gd name="T17" fmla="*/ 414 h 4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3" name="Freeform 25">
              <a:extLst>
                <a:ext uri="{FF2B5EF4-FFF2-40B4-BE49-F238E27FC236}">
                  <a16:creationId xmlns:a16="http://schemas.microsoft.com/office/drawing/2014/main" id="{D8E60932-D3CC-AE87-AA82-4F67FBC7AB3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42" name="Freeform 26">
              <a:extLst>
                <a:ext uri="{FF2B5EF4-FFF2-40B4-BE49-F238E27FC236}">
                  <a16:creationId xmlns:a16="http://schemas.microsoft.com/office/drawing/2014/main" id="{4334A848-BC01-0FA3-DA85-F2FA484FA67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684 w 586"/>
                <a:gd name="T1" fmla="*/ 0 h 599"/>
                <a:gd name="T2" fmla="*/ 666 w 586"/>
                <a:gd name="T3" fmla="*/ 0 h 599"/>
                <a:gd name="T4" fmla="*/ 472 w 586"/>
                <a:gd name="T5" fmla="*/ 132 h 599"/>
                <a:gd name="T6" fmla="*/ 306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306 w 586"/>
                <a:gd name="T17" fmla="*/ 282 h 599"/>
                <a:gd name="T18" fmla="*/ 484 w 586"/>
                <a:gd name="T19" fmla="*/ 138 h 599"/>
                <a:gd name="T20" fmla="*/ 684 w 586"/>
                <a:gd name="T21" fmla="*/ 0 h 599"/>
                <a:gd name="T22" fmla="*/ 684 w 586"/>
                <a:gd name="T23" fmla="*/ 0 h 59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27">
              <a:extLst>
                <a:ext uri="{FF2B5EF4-FFF2-40B4-BE49-F238E27FC236}">
                  <a16:creationId xmlns:a16="http://schemas.microsoft.com/office/drawing/2014/main" id="{51249F9B-23C1-49BF-33FF-6E36330B6A5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318 w 269"/>
                <a:gd name="T1" fmla="*/ 0 h 252"/>
                <a:gd name="T2" fmla="*/ 300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318 w 269"/>
                <a:gd name="T15" fmla="*/ 0 h 252"/>
                <a:gd name="T16" fmla="*/ 318 w 269"/>
                <a:gd name="T17" fmla="*/ 0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Line 28">
              <a:extLst>
                <a:ext uri="{FF2B5EF4-FFF2-40B4-BE49-F238E27FC236}">
                  <a16:creationId xmlns:a16="http://schemas.microsoft.com/office/drawing/2014/main" id="{7314D0B4-6FA0-B780-85CC-976097652C7A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Line 29">
              <a:extLst>
                <a:ext uri="{FF2B5EF4-FFF2-40B4-BE49-F238E27FC236}">
                  <a16:creationId xmlns:a16="http://schemas.microsoft.com/office/drawing/2014/main" id="{8B049F46-2744-ECB0-643F-7BDB7A23C5B3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Line 30">
              <a:extLst>
                <a:ext uri="{FF2B5EF4-FFF2-40B4-BE49-F238E27FC236}">
                  <a16:creationId xmlns:a16="http://schemas.microsoft.com/office/drawing/2014/main" id="{35F7BDF9-0732-1C27-A757-4E1CC6127347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47" name="Group 31">
              <a:extLst>
                <a:ext uri="{FF2B5EF4-FFF2-40B4-BE49-F238E27FC236}">
                  <a16:creationId xmlns:a16="http://schemas.microsoft.com/office/drawing/2014/main" id="{DA4D2972-6A02-1D2A-54F6-4FE8C3A935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050" name="Line 32">
                <a:extLst>
                  <a:ext uri="{FF2B5EF4-FFF2-40B4-BE49-F238E27FC236}">
                    <a16:creationId xmlns:a16="http://schemas.microsoft.com/office/drawing/2014/main" id="{5910185C-4A2F-4196-C552-D6DD1149789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Line 33">
                <a:extLst>
                  <a:ext uri="{FF2B5EF4-FFF2-40B4-BE49-F238E27FC236}">
                    <a16:creationId xmlns:a16="http://schemas.microsoft.com/office/drawing/2014/main" id="{B7A6735A-36A8-576F-99F2-24BE0E2855A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Line 34">
                <a:extLst>
                  <a:ext uri="{FF2B5EF4-FFF2-40B4-BE49-F238E27FC236}">
                    <a16:creationId xmlns:a16="http://schemas.microsoft.com/office/drawing/2014/main" id="{3088E96B-CF5A-43FC-06A1-0C717E5FC0B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Line 35">
                <a:extLst>
                  <a:ext uri="{FF2B5EF4-FFF2-40B4-BE49-F238E27FC236}">
                    <a16:creationId xmlns:a16="http://schemas.microsoft.com/office/drawing/2014/main" id="{7E272FC9-60DA-68FF-DFDC-EFC196626CB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Line 36">
                <a:extLst>
                  <a:ext uri="{FF2B5EF4-FFF2-40B4-BE49-F238E27FC236}">
                    <a16:creationId xmlns:a16="http://schemas.microsoft.com/office/drawing/2014/main" id="{86811BA3-4B85-51F5-7399-E72B2EA8DAA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48" name="Line 37">
              <a:extLst>
                <a:ext uri="{FF2B5EF4-FFF2-40B4-BE49-F238E27FC236}">
                  <a16:creationId xmlns:a16="http://schemas.microsoft.com/office/drawing/2014/main" id="{62004581-C0F0-1D87-7FCA-5A9E0A07C5CE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Line 38">
              <a:extLst>
                <a:ext uri="{FF2B5EF4-FFF2-40B4-BE49-F238E27FC236}">
                  <a16:creationId xmlns:a16="http://schemas.microsoft.com/office/drawing/2014/main" id="{84C8BE7D-EDA5-BF4A-F78C-32F2AC49E6F9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07" name="Rectangle 39">
            <a:extLst>
              <a:ext uri="{FF2B5EF4-FFF2-40B4-BE49-F238E27FC236}">
                <a16:creationId xmlns:a16="http://schemas.microsoft.com/office/drawing/2014/main" id="{BE2B8C5C-2B82-1EB3-55A1-B4729213B2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7208" name="Rectangle 40">
            <a:extLst>
              <a:ext uri="{FF2B5EF4-FFF2-40B4-BE49-F238E27FC236}">
                <a16:creationId xmlns:a16="http://schemas.microsoft.com/office/drawing/2014/main" id="{3830CC86-85A9-AFF1-1A13-FDF1949DE58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209" name="Rectangle 41">
            <a:extLst>
              <a:ext uri="{FF2B5EF4-FFF2-40B4-BE49-F238E27FC236}">
                <a16:creationId xmlns:a16="http://schemas.microsoft.com/office/drawing/2014/main" id="{3092485C-14E3-F526-528E-992BABB5DCC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210" name="Rectangle 42">
            <a:extLst>
              <a:ext uri="{FF2B5EF4-FFF2-40B4-BE49-F238E27FC236}">
                <a16:creationId xmlns:a16="http://schemas.microsoft.com/office/drawing/2014/main" id="{F70F20FD-347D-1780-638D-8FF9486FBA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45006DDC-2E00-4DFA-AF17-38D5C8C5851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211" name="Rectangle 43">
            <a:extLst>
              <a:ext uri="{FF2B5EF4-FFF2-40B4-BE49-F238E27FC236}">
                <a16:creationId xmlns:a16="http://schemas.microsoft.com/office/drawing/2014/main" id="{E4918966-EE5F-9698-3DE6-26556AE7E8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250" r:id="rId1"/>
    <p:sldLayoutId id="2147484240" r:id="rId2"/>
    <p:sldLayoutId id="2147484241" r:id="rId3"/>
    <p:sldLayoutId id="2147484242" r:id="rId4"/>
    <p:sldLayoutId id="2147484243" r:id="rId5"/>
    <p:sldLayoutId id="2147484244" r:id="rId6"/>
    <p:sldLayoutId id="2147484245" r:id="rId7"/>
    <p:sldLayoutId id="2147484246" r:id="rId8"/>
    <p:sldLayoutId id="2147484247" r:id="rId9"/>
    <p:sldLayoutId id="2147484248" r:id="rId10"/>
    <p:sldLayoutId id="21474842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A8457E9-CCD3-AE3F-3B8A-0D81E66D3CD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基于断言的程序调试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0D5F5F7-77CA-EA65-A816-16B3750A1A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E8312-F9E4-CD03-42DE-427387324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基于断言的程序调试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DE5314-07DF-27D1-D007-D76FB1B27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65650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/>
              <a:t>一个处于开发阶段的程序可能会含有一些</a:t>
            </a:r>
            <a:r>
              <a:rPr lang="zh-CN" altLang="en-US" dirty="0">
                <a:solidFill>
                  <a:srgbClr val="FFC000"/>
                </a:solidFill>
              </a:rPr>
              <a:t>运行错误</a:t>
            </a:r>
            <a:r>
              <a:rPr lang="zh-CN" altLang="en-US" dirty="0"/>
              <a:t>（逻辑错误或异常错误）。</a:t>
            </a:r>
            <a:endParaRPr lang="en-US" altLang="zh-CN" dirty="0"/>
          </a:p>
          <a:p>
            <a:pPr lvl="1">
              <a:lnSpc>
                <a:spcPct val="120000"/>
              </a:lnSpc>
              <a:defRPr/>
            </a:pPr>
            <a:r>
              <a:rPr lang="zh-CN" altLang="en-US" dirty="0"/>
              <a:t>通过</a:t>
            </a:r>
            <a:r>
              <a:rPr lang="zh-CN" altLang="en-US" dirty="0">
                <a:solidFill>
                  <a:srgbClr val="FFC000"/>
                </a:solidFill>
              </a:rPr>
              <a:t>调试</a:t>
            </a:r>
            <a:r>
              <a:rPr lang="zh-CN" altLang="en-US" dirty="0"/>
              <a:t>可以对错误进行定位，进而进行修复。</a:t>
            </a:r>
            <a:endParaRPr lang="en-US" altLang="zh-CN" dirty="0"/>
          </a:p>
          <a:p>
            <a:pPr>
              <a:lnSpc>
                <a:spcPct val="120000"/>
              </a:lnSpc>
              <a:defRPr/>
            </a:pPr>
            <a:r>
              <a:rPr lang="zh-CN" altLang="en-US" dirty="0"/>
              <a:t>常用的调试手段：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利用调试工具：单步执行、设置断点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在程序中的某些地方加上一些输出语句，在程序运行时把一些</a:t>
            </a:r>
            <a:r>
              <a:rPr lang="zh-CN" altLang="en-US" dirty="0">
                <a:solidFill>
                  <a:srgbClr val="FFC000"/>
                </a:solidFill>
              </a:rPr>
              <a:t>调试信息</a:t>
            </a:r>
            <a:r>
              <a:rPr lang="zh-CN" altLang="en-US" dirty="0"/>
              <a:t>（如变量的值）输出到显示器。</a:t>
            </a:r>
            <a:endParaRPr lang="en-US" altLang="zh-CN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83B0D4-DEA9-BE9F-5436-98378C627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断言（</a:t>
            </a:r>
            <a:r>
              <a:rPr lang="en-US" altLang="zh-CN" dirty="0"/>
              <a:t>assertion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6E14F4-ACE4-35F7-1F25-E0E7A8010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1800"/>
            <a:ext cx="8229600" cy="5040313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可以在程序的一些关键或容易出错的点上插入一些</a:t>
            </a:r>
            <a:r>
              <a:rPr lang="zh-CN" altLang="en-US" dirty="0">
                <a:solidFill>
                  <a:srgbClr val="FFC000"/>
                </a:solidFill>
              </a:rPr>
              <a:t>断言</a:t>
            </a:r>
            <a:r>
              <a:rPr lang="zh-CN" altLang="en-US" dirty="0"/>
              <a:t>来确认程序运行到这些地方时状态是否正确。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断言（</a:t>
            </a:r>
            <a:r>
              <a:rPr lang="en-US" altLang="zh-CN" dirty="0"/>
              <a:t>assertion</a:t>
            </a:r>
            <a:r>
              <a:rPr lang="zh-CN" altLang="en-US" dirty="0"/>
              <a:t>）是一个</a:t>
            </a:r>
            <a:r>
              <a:rPr lang="zh-CN" altLang="en-US" dirty="0">
                <a:solidFill>
                  <a:srgbClr val="FFC000"/>
                </a:solidFill>
              </a:rPr>
              <a:t>逻辑表达式</a:t>
            </a:r>
            <a:r>
              <a:rPr lang="zh-CN" altLang="en-US" dirty="0"/>
              <a:t>，它描述了程序执行到断言处应满足的条件。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如果条件满足则程序继续执行下去，否则程序异常终止。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断言的作用：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帮助理解程序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/>
              <a:t>在程序开发阶段，帮助开发者发现程序的错误和进行错误定位。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9865D-7A5D-4CEB-01B5-8CB4A4DFE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宏</a:t>
            </a:r>
            <a:r>
              <a:rPr lang="en-US" altLang="zh-CN" dirty="0"/>
              <a:t>assert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075A20-A318-B490-0BA2-B6EF29D79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506888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dirty="0"/>
              <a:t>C++</a:t>
            </a:r>
            <a:r>
              <a:rPr lang="zh-CN" altLang="en-US" dirty="0"/>
              <a:t>标准库中提供了一个宏</a:t>
            </a:r>
            <a:r>
              <a:rPr lang="en-US" altLang="zh-CN" dirty="0"/>
              <a:t>assert</a:t>
            </a:r>
            <a:r>
              <a:rPr lang="zh-CN" altLang="en-US" dirty="0"/>
              <a:t>（在头文件</a:t>
            </a:r>
            <a:r>
              <a:rPr lang="en-US" altLang="zh-CN" dirty="0" err="1"/>
              <a:t>cassert</a:t>
            </a:r>
            <a:r>
              <a:rPr lang="zh-CN" altLang="en-US" dirty="0"/>
              <a:t>或</a:t>
            </a:r>
            <a:r>
              <a:rPr lang="en-US" altLang="zh-CN" dirty="0" err="1"/>
              <a:t>assert.h</a:t>
            </a:r>
            <a:r>
              <a:rPr lang="zh-CN" altLang="en-US" dirty="0"/>
              <a:t>中定义），可以用来实现断言。其格式为：</a:t>
            </a:r>
            <a:endParaRPr lang="en-US" altLang="zh-CN" dirty="0"/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FFC000"/>
                </a:solidFill>
              </a:rPr>
              <a:t>assert(</a:t>
            </a:r>
            <a:r>
              <a:rPr lang="en-US" altLang="zh-CN" dirty="0"/>
              <a:t>&lt;</a:t>
            </a:r>
            <a:r>
              <a:rPr lang="zh-CN" altLang="en-US" dirty="0"/>
              <a:t>表达式</a:t>
            </a:r>
            <a:r>
              <a:rPr lang="en-US" altLang="zh-CN" dirty="0"/>
              <a:t>&gt;</a:t>
            </a:r>
            <a:r>
              <a:rPr lang="en-US" altLang="zh-CN" dirty="0">
                <a:solidFill>
                  <a:srgbClr val="FFC000"/>
                </a:solidFill>
              </a:rPr>
              <a:t>);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zh-CN" dirty="0"/>
              <a:t>&lt;</a:t>
            </a:r>
            <a:r>
              <a:rPr lang="zh-CN" altLang="en-US" dirty="0"/>
              <a:t>表达式</a:t>
            </a:r>
            <a:r>
              <a:rPr lang="en-US" altLang="zh-CN" dirty="0"/>
              <a:t>&gt;</a:t>
            </a:r>
            <a:r>
              <a:rPr lang="zh-CN" altLang="en-US" dirty="0"/>
              <a:t>一般为一个关系</a:t>
            </a:r>
            <a:r>
              <a:rPr lang="en-US" altLang="zh-CN" dirty="0"/>
              <a:t>/</a:t>
            </a:r>
            <a:r>
              <a:rPr lang="zh-CN" altLang="en-US" dirty="0"/>
              <a:t>逻辑表达式</a:t>
            </a:r>
            <a:endParaRPr lang="en-US" altLang="zh-CN" dirty="0"/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/>
              <a:t>assert</a:t>
            </a:r>
            <a:r>
              <a:rPr lang="zh-CN" altLang="en-US" dirty="0"/>
              <a:t>执行时，</a:t>
            </a:r>
            <a:endParaRPr lang="en-US" altLang="zh-CN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如果</a:t>
            </a:r>
            <a:r>
              <a:rPr lang="en-US" altLang="zh-CN" dirty="0"/>
              <a:t>&lt;</a:t>
            </a:r>
            <a:r>
              <a:rPr lang="zh-CN" altLang="en-US" dirty="0"/>
              <a:t>表达式</a:t>
            </a:r>
            <a:r>
              <a:rPr lang="en-US" altLang="zh-CN" dirty="0"/>
              <a:t>&gt;</a:t>
            </a:r>
            <a:r>
              <a:rPr lang="zh-CN" altLang="en-US" dirty="0"/>
              <a:t>的值为</a:t>
            </a:r>
            <a:r>
              <a:rPr lang="en-US" altLang="zh-CN" dirty="0"/>
              <a:t>true</a:t>
            </a:r>
            <a:r>
              <a:rPr lang="zh-CN" altLang="en-US" dirty="0"/>
              <a:t>，程序继续正常执行。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dirty="0"/>
              <a:t>如果</a:t>
            </a:r>
            <a:r>
              <a:rPr lang="en-US" altLang="zh-CN" dirty="0"/>
              <a:t>&lt;</a:t>
            </a:r>
            <a:r>
              <a:rPr lang="zh-CN" altLang="en-US" dirty="0"/>
              <a:t>表达式</a:t>
            </a:r>
            <a:r>
              <a:rPr lang="en-US" altLang="zh-CN" dirty="0"/>
              <a:t>&gt;</a:t>
            </a:r>
            <a:r>
              <a:rPr lang="zh-CN" altLang="en-US" dirty="0"/>
              <a:t>的值为</a:t>
            </a:r>
            <a:r>
              <a:rPr lang="en-US" altLang="zh-CN" dirty="0"/>
              <a:t>false</a:t>
            </a:r>
            <a:r>
              <a:rPr lang="zh-CN" altLang="en-US" dirty="0"/>
              <a:t>，则它会</a:t>
            </a:r>
            <a:r>
              <a:rPr lang="en-US" altLang="zh-CN" dirty="0"/>
              <a:t>: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dirty="0"/>
              <a:t>首先，显示出相应的</a:t>
            </a:r>
            <a:r>
              <a:rPr lang="zh-CN" altLang="en-US" dirty="0">
                <a:solidFill>
                  <a:srgbClr val="FFC000"/>
                </a:solidFill>
              </a:rPr>
              <a:t>表达式</a:t>
            </a:r>
            <a:r>
              <a:rPr lang="zh-CN" altLang="en-US" dirty="0"/>
              <a:t>、该</a:t>
            </a:r>
            <a:r>
              <a:rPr lang="en-US" altLang="zh-CN" dirty="0"/>
              <a:t>assert</a:t>
            </a:r>
            <a:r>
              <a:rPr lang="zh-CN" altLang="en-US" dirty="0"/>
              <a:t>所在的</a:t>
            </a:r>
            <a:r>
              <a:rPr lang="zh-CN" altLang="en-US" dirty="0">
                <a:solidFill>
                  <a:srgbClr val="FFC000"/>
                </a:solidFill>
              </a:rPr>
              <a:t>源文件名</a:t>
            </a:r>
            <a:r>
              <a:rPr lang="zh-CN" altLang="en-US" dirty="0"/>
              <a:t>以及所在的</a:t>
            </a:r>
            <a:r>
              <a:rPr lang="zh-CN" altLang="en-US" dirty="0">
                <a:solidFill>
                  <a:srgbClr val="FFC000"/>
                </a:solidFill>
              </a:rPr>
              <a:t>行号</a:t>
            </a:r>
            <a:r>
              <a:rPr lang="zh-CN" altLang="en-US" dirty="0"/>
              <a:t>等诊断信息；</a:t>
            </a:r>
            <a:endParaRPr lang="en-US" altLang="zh-CN" dirty="0"/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dirty="0"/>
              <a:t>然后，调用库函数</a:t>
            </a:r>
            <a:r>
              <a:rPr lang="en-US" altLang="zh-CN" dirty="0"/>
              <a:t>abort</a:t>
            </a:r>
            <a:r>
              <a:rPr lang="zh-CN" altLang="en-US" dirty="0"/>
              <a:t>终止程序的运行。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974F8C-C902-6262-D9D4-FA502EB27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55638"/>
            <a:ext cx="8229600" cy="586898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/>
              <a:t>例如，下面的宏</a:t>
            </a:r>
            <a:r>
              <a:rPr lang="en-US" altLang="zh-CN" dirty="0"/>
              <a:t>assert</a:t>
            </a:r>
            <a:r>
              <a:rPr lang="zh-CN" altLang="en-US" dirty="0"/>
              <a:t>调用表示程序执行到该宏调用处变量</a:t>
            </a:r>
            <a:r>
              <a:rPr lang="en-US" altLang="zh-CN" dirty="0"/>
              <a:t>x</a:t>
            </a:r>
            <a:r>
              <a:rPr lang="zh-CN" altLang="en-US" dirty="0"/>
              <a:t>的值应等于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assert(x == 1);</a:t>
            </a: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/>
              <a:t>当程序执行到该调用处，如果</a:t>
            </a:r>
            <a:r>
              <a:rPr lang="en-US" altLang="zh-CN" dirty="0"/>
              <a:t>x</a:t>
            </a:r>
            <a:r>
              <a:rPr lang="zh-CN" altLang="en-US" dirty="0"/>
              <a:t>的值不等于</a:t>
            </a:r>
            <a:r>
              <a:rPr lang="en-US" altLang="zh-CN" dirty="0"/>
              <a:t>1</a:t>
            </a:r>
            <a:r>
              <a:rPr lang="zh-CN" altLang="en-US" dirty="0"/>
              <a:t>，则它会显示下面的信息并终止程序的运行：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/>
              <a:t>Assertion failed: x == 1, file XXX, line YYY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dirty="0"/>
              <a:t>其中的</a:t>
            </a:r>
            <a:r>
              <a:rPr lang="en-US" altLang="zh-CN" dirty="0"/>
              <a:t>XXX</a:t>
            </a:r>
            <a:r>
              <a:rPr lang="zh-CN" altLang="en-US" dirty="0"/>
              <a:t>表示相应调用所在的源文件名，</a:t>
            </a:r>
            <a:r>
              <a:rPr lang="en-US" altLang="zh-CN" dirty="0"/>
              <a:t>YYY</a:t>
            </a:r>
            <a:r>
              <a:rPr lang="zh-CN" altLang="en-US" dirty="0"/>
              <a:t>表示调用所在的源程序中的行号。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/>
              <a:t>assert</a:t>
            </a:r>
            <a:r>
              <a:rPr lang="zh-CN" altLang="en-US" dirty="0"/>
              <a:t>也可用于发现异常错误。例如，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divide(</a:t>
            </a:r>
            <a:r>
              <a:rPr lang="en-US" altLang="zh-CN" dirty="0" err="1"/>
              <a:t>int</a:t>
            </a:r>
            <a:r>
              <a:rPr lang="en-US" altLang="zh-CN" dirty="0"/>
              <a:t> x, </a:t>
            </a:r>
            <a:r>
              <a:rPr lang="en-US" altLang="zh-CN" dirty="0" err="1"/>
              <a:t>int</a:t>
            </a:r>
            <a:r>
              <a:rPr lang="en-US" altLang="zh-CN" dirty="0"/>
              <a:t> y)</a:t>
            </a: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{ assert(y != 0);</a:t>
            </a: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   return x/y; </a:t>
            </a: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0C7A06-8F59-842D-F7BB-ABBCBE8E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450"/>
            <a:ext cx="8229600" cy="113982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宏</a:t>
            </a:r>
            <a:r>
              <a:rPr lang="en-US" altLang="zh-CN" dirty="0"/>
              <a:t>assert</a:t>
            </a:r>
            <a:r>
              <a:rPr lang="zh-CN" altLang="en-US" dirty="0"/>
              <a:t>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B328CA-6B41-DC1E-D43C-FE168232B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875"/>
            <a:ext cx="8229600" cy="511175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dirty="0"/>
              <a:t>宏</a:t>
            </a:r>
            <a:r>
              <a:rPr lang="en-US" altLang="zh-CN" dirty="0"/>
              <a:t>assert</a:t>
            </a:r>
            <a:r>
              <a:rPr lang="zh-CN" altLang="en-US" dirty="0"/>
              <a:t>是通过条件编译预处理命令来实现的，其实现细节大致如下：</a:t>
            </a: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//</a:t>
            </a:r>
            <a:r>
              <a:rPr lang="en-US" altLang="zh-CN" dirty="0" err="1"/>
              <a:t>cassert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dirty="0" err="1"/>
              <a:t>assert.h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......</a:t>
            </a: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#</a:t>
            </a:r>
            <a:r>
              <a:rPr lang="en-US" altLang="zh-CN" dirty="0" err="1"/>
              <a:t>ifdef</a:t>
            </a:r>
            <a:r>
              <a:rPr lang="en-US" altLang="zh-CN" dirty="0"/>
              <a:t>  NDEBUG</a:t>
            </a: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#define assert(</a:t>
            </a:r>
            <a:r>
              <a:rPr lang="en-US" altLang="zh-CN" dirty="0" err="1"/>
              <a:t>exp</a:t>
            </a:r>
            <a:r>
              <a:rPr lang="en-US" altLang="zh-CN" dirty="0"/>
              <a:t>)  ((void)0)</a:t>
            </a: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#else</a:t>
            </a: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#define assert(</a:t>
            </a:r>
            <a:r>
              <a:rPr lang="en-US" altLang="zh-CN" dirty="0" err="1"/>
              <a:t>exp</a:t>
            </a:r>
            <a:r>
              <a:rPr lang="en-US" altLang="zh-CN" dirty="0"/>
              <a:t>)  ((</a:t>
            </a:r>
            <a:r>
              <a:rPr lang="en-US" altLang="zh-CN" dirty="0" err="1"/>
              <a:t>exp</a:t>
            </a:r>
            <a:r>
              <a:rPr lang="en-US" altLang="zh-CN" dirty="0"/>
              <a:t>)?(void)0:&lt;</a:t>
            </a:r>
            <a:r>
              <a:rPr lang="zh-CN" altLang="en-US" dirty="0"/>
              <a:t>输出诊断信息并调用库函数</a:t>
            </a:r>
            <a:r>
              <a:rPr lang="en-US" altLang="zh-CN" dirty="0"/>
              <a:t>abort&gt;)</a:t>
            </a:r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#</a:t>
            </a:r>
            <a:r>
              <a:rPr lang="en-US" altLang="zh-CN" dirty="0" err="1"/>
              <a:t>endif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FontTx/>
              <a:buNone/>
              <a:defRPr/>
            </a:pPr>
            <a:r>
              <a:rPr lang="en-US" altLang="zh-CN" dirty="0"/>
              <a:t>......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32A9B1-90EC-46AF-D559-E4DAFB192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403225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宏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assert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只有在宏名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NDEBUG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没定义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时才有效，这时，程序一般处于开发、测试阶段。程序开发结束提交时，应该让宏名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NDEBUG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有定义，然后重新编译程序，这样，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assert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就不再有效了。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宏名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NDEBUG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在哪儿定义？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在编译命令中指出。例如：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1" indent="0" eaLnBrk="1" hangingPunct="1">
              <a:lnSpc>
                <a:spcPct val="120000"/>
              </a:lnSpc>
              <a:buFontTx/>
              <a:buNone/>
              <a:defRPr/>
            </a:pPr>
            <a:r>
              <a:rPr lang="en-US" altLang="zh-CN" dirty="0">
                <a:effectLst/>
              </a:rPr>
              <a:t>   cl &lt;</a:t>
            </a:r>
            <a:r>
              <a:rPr lang="zh-CN" altLang="zh-CN" dirty="0">
                <a:effectLst/>
              </a:rPr>
              <a:t>源文件</a:t>
            </a:r>
            <a:r>
              <a:rPr lang="en-US" altLang="zh-CN" dirty="0">
                <a:effectLst/>
              </a:rPr>
              <a:t>1&gt; &lt;</a:t>
            </a:r>
            <a:r>
              <a:rPr lang="zh-CN" altLang="zh-CN" dirty="0">
                <a:effectLst/>
              </a:rPr>
              <a:t>源文件</a:t>
            </a:r>
            <a:r>
              <a:rPr lang="en-US" altLang="zh-CN" dirty="0">
                <a:effectLst/>
              </a:rPr>
              <a:t>2&gt; ... </a:t>
            </a:r>
            <a:r>
              <a:rPr lang="en-US" altLang="zh-CN" dirty="0">
                <a:solidFill>
                  <a:srgbClr val="FFC000"/>
                </a:solidFill>
                <a:effectLst/>
              </a:rPr>
              <a:t>-D</a:t>
            </a:r>
            <a:r>
              <a:rPr lang="en-US" altLang="zh-CN" dirty="0">
                <a:effectLst/>
              </a:rPr>
              <a:t> </a:t>
            </a:r>
            <a:r>
              <a:rPr lang="en-US" altLang="zh-CN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NDEBUG</a:t>
            </a:r>
            <a:r>
              <a:rPr lang="en-US" altLang="zh-CN" dirty="0">
                <a:effectLst/>
              </a:rPr>
              <a:t> ...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>
                <a:effectLst/>
              </a:rPr>
              <a:t>在开发环境中的“</a:t>
            </a:r>
            <a:r>
              <a:rPr lang="zh-CN" altLang="en-US" dirty="0">
                <a:solidFill>
                  <a:srgbClr val="FFC000"/>
                </a:solidFill>
                <a:effectLst/>
              </a:rPr>
              <a:t>项目</a:t>
            </a:r>
            <a:r>
              <a:rPr lang="en-US" altLang="zh-CN" dirty="0">
                <a:solidFill>
                  <a:srgbClr val="FFC000"/>
                </a:solidFill>
                <a:effectLst/>
              </a:rPr>
              <a:t>|...</a:t>
            </a:r>
            <a:r>
              <a:rPr lang="zh-CN" altLang="en-US" dirty="0">
                <a:solidFill>
                  <a:srgbClr val="FFC000"/>
                </a:solidFill>
                <a:effectLst/>
              </a:rPr>
              <a:t>属性</a:t>
            </a:r>
            <a:r>
              <a:rPr lang="en-US" altLang="zh-CN" dirty="0">
                <a:solidFill>
                  <a:srgbClr val="FFC000"/>
                </a:solidFill>
                <a:effectLst/>
              </a:rPr>
              <a:t>|C/C++|</a:t>
            </a:r>
            <a:r>
              <a:rPr lang="zh-CN" altLang="en-US" dirty="0">
                <a:solidFill>
                  <a:srgbClr val="FFC000"/>
                </a:solidFill>
                <a:effectLst/>
              </a:rPr>
              <a:t>预处理器</a:t>
            </a:r>
            <a:r>
              <a:rPr lang="en-US" altLang="zh-CN" dirty="0">
                <a:solidFill>
                  <a:srgbClr val="FFC000"/>
                </a:solidFill>
                <a:effectLst/>
              </a:rPr>
              <a:t>|</a:t>
            </a:r>
            <a:r>
              <a:rPr lang="zh-CN" altLang="en-US" dirty="0">
                <a:solidFill>
                  <a:srgbClr val="FFC000"/>
                </a:solidFill>
                <a:effectLst/>
              </a:rPr>
              <a:t>预处理器定义</a:t>
            </a:r>
            <a:r>
              <a:rPr lang="zh-CN" altLang="en-US" dirty="0">
                <a:effectLst/>
              </a:rPr>
              <a:t>”中指出。（</a:t>
            </a:r>
            <a:r>
              <a:rPr lang="en-US" altLang="zh-CN" dirty="0">
                <a:effectLst/>
              </a:rPr>
              <a:t>VC++2015</a:t>
            </a:r>
            <a:r>
              <a:rPr lang="zh-CN" altLang="en-US" dirty="0">
                <a:effectLst/>
              </a:rPr>
              <a:t>）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DDE49266-5CDC-6CB7-2490-F88C5B961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909763"/>
            <a:ext cx="7872412" cy="439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4">
            <a:extLst>
              <a:ext uri="{FF2B5EF4-FFF2-40B4-BE49-F238E27FC236}">
                <a16:creationId xmlns:a16="http://schemas.microsoft.com/office/drawing/2014/main" id="{6232E0CF-841B-12A6-C8C0-E7F700C9D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90538"/>
            <a:ext cx="55245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Globe">
  <a:themeElements>
    <a:clrScheme name="Globe 9">
      <a:dk1>
        <a:srgbClr val="003B76"/>
      </a:dk1>
      <a:lt1>
        <a:srgbClr val="FFFFFF"/>
      </a:lt1>
      <a:dk2>
        <a:srgbClr val="0066CC"/>
      </a:dk2>
      <a:lt2>
        <a:srgbClr val="FFFF00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e">
      <a:majorFont>
        <a:latin typeface="Arial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e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e 9">
        <a:dk1>
          <a:srgbClr val="003B76"/>
        </a:dk1>
        <a:lt1>
          <a:srgbClr val="FFFFFF"/>
        </a:lt1>
        <a:dk2>
          <a:srgbClr val="0066CC"/>
        </a:dk2>
        <a:lt2>
          <a:srgbClr val="FFFF00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Override1.xml><?xml version="1.0" encoding="utf-8"?>
<a:themeOverride xmlns:a="http://schemas.openxmlformats.org/drawingml/2006/main">
  <a:clrScheme name="1_Globe 9">
    <a:dk1>
      <a:srgbClr val="003B76"/>
    </a:dk1>
    <a:lt1>
      <a:srgbClr val="FFFFFF"/>
    </a:lt1>
    <a:dk2>
      <a:srgbClr val="0066CC"/>
    </a:dk2>
    <a:lt2>
      <a:srgbClr val="FFFF00"/>
    </a:lt2>
    <a:accent1>
      <a:srgbClr val="33CCCC"/>
    </a:accent1>
    <a:accent2>
      <a:srgbClr val="66CCFF"/>
    </a:accent2>
    <a:accent3>
      <a:srgbClr val="AAB8E2"/>
    </a:accent3>
    <a:accent4>
      <a:srgbClr val="DADADA"/>
    </a:accent4>
    <a:accent5>
      <a:srgbClr val="ADE2E2"/>
    </a:accent5>
    <a:accent6>
      <a:srgbClr val="5CB9E7"/>
    </a:accent6>
    <a:hlink>
      <a:srgbClr val="FFFFCC"/>
    </a:hlink>
    <a:folHlink>
      <a:srgbClr val="FFCC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5707</TotalTime>
  <Words>586</Words>
  <Application>Microsoft Office PowerPoint</Application>
  <PresentationFormat>全屏显示(4:3)</PresentationFormat>
  <Paragraphs>48</Paragraphs>
  <Slides>8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Verdana</vt:lpstr>
      <vt:lpstr>宋体</vt:lpstr>
      <vt:lpstr>Arial</vt:lpstr>
      <vt:lpstr>Wingdings</vt:lpstr>
      <vt:lpstr>等线</vt:lpstr>
      <vt:lpstr>Globe</vt:lpstr>
      <vt:lpstr>基于断言的程序调试</vt:lpstr>
      <vt:lpstr>基于断言的程序调试</vt:lpstr>
      <vt:lpstr>断言（assertion）</vt:lpstr>
      <vt:lpstr>宏assert</vt:lpstr>
      <vt:lpstr>PowerPoint 演示文稿</vt:lpstr>
      <vt:lpstr>宏assert的实现</vt:lpstr>
      <vt:lpstr>PowerPoint 演示文稿</vt:lpstr>
      <vt:lpstr>PowerPoint 演示文稿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第十一章 异常处理</dc:title>
  <dc:creator>chenjiajun</dc:creator>
  <cp:lastModifiedBy>润泽 颜</cp:lastModifiedBy>
  <cp:revision>178</cp:revision>
  <dcterms:created xsi:type="dcterms:W3CDTF">2005-01-07T00:40:31Z</dcterms:created>
  <dcterms:modified xsi:type="dcterms:W3CDTF">2026-06-18T00:20:46Z</dcterms:modified>
</cp:coreProperties>
</file>