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4"/>
  </p:notesMasterIdLst>
  <p:handoutMasterIdLst>
    <p:handoutMasterId r:id="rId15"/>
  </p:handoutMasterIdLst>
  <p:sldIdLst>
    <p:sldId id="931" r:id="rId2"/>
    <p:sldId id="1028" r:id="rId3"/>
    <p:sldId id="1031" r:id="rId4"/>
    <p:sldId id="1029" r:id="rId5"/>
    <p:sldId id="995" r:id="rId6"/>
    <p:sldId id="1034" r:id="rId7"/>
    <p:sldId id="996" r:id="rId8"/>
    <p:sldId id="1030" r:id="rId9"/>
    <p:sldId id="1027" r:id="rId10"/>
    <p:sldId id="1024" r:id="rId11"/>
    <p:sldId id="1032" r:id="rId12"/>
    <p:sldId id="1033" r:id="rId13"/>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6" autoAdjust="0"/>
    <p:restoredTop sz="96291" autoAdjust="0"/>
  </p:normalViewPr>
  <p:slideViewPr>
    <p:cSldViewPr>
      <p:cViewPr varScale="1">
        <p:scale>
          <a:sx n="159" d="100"/>
          <a:sy n="159" d="100"/>
        </p:scale>
        <p:origin x="4428"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21348"/>
    </p:cViewPr>
  </p:sorterViewPr>
  <p:notesViewPr>
    <p:cSldViewPr>
      <p:cViewPr>
        <p:scale>
          <a:sx n="75" d="100"/>
          <a:sy n="75" d="100"/>
        </p:scale>
        <p:origin x="-726" y="63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BCF7B1A2-9C73-B806-013A-664933FA54E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118787" name="Rectangle 3">
            <a:extLst>
              <a:ext uri="{FF2B5EF4-FFF2-40B4-BE49-F238E27FC236}">
                <a16:creationId xmlns:a16="http://schemas.microsoft.com/office/drawing/2014/main" id="{4411ACDC-FD9E-E8B0-F289-A6D168B781D0}"/>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118788" name="Rectangle 4">
            <a:extLst>
              <a:ext uri="{FF2B5EF4-FFF2-40B4-BE49-F238E27FC236}">
                <a16:creationId xmlns:a16="http://schemas.microsoft.com/office/drawing/2014/main" id="{36202BFC-E884-3B63-CF2C-F7753E7CC35E}"/>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118789" name="Rectangle 5">
            <a:extLst>
              <a:ext uri="{FF2B5EF4-FFF2-40B4-BE49-F238E27FC236}">
                <a16:creationId xmlns:a16="http://schemas.microsoft.com/office/drawing/2014/main" id="{F455ACEF-2477-C794-7E7A-0094285BB4FC}"/>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latin typeface="Times New Roman" panose="02020603050405020304" pitchFamily="18" charset="0"/>
              </a:defRPr>
            </a:lvl1pPr>
          </a:lstStyle>
          <a:p>
            <a:pPr>
              <a:defRPr/>
            </a:pPr>
            <a:fld id="{3299C3CE-FF6A-4EAB-9623-6743C4FE486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D06963D-1E8C-E9CE-EE74-7EE4623E33D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60419" name="Rectangle 3">
            <a:extLst>
              <a:ext uri="{FF2B5EF4-FFF2-40B4-BE49-F238E27FC236}">
                <a16:creationId xmlns:a16="http://schemas.microsoft.com/office/drawing/2014/main" id="{5969B846-4108-1C38-84BE-587B47AEA87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7FA79857-06DC-1390-A96D-5CA259D3DD3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1" name="Rectangle 5">
            <a:extLst>
              <a:ext uri="{FF2B5EF4-FFF2-40B4-BE49-F238E27FC236}">
                <a16:creationId xmlns:a16="http://schemas.microsoft.com/office/drawing/2014/main" id="{1738975F-68E0-0FEF-48DE-266D8BBC3118}"/>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0422" name="Rectangle 6">
            <a:extLst>
              <a:ext uri="{FF2B5EF4-FFF2-40B4-BE49-F238E27FC236}">
                <a16:creationId xmlns:a16="http://schemas.microsoft.com/office/drawing/2014/main" id="{DD8805DF-345C-A2C7-C23E-B471A4977F35}"/>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60423" name="Rectangle 7">
            <a:extLst>
              <a:ext uri="{FF2B5EF4-FFF2-40B4-BE49-F238E27FC236}">
                <a16:creationId xmlns:a16="http://schemas.microsoft.com/office/drawing/2014/main" id="{ED12C3CA-7029-8FEC-0063-613911BE0581}"/>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latin typeface="Times New Roman" panose="02020603050405020304" pitchFamily="18" charset="0"/>
              </a:defRPr>
            </a:lvl1pPr>
          </a:lstStyle>
          <a:p>
            <a:pPr>
              <a:defRPr/>
            </a:pPr>
            <a:fld id="{C056A75D-3114-4D82-8053-92D8400AD1F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3152181-B5AF-B167-0B40-036069E32A7A}"/>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3644D51A-EEA1-C253-2328-1DBFFE26656B}"/>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4" name="Freeform 4">
              <a:extLst>
                <a:ext uri="{FF2B5EF4-FFF2-40B4-BE49-F238E27FC236}">
                  <a16:creationId xmlns:a16="http://schemas.microsoft.com/office/drawing/2014/main" id="{84EED31C-6AD8-86C6-346C-095E055FDF80}"/>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5" name="Freeform 5">
              <a:extLst>
                <a:ext uri="{FF2B5EF4-FFF2-40B4-BE49-F238E27FC236}">
                  <a16:creationId xmlns:a16="http://schemas.microsoft.com/office/drawing/2014/main" id="{11DA05E3-B525-4381-7843-D231F08D4A19}"/>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grpSp>
          <p:nvGrpSpPr>
            <p:cNvPr id="6" name="Group 6">
              <a:extLst>
                <a:ext uri="{FF2B5EF4-FFF2-40B4-BE49-F238E27FC236}">
                  <a16:creationId xmlns:a16="http://schemas.microsoft.com/office/drawing/2014/main" id="{E7051424-A38B-4B53-1C21-9325C54E19CD}"/>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14C7EDE2-4C17-6541-12EC-6D16C17864C0}"/>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7" name="Freeform 8">
                <a:extLst>
                  <a:ext uri="{FF2B5EF4-FFF2-40B4-BE49-F238E27FC236}">
                    <a16:creationId xmlns:a16="http://schemas.microsoft.com/office/drawing/2014/main" id="{4430BA47-62FF-03E2-1A4C-974967497042}"/>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8" name="Freeform 9">
                <a:extLst>
                  <a:ext uri="{FF2B5EF4-FFF2-40B4-BE49-F238E27FC236}">
                    <a16:creationId xmlns:a16="http://schemas.microsoft.com/office/drawing/2014/main" id="{F6E4663B-7CDD-CDF4-396D-70E407F99535}"/>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9" name="Freeform 10">
                <a:extLst>
                  <a:ext uri="{FF2B5EF4-FFF2-40B4-BE49-F238E27FC236}">
                    <a16:creationId xmlns:a16="http://schemas.microsoft.com/office/drawing/2014/main" id="{A9D023D3-C15A-2DE0-C8C7-15E047F51ADC}"/>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0" name="Freeform 11">
                <a:extLst>
                  <a:ext uri="{FF2B5EF4-FFF2-40B4-BE49-F238E27FC236}">
                    <a16:creationId xmlns:a16="http://schemas.microsoft.com/office/drawing/2014/main" id="{41D572DC-7858-948B-0F04-CDF9912C415C}"/>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1" name="Freeform 12">
                <a:extLst>
                  <a:ext uri="{FF2B5EF4-FFF2-40B4-BE49-F238E27FC236}">
                    <a16:creationId xmlns:a16="http://schemas.microsoft.com/office/drawing/2014/main" id="{8CAA02ED-06BA-5F90-8C7F-F070ED16F4DE}"/>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2" name="Freeform 13">
                <a:extLst>
                  <a:ext uri="{FF2B5EF4-FFF2-40B4-BE49-F238E27FC236}">
                    <a16:creationId xmlns:a16="http://schemas.microsoft.com/office/drawing/2014/main" id="{C3753DDE-EF2C-C233-0F60-37231A15464B}"/>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3" name="Freeform 14">
                <a:extLst>
                  <a:ext uri="{FF2B5EF4-FFF2-40B4-BE49-F238E27FC236}">
                    <a16:creationId xmlns:a16="http://schemas.microsoft.com/office/drawing/2014/main" id="{FC5FB4CF-E945-C8C7-E042-C55E5A1A2D98}"/>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4" name="Freeform 15">
                <a:extLst>
                  <a:ext uri="{FF2B5EF4-FFF2-40B4-BE49-F238E27FC236}">
                    <a16:creationId xmlns:a16="http://schemas.microsoft.com/office/drawing/2014/main" id="{24796B55-68B2-48F3-7BBD-CEA09FF8DCFE}"/>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5" name="Freeform 16">
                <a:extLst>
                  <a:ext uri="{FF2B5EF4-FFF2-40B4-BE49-F238E27FC236}">
                    <a16:creationId xmlns:a16="http://schemas.microsoft.com/office/drawing/2014/main" id="{2434B51D-986D-6BC8-5BDC-76147ED56AA4}"/>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6" name="Freeform 17">
                <a:extLst>
                  <a:ext uri="{FF2B5EF4-FFF2-40B4-BE49-F238E27FC236}">
                    <a16:creationId xmlns:a16="http://schemas.microsoft.com/office/drawing/2014/main" id="{77C8AC68-4846-742D-BF79-08DEE4370794}"/>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7" name="Freeform 18">
                <a:extLst>
                  <a:ext uri="{FF2B5EF4-FFF2-40B4-BE49-F238E27FC236}">
                    <a16:creationId xmlns:a16="http://schemas.microsoft.com/office/drawing/2014/main" id="{9FCCD906-BACD-CAFC-7FC3-40E084EB7DAF}"/>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8" name="Freeform 19">
                <a:extLst>
                  <a:ext uri="{FF2B5EF4-FFF2-40B4-BE49-F238E27FC236}">
                    <a16:creationId xmlns:a16="http://schemas.microsoft.com/office/drawing/2014/main" id="{BCC33C30-970D-F08A-54EF-F9FF7BD2D12A}"/>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grpSp>
        <p:sp>
          <p:nvSpPr>
            <p:cNvPr id="7" name="Freeform 20">
              <a:extLst>
                <a:ext uri="{FF2B5EF4-FFF2-40B4-BE49-F238E27FC236}">
                  <a16:creationId xmlns:a16="http://schemas.microsoft.com/office/drawing/2014/main" id="{64E8E993-D9B4-FED8-18CC-33DC27A0B3FC}"/>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8" name="Freeform 21">
              <a:extLst>
                <a:ext uri="{FF2B5EF4-FFF2-40B4-BE49-F238E27FC236}">
                  <a16:creationId xmlns:a16="http://schemas.microsoft.com/office/drawing/2014/main" id="{708C7806-83B4-D19B-E722-E7CA86FD2B15}"/>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9" name="Freeform 22">
              <a:extLst>
                <a:ext uri="{FF2B5EF4-FFF2-40B4-BE49-F238E27FC236}">
                  <a16:creationId xmlns:a16="http://schemas.microsoft.com/office/drawing/2014/main" id="{CF145B9A-1484-016F-8F47-64099065B149}"/>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 name="Freeform 23">
              <a:extLst>
                <a:ext uri="{FF2B5EF4-FFF2-40B4-BE49-F238E27FC236}">
                  <a16:creationId xmlns:a16="http://schemas.microsoft.com/office/drawing/2014/main" id="{DD9779AE-2379-13F9-7BAB-D0FB2D0000C2}"/>
                </a:ext>
              </a:extLst>
            </p:cNvPr>
            <p:cNvSpPr>
              <a:spLocks/>
            </p:cNvSpPr>
            <p:nvPr/>
          </p:nvSpPr>
          <p:spPr bwMode="hidden">
            <a:xfrm>
              <a:off x="5041" y="0"/>
              <a:ext cx="719" cy="845"/>
            </a:xfrm>
            <a:custGeom>
              <a:avLst/>
              <a:gdLst>
                <a:gd name="T0" fmla="*/ 1032 w 717"/>
                <a:gd name="T1" fmla="*/ 845 h 845"/>
                <a:gd name="T2" fmla="*/ 1032 w 717"/>
                <a:gd name="T3" fmla="*/ 821 h 845"/>
                <a:gd name="T4" fmla="*/ 844 w 717"/>
                <a:gd name="T5" fmla="*/ 605 h 845"/>
                <a:gd name="T6" fmla="*/ 544 w 717"/>
                <a:gd name="T7" fmla="*/ 396 h 845"/>
                <a:gd name="T8" fmla="*/ 356 w 717"/>
                <a:gd name="T9" fmla="*/ 192 h 845"/>
                <a:gd name="T10" fmla="*/ 17 w 717"/>
                <a:gd name="T11" fmla="*/ 0 h 845"/>
                <a:gd name="T12" fmla="*/ 0 w 717"/>
                <a:gd name="T13" fmla="*/ 0 h 845"/>
                <a:gd name="T14" fmla="*/ 344 w 717"/>
                <a:gd name="T15" fmla="*/ 198 h 845"/>
                <a:gd name="T16" fmla="*/ 535 w 717"/>
                <a:gd name="T17" fmla="*/ 408 h 845"/>
                <a:gd name="T18" fmla="*/ 838 w 717"/>
                <a:gd name="T19" fmla="*/ 623 h 845"/>
                <a:gd name="T20" fmla="*/ 1032 w 717"/>
                <a:gd name="T21" fmla="*/ 845 h 845"/>
                <a:gd name="T22" fmla="*/ 1032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24">
              <a:extLst>
                <a:ext uri="{FF2B5EF4-FFF2-40B4-BE49-F238E27FC236}">
                  <a16:creationId xmlns:a16="http://schemas.microsoft.com/office/drawing/2014/main" id="{CE6C4B08-1B32-6181-160C-741D8F16407C}"/>
                </a:ext>
              </a:extLst>
            </p:cNvPr>
            <p:cNvSpPr>
              <a:spLocks/>
            </p:cNvSpPr>
            <p:nvPr/>
          </p:nvSpPr>
          <p:spPr bwMode="hidden">
            <a:xfrm>
              <a:off x="5352" y="0"/>
              <a:ext cx="408" cy="414"/>
            </a:xfrm>
            <a:custGeom>
              <a:avLst/>
              <a:gdLst>
                <a:gd name="T0" fmla="*/ 542 w 407"/>
                <a:gd name="T1" fmla="*/ 414 h 414"/>
                <a:gd name="T2" fmla="*/ 542 w 407"/>
                <a:gd name="T3" fmla="*/ 396 h 414"/>
                <a:gd name="T4" fmla="*/ 357 w 407"/>
                <a:gd name="T5" fmla="*/ 192 h 414"/>
                <a:gd name="T6" fmla="*/ 12 w 407"/>
                <a:gd name="T7" fmla="*/ 0 h 414"/>
                <a:gd name="T8" fmla="*/ 0 w 407"/>
                <a:gd name="T9" fmla="*/ 0 h 414"/>
                <a:gd name="T10" fmla="*/ 108 w 407"/>
                <a:gd name="T11" fmla="*/ 102 h 414"/>
                <a:gd name="T12" fmla="*/ 351 w 407"/>
                <a:gd name="T13" fmla="*/ 204 h 414"/>
                <a:gd name="T14" fmla="*/ 542 w 407"/>
                <a:gd name="T15" fmla="*/ 414 h 414"/>
                <a:gd name="T16" fmla="*/ 542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5">
              <a:extLst>
                <a:ext uri="{FF2B5EF4-FFF2-40B4-BE49-F238E27FC236}">
                  <a16:creationId xmlns:a16="http://schemas.microsoft.com/office/drawing/2014/main" id="{ACD19EF9-A683-16C2-CD39-AB146701D050}"/>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3" name="Freeform 26">
              <a:extLst>
                <a:ext uri="{FF2B5EF4-FFF2-40B4-BE49-F238E27FC236}">
                  <a16:creationId xmlns:a16="http://schemas.microsoft.com/office/drawing/2014/main" id="{37A96D79-8413-B1D1-D1C5-57218FE8FB88}"/>
                </a:ext>
              </a:extLst>
            </p:cNvPr>
            <p:cNvSpPr>
              <a:spLocks/>
            </p:cNvSpPr>
            <p:nvPr/>
          </p:nvSpPr>
          <p:spPr bwMode="hidden">
            <a:xfrm>
              <a:off x="6" y="0"/>
              <a:ext cx="588" cy="599"/>
            </a:xfrm>
            <a:custGeom>
              <a:avLst/>
              <a:gdLst>
                <a:gd name="T0" fmla="*/ 917 w 586"/>
                <a:gd name="T1" fmla="*/ 0 h 599"/>
                <a:gd name="T2" fmla="*/ 890 w 586"/>
                <a:gd name="T3" fmla="*/ 0 h 599"/>
                <a:gd name="T4" fmla="*/ 644 w 586"/>
                <a:gd name="T5" fmla="*/ 132 h 599"/>
                <a:gd name="T6" fmla="*/ 392 w 586"/>
                <a:gd name="T7" fmla="*/ 270 h 599"/>
                <a:gd name="T8" fmla="*/ 120 w 586"/>
                <a:gd name="T9" fmla="*/ 420 h 599"/>
                <a:gd name="T10" fmla="*/ 0 w 586"/>
                <a:gd name="T11" fmla="*/ 575 h 599"/>
                <a:gd name="T12" fmla="*/ 0 w 586"/>
                <a:gd name="T13" fmla="*/ 599 h 599"/>
                <a:gd name="T14" fmla="*/ 120 w 586"/>
                <a:gd name="T15" fmla="*/ 432 h 599"/>
                <a:gd name="T16" fmla="*/ 392 w 586"/>
                <a:gd name="T17" fmla="*/ 282 h 599"/>
                <a:gd name="T18" fmla="*/ 656 w 586"/>
                <a:gd name="T19" fmla="*/ 138 h 599"/>
                <a:gd name="T20" fmla="*/ 917 w 586"/>
                <a:gd name="T21" fmla="*/ 0 h 599"/>
                <a:gd name="T22" fmla="*/ 917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7">
              <a:extLst>
                <a:ext uri="{FF2B5EF4-FFF2-40B4-BE49-F238E27FC236}">
                  <a16:creationId xmlns:a16="http://schemas.microsoft.com/office/drawing/2014/main" id="{BBE8ECB6-ECF0-6260-8F5E-FBC77A827DEA}"/>
                </a:ext>
              </a:extLst>
            </p:cNvPr>
            <p:cNvSpPr>
              <a:spLocks/>
            </p:cNvSpPr>
            <p:nvPr/>
          </p:nvSpPr>
          <p:spPr bwMode="hidden">
            <a:xfrm>
              <a:off x="6" y="0"/>
              <a:ext cx="270" cy="252"/>
            </a:xfrm>
            <a:custGeom>
              <a:avLst/>
              <a:gdLst>
                <a:gd name="T0" fmla="*/ 404 w 269"/>
                <a:gd name="T1" fmla="*/ 0 h 252"/>
                <a:gd name="T2" fmla="*/ 386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404 w 269"/>
                <a:gd name="T15" fmla="*/ 0 h 252"/>
                <a:gd name="T16" fmla="*/ 404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28">
              <a:extLst>
                <a:ext uri="{FF2B5EF4-FFF2-40B4-BE49-F238E27FC236}">
                  <a16:creationId xmlns:a16="http://schemas.microsoft.com/office/drawing/2014/main" id="{06EB5B5E-1581-98FA-A02F-A63D2729B0DD}"/>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68134E8D-B710-F543-1D42-3B5D617649CA}"/>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7A4B3F5A-0F0F-BFFA-04A7-55CFB82B1354}"/>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93349710-9374-32D9-B17E-9ADB2F098EB1}"/>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99F8D79E-454E-890F-8F11-AED0807AAE33}"/>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757F2EF0-78A6-ADD5-9BFE-D963321A641A}"/>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C0CF3717-E250-E384-EB9B-53BC0BBD2E13}"/>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32BE4E28-520E-0BB4-91E0-D8D33020C9BF}"/>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6375B9C6-4929-84C6-F837-79EFB917D8DF}"/>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AE69646C-A80C-7CD7-38E4-0009BA656BBB}"/>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F34C37AF-84DE-6F50-CF8A-8F78C834D97E}"/>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65703"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p>
        </p:txBody>
      </p:sp>
      <p:sp>
        <p:nvSpPr>
          <p:cNvPr id="1265704"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39" name="Rectangle 41">
            <a:extLst>
              <a:ext uri="{FF2B5EF4-FFF2-40B4-BE49-F238E27FC236}">
                <a16:creationId xmlns:a16="http://schemas.microsoft.com/office/drawing/2014/main" id="{309FB63F-2B19-C6EF-47BD-2F9A2F52A32C}"/>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DE8C958F-D7CA-D173-612F-E48CFF5DAB5F}"/>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DB81E30A-1F40-FB63-6CB3-0E3941D605A3}"/>
              </a:ext>
            </a:extLst>
          </p:cNvPr>
          <p:cNvSpPr>
            <a:spLocks noGrp="1" noChangeArrowheads="1"/>
          </p:cNvSpPr>
          <p:nvPr>
            <p:ph type="sldNum" sz="quarter" idx="12"/>
          </p:nvPr>
        </p:nvSpPr>
        <p:spPr/>
        <p:txBody>
          <a:bodyPr/>
          <a:lstStyle>
            <a:lvl1pPr>
              <a:defRPr smtClean="0"/>
            </a:lvl1pPr>
          </a:lstStyle>
          <a:p>
            <a:pPr>
              <a:defRPr/>
            </a:pPr>
            <a:fld id="{A612BE24-2609-4226-B67F-F9741AE9AF86}" type="slidenum">
              <a:rPr lang="en-US" altLang="zh-CN"/>
              <a:pPr>
                <a:defRPr/>
              </a:pPr>
              <a:t>‹#›</a:t>
            </a:fld>
            <a:endParaRPr lang="en-US" altLang="zh-CN"/>
          </a:p>
        </p:txBody>
      </p:sp>
    </p:spTree>
    <p:extLst>
      <p:ext uri="{BB962C8B-B14F-4D97-AF65-F5344CB8AC3E}">
        <p14:creationId xmlns:p14="http://schemas.microsoft.com/office/powerpoint/2010/main" val="275222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FF2855C4-B15F-578D-909E-02DF354F3C1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4CCBE154-F5FC-A9F0-32CB-C5C57192150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872D381F-55BA-FFC2-A141-2B605A092C6C}"/>
              </a:ext>
            </a:extLst>
          </p:cNvPr>
          <p:cNvSpPr>
            <a:spLocks noGrp="1" noChangeArrowheads="1"/>
          </p:cNvSpPr>
          <p:nvPr>
            <p:ph type="sldNum" sz="quarter" idx="12"/>
          </p:nvPr>
        </p:nvSpPr>
        <p:spPr>
          <a:ln/>
        </p:spPr>
        <p:txBody>
          <a:bodyPr/>
          <a:lstStyle>
            <a:lvl1pPr>
              <a:defRPr/>
            </a:lvl1pPr>
          </a:lstStyle>
          <a:p>
            <a:pPr>
              <a:defRPr/>
            </a:pPr>
            <a:fld id="{786751C2-6986-498C-BE1C-95AD385E6B64}" type="slidenum">
              <a:rPr lang="en-US" altLang="zh-CN"/>
              <a:pPr>
                <a:defRPr/>
              </a:pPr>
              <a:t>‹#›</a:t>
            </a:fld>
            <a:endParaRPr lang="en-US" altLang="zh-CN"/>
          </a:p>
        </p:txBody>
      </p:sp>
    </p:spTree>
    <p:extLst>
      <p:ext uri="{BB962C8B-B14F-4D97-AF65-F5344CB8AC3E}">
        <p14:creationId xmlns:p14="http://schemas.microsoft.com/office/powerpoint/2010/main" val="2885484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a:extLst>
              <a:ext uri="{FF2B5EF4-FFF2-40B4-BE49-F238E27FC236}">
                <a16:creationId xmlns:a16="http://schemas.microsoft.com/office/drawing/2014/main" id="{B4185CB5-8C8B-E8F9-8584-9574CF99A91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08BB321D-06AB-4093-BCD4-80A441BC0EA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C9762BB2-3F9F-5A17-1859-C9358C6646EE}"/>
              </a:ext>
            </a:extLst>
          </p:cNvPr>
          <p:cNvSpPr>
            <a:spLocks noGrp="1" noChangeArrowheads="1"/>
          </p:cNvSpPr>
          <p:nvPr>
            <p:ph type="sldNum" sz="quarter" idx="12"/>
          </p:nvPr>
        </p:nvSpPr>
        <p:spPr>
          <a:ln/>
        </p:spPr>
        <p:txBody>
          <a:bodyPr/>
          <a:lstStyle>
            <a:lvl1pPr>
              <a:defRPr/>
            </a:lvl1pPr>
          </a:lstStyle>
          <a:p>
            <a:pPr>
              <a:defRPr/>
            </a:pPr>
            <a:fld id="{67C969D5-6A72-4893-BCF6-EE85F502964C}" type="slidenum">
              <a:rPr lang="en-US" altLang="zh-CN"/>
              <a:pPr>
                <a:defRPr/>
              </a:pPr>
              <a:t>‹#›</a:t>
            </a:fld>
            <a:endParaRPr lang="en-US" altLang="zh-CN"/>
          </a:p>
        </p:txBody>
      </p:sp>
    </p:spTree>
    <p:extLst>
      <p:ext uri="{BB962C8B-B14F-4D97-AF65-F5344CB8AC3E}">
        <p14:creationId xmlns:p14="http://schemas.microsoft.com/office/powerpoint/2010/main" val="1081103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07FD6B07-600C-971F-E5F4-B9F9005135A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E99A51E2-75DC-CE82-A694-86A0635C5C9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DF6A357C-F7C2-C6BA-A7AA-2BBCE0B3911C}"/>
              </a:ext>
            </a:extLst>
          </p:cNvPr>
          <p:cNvSpPr>
            <a:spLocks noGrp="1" noChangeArrowheads="1"/>
          </p:cNvSpPr>
          <p:nvPr>
            <p:ph type="sldNum" sz="quarter" idx="12"/>
          </p:nvPr>
        </p:nvSpPr>
        <p:spPr>
          <a:ln/>
        </p:spPr>
        <p:txBody>
          <a:bodyPr/>
          <a:lstStyle>
            <a:lvl1pPr>
              <a:defRPr/>
            </a:lvl1pPr>
          </a:lstStyle>
          <a:p>
            <a:pPr>
              <a:defRPr/>
            </a:pPr>
            <a:fld id="{FBA2794F-78C3-4190-82B0-36777B6E4132}" type="slidenum">
              <a:rPr lang="en-US" altLang="zh-CN"/>
              <a:pPr>
                <a:defRPr/>
              </a:pPr>
              <a:t>‹#›</a:t>
            </a:fld>
            <a:endParaRPr lang="en-US" altLang="zh-CN"/>
          </a:p>
        </p:txBody>
      </p:sp>
    </p:spTree>
    <p:extLst>
      <p:ext uri="{BB962C8B-B14F-4D97-AF65-F5344CB8AC3E}">
        <p14:creationId xmlns:p14="http://schemas.microsoft.com/office/powerpoint/2010/main" val="1633348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a:extLst>
              <a:ext uri="{FF2B5EF4-FFF2-40B4-BE49-F238E27FC236}">
                <a16:creationId xmlns:a16="http://schemas.microsoft.com/office/drawing/2014/main" id="{07DFE708-457D-B960-0598-A0FC8FBFFEA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CB10CA16-91EA-F34C-DA15-601019049E8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BA73FDBA-1F3B-903C-1525-8F7D5631A900}"/>
              </a:ext>
            </a:extLst>
          </p:cNvPr>
          <p:cNvSpPr>
            <a:spLocks noGrp="1" noChangeArrowheads="1"/>
          </p:cNvSpPr>
          <p:nvPr>
            <p:ph type="sldNum" sz="quarter" idx="12"/>
          </p:nvPr>
        </p:nvSpPr>
        <p:spPr>
          <a:ln/>
        </p:spPr>
        <p:txBody>
          <a:bodyPr/>
          <a:lstStyle>
            <a:lvl1pPr>
              <a:defRPr/>
            </a:lvl1pPr>
          </a:lstStyle>
          <a:p>
            <a:pPr>
              <a:defRPr/>
            </a:pPr>
            <a:fld id="{ED2761E3-979C-4E0E-B3F3-59F5E36EFFD3}" type="slidenum">
              <a:rPr lang="en-US" altLang="zh-CN"/>
              <a:pPr>
                <a:defRPr/>
              </a:pPr>
              <a:t>‹#›</a:t>
            </a:fld>
            <a:endParaRPr lang="en-US" altLang="zh-CN"/>
          </a:p>
        </p:txBody>
      </p:sp>
    </p:spTree>
    <p:extLst>
      <p:ext uri="{BB962C8B-B14F-4D97-AF65-F5344CB8AC3E}">
        <p14:creationId xmlns:p14="http://schemas.microsoft.com/office/powerpoint/2010/main" val="4198599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a:extLst>
              <a:ext uri="{FF2B5EF4-FFF2-40B4-BE49-F238E27FC236}">
                <a16:creationId xmlns:a16="http://schemas.microsoft.com/office/drawing/2014/main" id="{DAD883B4-2EBF-DF34-E167-272889BE3A9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F58B9C22-634B-F338-A77D-242CBF265B3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C5A9AA01-78B2-AF6A-B249-107D4C5B5C41}"/>
              </a:ext>
            </a:extLst>
          </p:cNvPr>
          <p:cNvSpPr>
            <a:spLocks noGrp="1" noChangeArrowheads="1"/>
          </p:cNvSpPr>
          <p:nvPr>
            <p:ph type="sldNum" sz="quarter" idx="12"/>
          </p:nvPr>
        </p:nvSpPr>
        <p:spPr>
          <a:ln/>
        </p:spPr>
        <p:txBody>
          <a:bodyPr/>
          <a:lstStyle>
            <a:lvl1pPr>
              <a:defRPr/>
            </a:lvl1pPr>
          </a:lstStyle>
          <a:p>
            <a:pPr>
              <a:defRPr/>
            </a:pPr>
            <a:fld id="{D45797D6-4008-420A-8290-F41413659CEC}" type="slidenum">
              <a:rPr lang="en-US" altLang="zh-CN"/>
              <a:pPr>
                <a:defRPr/>
              </a:pPr>
              <a:t>‹#›</a:t>
            </a:fld>
            <a:endParaRPr lang="en-US" altLang="zh-CN"/>
          </a:p>
        </p:txBody>
      </p:sp>
    </p:spTree>
    <p:extLst>
      <p:ext uri="{BB962C8B-B14F-4D97-AF65-F5344CB8AC3E}">
        <p14:creationId xmlns:p14="http://schemas.microsoft.com/office/powerpoint/2010/main" val="3894148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43A61C71-2700-11EE-B220-8B250DDE82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FE339663-98B1-ADF3-F2DC-0C9450DB867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E369D0B4-F9D2-00EE-87BD-4109CF17E89A}"/>
              </a:ext>
            </a:extLst>
          </p:cNvPr>
          <p:cNvSpPr>
            <a:spLocks noGrp="1" noChangeArrowheads="1"/>
          </p:cNvSpPr>
          <p:nvPr>
            <p:ph type="sldNum" sz="quarter" idx="12"/>
          </p:nvPr>
        </p:nvSpPr>
        <p:spPr>
          <a:ln/>
        </p:spPr>
        <p:txBody>
          <a:bodyPr/>
          <a:lstStyle>
            <a:lvl1pPr>
              <a:defRPr/>
            </a:lvl1pPr>
          </a:lstStyle>
          <a:p>
            <a:pPr>
              <a:defRPr/>
            </a:pPr>
            <a:fld id="{0DB4E4EE-EE3B-41C5-8A84-6F8FDE7BE72F}" type="slidenum">
              <a:rPr lang="en-US" altLang="zh-CN"/>
              <a:pPr>
                <a:defRPr/>
              </a:pPr>
              <a:t>‹#›</a:t>
            </a:fld>
            <a:endParaRPr lang="en-US" altLang="zh-CN"/>
          </a:p>
        </p:txBody>
      </p:sp>
    </p:spTree>
    <p:extLst>
      <p:ext uri="{BB962C8B-B14F-4D97-AF65-F5344CB8AC3E}">
        <p14:creationId xmlns:p14="http://schemas.microsoft.com/office/powerpoint/2010/main" val="269062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618F8AA0-816E-CCB2-E293-207C67EA6AA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DF2E48F4-C50E-64A5-B10B-E11FF880FEF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703FBBEB-0C88-6466-EDF0-F2D486A9A4B0}"/>
              </a:ext>
            </a:extLst>
          </p:cNvPr>
          <p:cNvSpPr>
            <a:spLocks noGrp="1" noChangeArrowheads="1"/>
          </p:cNvSpPr>
          <p:nvPr>
            <p:ph type="sldNum" sz="quarter" idx="12"/>
          </p:nvPr>
        </p:nvSpPr>
        <p:spPr>
          <a:ln/>
        </p:spPr>
        <p:txBody>
          <a:bodyPr/>
          <a:lstStyle>
            <a:lvl1pPr>
              <a:defRPr/>
            </a:lvl1pPr>
          </a:lstStyle>
          <a:p>
            <a:pPr>
              <a:defRPr/>
            </a:pPr>
            <a:fld id="{51C10797-5A5F-4818-8B92-47608E7FC8DC}" type="slidenum">
              <a:rPr lang="en-US" altLang="zh-CN"/>
              <a:pPr>
                <a:defRPr/>
              </a:pPr>
              <a:t>‹#›</a:t>
            </a:fld>
            <a:endParaRPr lang="en-US" altLang="zh-CN"/>
          </a:p>
        </p:txBody>
      </p:sp>
    </p:spTree>
    <p:extLst>
      <p:ext uri="{BB962C8B-B14F-4D97-AF65-F5344CB8AC3E}">
        <p14:creationId xmlns:p14="http://schemas.microsoft.com/office/powerpoint/2010/main" val="1863534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851FCD1C-C5FA-6F89-1DDA-AAD56DB4022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5BCF4CCF-6FB2-3386-5402-1B69C237782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E262089E-A831-34E9-14E0-E7ECEE17F972}"/>
              </a:ext>
            </a:extLst>
          </p:cNvPr>
          <p:cNvSpPr>
            <a:spLocks noGrp="1" noChangeArrowheads="1"/>
          </p:cNvSpPr>
          <p:nvPr>
            <p:ph type="sldNum" sz="quarter" idx="12"/>
          </p:nvPr>
        </p:nvSpPr>
        <p:spPr>
          <a:ln/>
        </p:spPr>
        <p:txBody>
          <a:bodyPr/>
          <a:lstStyle>
            <a:lvl1pPr>
              <a:defRPr/>
            </a:lvl1pPr>
          </a:lstStyle>
          <a:p>
            <a:pPr>
              <a:defRPr/>
            </a:pPr>
            <a:fld id="{23EB081A-D25B-4005-B438-764EB84DE94E}" type="slidenum">
              <a:rPr lang="en-US" altLang="zh-CN"/>
              <a:pPr>
                <a:defRPr/>
              </a:pPr>
              <a:t>‹#›</a:t>
            </a:fld>
            <a:endParaRPr lang="en-US" altLang="zh-CN"/>
          </a:p>
        </p:txBody>
      </p:sp>
    </p:spTree>
    <p:extLst>
      <p:ext uri="{BB962C8B-B14F-4D97-AF65-F5344CB8AC3E}">
        <p14:creationId xmlns:p14="http://schemas.microsoft.com/office/powerpoint/2010/main" val="2982843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B1B0B6EF-F7D9-1025-E9EC-3C2543286E6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273EEA6B-9AC9-83AD-2C38-CF727ABAACB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FD0EAF9D-4BFC-6CB8-2858-E4673FBFD4C7}"/>
              </a:ext>
            </a:extLst>
          </p:cNvPr>
          <p:cNvSpPr>
            <a:spLocks noGrp="1" noChangeArrowheads="1"/>
          </p:cNvSpPr>
          <p:nvPr>
            <p:ph type="sldNum" sz="quarter" idx="12"/>
          </p:nvPr>
        </p:nvSpPr>
        <p:spPr>
          <a:ln/>
        </p:spPr>
        <p:txBody>
          <a:bodyPr/>
          <a:lstStyle>
            <a:lvl1pPr>
              <a:defRPr/>
            </a:lvl1pPr>
          </a:lstStyle>
          <a:p>
            <a:pPr>
              <a:defRPr/>
            </a:pPr>
            <a:fld id="{78ABE283-D7DE-440E-A4DD-90621003412E}" type="slidenum">
              <a:rPr lang="en-US" altLang="zh-CN"/>
              <a:pPr>
                <a:defRPr/>
              </a:pPr>
              <a:t>‹#›</a:t>
            </a:fld>
            <a:endParaRPr lang="en-US" altLang="zh-CN"/>
          </a:p>
        </p:txBody>
      </p:sp>
    </p:spTree>
    <p:extLst>
      <p:ext uri="{BB962C8B-B14F-4D97-AF65-F5344CB8AC3E}">
        <p14:creationId xmlns:p14="http://schemas.microsoft.com/office/powerpoint/2010/main" val="523711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7BA0DDF4-D048-033B-FBD9-E6137F82A15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98C6C2EB-7940-7754-FF41-475F69F643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C4A8328A-F045-392D-FF5D-5C9D91F73448}"/>
              </a:ext>
            </a:extLst>
          </p:cNvPr>
          <p:cNvSpPr>
            <a:spLocks noGrp="1" noChangeArrowheads="1"/>
          </p:cNvSpPr>
          <p:nvPr>
            <p:ph type="sldNum" sz="quarter" idx="12"/>
          </p:nvPr>
        </p:nvSpPr>
        <p:spPr>
          <a:ln/>
        </p:spPr>
        <p:txBody>
          <a:bodyPr/>
          <a:lstStyle>
            <a:lvl1pPr>
              <a:defRPr/>
            </a:lvl1pPr>
          </a:lstStyle>
          <a:p>
            <a:pPr>
              <a:defRPr/>
            </a:pPr>
            <a:fld id="{41995D59-EED8-403D-BC96-A034B6E6329F}" type="slidenum">
              <a:rPr lang="en-US" altLang="zh-CN"/>
              <a:pPr>
                <a:defRPr/>
              </a:pPr>
              <a:t>‹#›</a:t>
            </a:fld>
            <a:endParaRPr lang="en-US" altLang="zh-CN"/>
          </a:p>
        </p:txBody>
      </p:sp>
    </p:spTree>
    <p:extLst>
      <p:ext uri="{BB962C8B-B14F-4D97-AF65-F5344CB8AC3E}">
        <p14:creationId xmlns:p14="http://schemas.microsoft.com/office/powerpoint/2010/main" val="81420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D99"/>
            </a:gs>
            <a:gs pos="100000">
              <a:srgbClr val="002850"/>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AFFE308-5576-E3BB-5CC0-60B696EF4ACA}"/>
              </a:ext>
            </a:extLst>
          </p:cNvPr>
          <p:cNvGrpSpPr>
            <a:grpSpLocks/>
          </p:cNvGrpSpPr>
          <p:nvPr/>
        </p:nvGrpSpPr>
        <p:grpSpPr bwMode="auto">
          <a:xfrm>
            <a:off x="1588" y="0"/>
            <a:ext cx="9148762" cy="6851650"/>
            <a:chOff x="1" y="0"/>
            <a:chExt cx="5763" cy="4316"/>
          </a:xfrm>
        </p:grpSpPr>
        <p:sp>
          <p:nvSpPr>
            <p:cNvPr id="1264643" name="Freeform 3">
              <a:extLst>
                <a:ext uri="{FF2B5EF4-FFF2-40B4-BE49-F238E27FC236}">
                  <a16:creationId xmlns:a16="http://schemas.microsoft.com/office/drawing/2014/main" id="{03DDEC42-0341-01C5-5DA6-06C1CBA2F6DD}"/>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44" name="Freeform 4">
              <a:extLst>
                <a:ext uri="{FF2B5EF4-FFF2-40B4-BE49-F238E27FC236}">
                  <a16:creationId xmlns:a16="http://schemas.microsoft.com/office/drawing/2014/main" id="{692086AE-5308-2FD4-3F47-7AE0A666371B}"/>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45" name="Freeform 5">
              <a:extLst>
                <a:ext uri="{FF2B5EF4-FFF2-40B4-BE49-F238E27FC236}">
                  <a16:creationId xmlns:a16="http://schemas.microsoft.com/office/drawing/2014/main" id="{60243856-8E45-4A6F-B0CA-424A4153AF88}"/>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grpSp>
          <p:nvGrpSpPr>
            <p:cNvPr id="1035" name="Group 6">
              <a:extLst>
                <a:ext uri="{FF2B5EF4-FFF2-40B4-BE49-F238E27FC236}">
                  <a16:creationId xmlns:a16="http://schemas.microsoft.com/office/drawing/2014/main" id="{CE524B76-8251-0675-8432-F8AA468E44F9}"/>
                </a:ext>
              </a:extLst>
            </p:cNvPr>
            <p:cNvGrpSpPr>
              <a:grpSpLocks/>
            </p:cNvGrpSpPr>
            <p:nvPr/>
          </p:nvGrpSpPr>
          <p:grpSpPr bwMode="auto">
            <a:xfrm>
              <a:off x="288" y="0"/>
              <a:ext cx="5098" cy="4316"/>
              <a:chOff x="288" y="0"/>
              <a:chExt cx="5098" cy="4316"/>
            </a:xfrm>
          </p:grpSpPr>
          <p:sp>
            <p:nvSpPr>
              <p:cNvPr id="1264647" name="Freeform 7">
                <a:extLst>
                  <a:ext uri="{FF2B5EF4-FFF2-40B4-BE49-F238E27FC236}">
                    <a16:creationId xmlns:a16="http://schemas.microsoft.com/office/drawing/2014/main" id="{90E95400-B399-3232-971A-25C6D7E5234E}"/>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48" name="Freeform 8">
                <a:extLst>
                  <a:ext uri="{FF2B5EF4-FFF2-40B4-BE49-F238E27FC236}">
                    <a16:creationId xmlns:a16="http://schemas.microsoft.com/office/drawing/2014/main" id="{585DAFFA-84A5-1E3B-FBD3-76029C28AE6D}"/>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49" name="Freeform 9">
                <a:extLst>
                  <a:ext uri="{FF2B5EF4-FFF2-40B4-BE49-F238E27FC236}">
                    <a16:creationId xmlns:a16="http://schemas.microsoft.com/office/drawing/2014/main" id="{82FC100F-B388-0B0C-7E2D-B19D5CA2527B}"/>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0" name="Freeform 10">
                <a:extLst>
                  <a:ext uri="{FF2B5EF4-FFF2-40B4-BE49-F238E27FC236}">
                    <a16:creationId xmlns:a16="http://schemas.microsoft.com/office/drawing/2014/main" id="{EFC07DEF-CB39-B21C-86A7-09F85A61A477}"/>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1" name="Freeform 11">
                <a:extLst>
                  <a:ext uri="{FF2B5EF4-FFF2-40B4-BE49-F238E27FC236}">
                    <a16:creationId xmlns:a16="http://schemas.microsoft.com/office/drawing/2014/main" id="{2F221DF7-6C19-1E45-86B5-7DA7156136E9}"/>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2" name="Freeform 12">
                <a:extLst>
                  <a:ext uri="{FF2B5EF4-FFF2-40B4-BE49-F238E27FC236}">
                    <a16:creationId xmlns:a16="http://schemas.microsoft.com/office/drawing/2014/main" id="{6F164238-C113-CB94-58EC-3016E592187E}"/>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3" name="Freeform 13">
                <a:extLst>
                  <a:ext uri="{FF2B5EF4-FFF2-40B4-BE49-F238E27FC236}">
                    <a16:creationId xmlns:a16="http://schemas.microsoft.com/office/drawing/2014/main" id="{52D54D1E-644C-700E-275E-DCA3027EDDB8}"/>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4" name="Freeform 14">
                <a:extLst>
                  <a:ext uri="{FF2B5EF4-FFF2-40B4-BE49-F238E27FC236}">
                    <a16:creationId xmlns:a16="http://schemas.microsoft.com/office/drawing/2014/main" id="{8FDB0015-50CA-284D-6102-B3B365351704}"/>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5" name="Freeform 15">
                <a:extLst>
                  <a:ext uri="{FF2B5EF4-FFF2-40B4-BE49-F238E27FC236}">
                    <a16:creationId xmlns:a16="http://schemas.microsoft.com/office/drawing/2014/main" id="{FCDCA94D-C563-BDED-623C-9DA5438B6F63}"/>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6" name="Freeform 16">
                <a:extLst>
                  <a:ext uri="{FF2B5EF4-FFF2-40B4-BE49-F238E27FC236}">
                    <a16:creationId xmlns:a16="http://schemas.microsoft.com/office/drawing/2014/main" id="{8721F9FE-461B-E6FA-3C31-75C3EDBE0C9D}"/>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7" name="Freeform 17">
                <a:extLst>
                  <a:ext uri="{FF2B5EF4-FFF2-40B4-BE49-F238E27FC236}">
                    <a16:creationId xmlns:a16="http://schemas.microsoft.com/office/drawing/2014/main" id="{6AD46FA0-A7B8-5242-37C9-A94B02819151}"/>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8" name="Freeform 18">
                <a:extLst>
                  <a:ext uri="{FF2B5EF4-FFF2-40B4-BE49-F238E27FC236}">
                    <a16:creationId xmlns:a16="http://schemas.microsoft.com/office/drawing/2014/main" id="{6D8F5A6A-794D-C6BF-74CD-2D3415643928}"/>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9" name="Freeform 19">
                <a:extLst>
                  <a:ext uri="{FF2B5EF4-FFF2-40B4-BE49-F238E27FC236}">
                    <a16:creationId xmlns:a16="http://schemas.microsoft.com/office/drawing/2014/main" id="{93EC3D27-2645-5563-71FE-8D86F7699E35}"/>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grpSp>
        <p:sp>
          <p:nvSpPr>
            <p:cNvPr id="1264660" name="Freeform 20">
              <a:extLst>
                <a:ext uri="{FF2B5EF4-FFF2-40B4-BE49-F238E27FC236}">
                  <a16:creationId xmlns:a16="http://schemas.microsoft.com/office/drawing/2014/main" id="{32D24421-F100-8CD3-89E0-E0996463E73D}"/>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61" name="Freeform 21">
              <a:extLst>
                <a:ext uri="{FF2B5EF4-FFF2-40B4-BE49-F238E27FC236}">
                  <a16:creationId xmlns:a16="http://schemas.microsoft.com/office/drawing/2014/main" id="{1B4CF959-EAE8-C689-D1BE-1D9232676824}"/>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62" name="Freeform 22">
              <a:extLst>
                <a:ext uri="{FF2B5EF4-FFF2-40B4-BE49-F238E27FC236}">
                  <a16:creationId xmlns:a16="http://schemas.microsoft.com/office/drawing/2014/main" id="{55D35BE8-6979-52A3-75E6-9BF332ADB28D}"/>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39" name="Freeform 23">
              <a:extLst>
                <a:ext uri="{FF2B5EF4-FFF2-40B4-BE49-F238E27FC236}">
                  <a16:creationId xmlns:a16="http://schemas.microsoft.com/office/drawing/2014/main" id="{C60DF565-B308-D9A3-080E-8946C807F0AF}"/>
                </a:ext>
              </a:extLst>
            </p:cNvPr>
            <p:cNvSpPr>
              <a:spLocks/>
            </p:cNvSpPr>
            <p:nvPr/>
          </p:nvSpPr>
          <p:spPr bwMode="hidden">
            <a:xfrm>
              <a:off x="5041" y="0"/>
              <a:ext cx="719" cy="845"/>
            </a:xfrm>
            <a:custGeom>
              <a:avLst/>
              <a:gdLst>
                <a:gd name="T0" fmla="*/ 1032 w 717"/>
                <a:gd name="T1" fmla="*/ 845 h 845"/>
                <a:gd name="T2" fmla="*/ 1032 w 717"/>
                <a:gd name="T3" fmla="*/ 821 h 845"/>
                <a:gd name="T4" fmla="*/ 844 w 717"/>
                <a:gd name="T5" fmla="*/ 605 h 845"/>
                <a:gd name="T6" fmla="*/ 544 w 717"/>
                <a:gd name="T7" fmla="*/ 396 h 845"/>
                <a:gd name="T8" fmla="*/ 356 w 717"/>
                <a:gd name="T9" fmla="*/ 192 h 845"/>
                <a:gd name="T10" fmla="*/ 17 w 717"/>
                <a:gd name="T11" fmla="*/ 0 h 845"/>
                <a:gd name="T12" fmla="*/ 0 w 717"/>
                <a:gd name="T13" fmla="*/ 0 h 845"/>
                <a:gd name="T14" fmla="*/ 344 w 717"/>
                <a:gd name="T15" fmla="*/ 198 h 845"/>
                <a:gd name="T16" fmla="*/ 535 w 717"/>
                <a:gd name="T17" fmla="*/ 408 h 845"/>
                <a:gd name="T18" fmla="*/ 838 w 717"/>
                <a:gd name="T19" fmla="*/ 623 h 845"/>
                <a:gd name="T20" fmla="*/ 1032 w 717"/>
                <a:gd name="T21" fmla="*/ 845 h 845"/>
                <a:gd name="T22" fmla="*/ 1032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a:extLst>
                <a:ext uri="{FF2B5EF4-FFF2-40B4-BE49-F238E27FC236}">
                  <a16:creationId xmlns:a16="http://schemas.microsoft.com/office/drawing/2014/main" id="{02838E2E-E89A-6528-6C16-C39003E89348}"/>
                </a:ext>
              </a:extLst>
            </p:cNvPr>
            <p:cNvSpPr>
              <a:spLocks/>
            </p:cNvSpPr>
            <p:nvPr/>
          </p:nvSpPr>
          <p:spPr bwMode="hidden">
            <a:xfrm>
              <a:off x="5352" y="0"/>
              <a:ext cx="408" cy="414"/>
            </a:xfrm>
            <a:custGeom>
              <a:avLst/>
              <a:gdLst>
                <a:gd name="T0" fmla="*/ 542 w 407"/>
                <a:gd name="T1" fmla="*/ 414 h 414"/>
                <a:gd name="T2" fmla="*/ 542 w 407"/>
                <a:gd name="T3" fmla="*/ 396 h 414"/>
                <a:gd name="T4" fmla="*/ 357 w 407"/>
                <a:gd name="T5" fmla="*/ 192 h 414"/>
                <a:gd name="T6" fmla="*/ 12 w 407"/>
                <a:gd name="T7" fmla="*/ 0 h 414"/>
                <a:gd name="T8" fmla="*/ 0 w 407"/>
                <a:gd name="T9" fmla="*/ 0 h 414"/>
                <a:gd name="T10" fmla="*/ 108 w 407"/>
                <a:gd name="T11" fmla="*/ 102 h 414"/>
                <a:gd name="T12" fmla="*/ 351 w 407"/>
                <a:gd name="T13" fmla="*/ 204 h 414"/>
                <a:gd name="T14" fmla="*/ 542 w 407"/>
                <a:gd name="T15" fmla="*/ 414 h 414"/>
                <a:gd name="T16" fmla="*/ 542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64665" name="Freeform 25">
              <a:extLst>
                <a:ext uri="{FF2B5EF4-FFF2-40B4-BE49-F238E27FC236}">
                  <a16:creationId xmlns:a16="http://schemas.microsoft.com/office/drawing/2014/main" id="{49EE788F-0BCA-F654-DB39-BB6440695C75}"/>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42" name="Freeform 26">
              <a:extLst>
                <a:ext uri="{FF2B5EF4-FFF2-40B4-BE49-F238E27FC236}">
                  <a16:creationId xmlns:a16="http://schemas.microsoft.com/office/drawing/2014/main" id="{70A36564-57B0-A429-CB8D-F4B264BAAEBB}"/>
                </a:ext>
              </a:extLst>
            </p:cNvPr>
            <p:cNvSpPr>
              <a:spLocks/>
            </p:cNvSpPr>
            <p:nvPr/>
          </p:nvSpPr>
          <p:spPr bwMode="hidden">
            <a:xfrm>
              <a:off x="6" y="0"/>
              <a:ext cx="588" cy="599"/>
            </a:xfrm>
            <a:custGeom>
              <a:avLst/>
              <a:gdLst>
                <a:gd name="T0" fmla="*/ 917 w 586"/>
                <a:gd name="T1" fmla="*/ 0 h 599"/>
                <a:gd name="T2" fmla="*/ 890 w 586"/>
                <a:gd name="T3" fmla="*/ 0 h 599"/>
                <a:gd name="T4" fmla="*/ 644 w 586"/>
                <a:gd name="T5" fmla="*/ 132 h 599"/>
                <a:gd name="T6" fmla="*/ 392 w 586"/>
                <a:gd name="T7" fmla="*/ 270 h 599"/>
                <a:gd name="T8" fmla="*/ 120 w 586"/>
                <a:gd name="T9" fmla="*/ 420 h 599"/>
                <a:gd name="T10" fmla="*/ 0 w 586"/>
                <a:gd name="T11" fmla="*/ 575 h 599"/>
                <a:gd name="T12" fmla="*/ 0 w 586"/>
                <a:gd name="T13" fmla="*/ 599 h 599"/>
                <a:gd name="T14" fmla="*/ 120 w 586"/>
                <a:gd name="T15" fmla="*/ 432 h 599"/>
                <a:gd name="T16" fmla="*/ 392 w 586"/>
                <a:gd name="T17" fmla="*/ 282 h 599"/>
                <a:gd name="T18" fmla="*/ 656 w 586"/>
                <a:gd name="T19" fmla="*/ 138 h 599"/>
                <a:gd name="T20" fmla="*/ 917 w 586"/>
                <a:gd name="T21" fmla="*/ 0 h 599"/>
                <a:gd name="T22" fmla="*/ 917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a:extLst>
                <a:ext uri="{FF2B5EF4-FFF2-40B4-BE49-F238E27FC236}">
                  <a16:creationId xmlns:a16="http://schemas.microsoft.com/office/drawing/2014/main" id="{65293F4C-C3C1-4F49-F811-1AC74D85FBCA}"/>
                </a:ext>
              </a:extLst>
            </p:cNvPr>
            <p:cNvSpPr>
              <a:spLocks/>
            </p:cNvSpPr>
            <p:nvPr/>
          </p:nvSpPr>
          <p:spPr bwMode="hidden">
            <a:xfrm>
              <a:off x="6" y="0"/>
              <a:ext cx="270" cy="252"/>
            </a:xfrm>
            <a:custGeom>
              <a:avLst/>
              <a:gdLst>
                <a:gd name="T0" fmla="*/ 404 w 269"/>
                <a:gd name="T1" fmla="*/ 0 h 252"/>
                <a:gd name="T2" fmla="*/ 386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404 w 269"/>
                <a:gd name="T15" fmla="*/ 0 h 252"/>
                <a:gd name="T16" fmla="*/ 404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a:extLst>
                <a:ext uri="{FF2B5EF4-FFF2-40B4-BE49-F238E27FC236}">
                  <a16:creationId xmlns:a16="http://schemas.microsoft.com/office/drawing/2014/main" id="{7B0A35C3-2AB7-6B37-E8DB-D3E54E5F0241}"/>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6AEE4AF8-CCC8-7FB7-8C3C-F5A51FDBBC84}"/>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61AEADBC-3F38-2679-854C-FA2865C355C5}"/>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a:extLst>
                <a:ext uri="{FF2B5EF4-FFF2-40B4-BE49-F238E27FC236}">
                  <a16:creationId xmlns:a16="http://schemas.microsoft.com/office/drawing/2014/main" id="{2ECD14A4-C671-A2A1-7FC2-653170F2A460}"/>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66DDD6D3-84AA-3263-E64F-FEEEEED18780}"/>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a:extLst>
                  <a:ext uri="{FF2B5EF4-FFF2-40B4-BE49-F238E27FC236}">
                    <a16:creationId xmlns:a16="http://schemas.microsoft.com/office/drawing/2014/main" id="{9E85F48A-1500-3406-5BB1-B8696F292C53}"/>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8AF111EB-B95C-6B63-C7BB-CD37FD36C8E1}"/>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55F40AD2-8C53-FA73-F5D9-AB2964F5776F}"/>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3D74D8E7-17B2-C315-2440-D5C0243F74CD}"/>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a:extLst>
                <a:ext uri="{FF2B5EF4-FFF2-40B4-BE49-F238E27FC236}">
                  <a16:creationId xmlns:a16="http://schemas.microsoft.com/office/drawing/2014/main" id="{64B3AEF8-5F30-53FB-E21C-46961888348E}"/>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1BAD9058-8B9D-EAAE-B670-68E9F4B86F68}"/>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64679" name="Rectangle 39">
            <a:extLst>
              <a:ext uri="{FF2B5EF4-FFF2-40B4-BE49-F238E27FC236}">
                <a16:creationId xmlns:a16="http://schemas.microsoft.com/office/drawing/2014/main" id="{D3181EC7-9223-4467-4111-A54355F4CE3D}"/>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1264680" name="Rectangle 40">
            <a:extLst>
              <a:ext uri="{FF2B5EF4-FFF2-40B4-BE49-F238E27FC236}">
                <a16:creationId xmlns:a16="http://schemas.microsoft.com/office/drawing/2014/main" id="{5DEA0FFB-CA53-90B9-9BA9-FEC3951D90A9}"/>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264681" name="Rectangle 41">
            <a:extLst>
              <a:ext uri="{FF2B5EF4-FFF2-40B4-BE49-F238E27FC236}">
                <a16:creationId xmlns:a16="http://schemas.microsoft.com/office/drawing/2014/main" id="{3F35CCB1-4536-D3A0-93FB-FD9198E3BC0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264682" name="Rectangle 42">
            <a:extLst>
              <a:ext uri="{FF2B5EF4-FFF2-40B4-BE49-F238E27FC236}">
                <a16:creationId xmlns:a16="http://schemas.microsoft.com/office/drawing/2014/main" id="{9775519D-3FB5-2B1D-2BBC-E64C347C3CBF}"/>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effectLst>
                  <a:outerShdw blurRad="38100" dist="38100" dir="2700000" algn="tl">
                    <a:srgbClr val="000000"/>
                  </a:outerShdw>
                </a:effectLst>
              </a:defRPr>
            </a:lvl1pPr>
          </a:lstStyle>
          <a:p>
            <a:pPr>
              <a:defRPr/>
            </a:pPr>
            <a:fld id="{FCE28867-0E2D-4AB2-99E5-5CB77EA83C24}" type="slidenum">
              <a:rPr lang="en-US" altLang="zh-CN"/>
              <a:pPr>
                <a:defRPr/>
              </a:pPr>
              <a:t>‹#›</a:t>
            </a:fld>
            <a:endParaRPr lang="en-US" altLang="zh-CN"/>
          </a:p>
        </p:txBody>
      </p:sp>
      <p:sp>
        <p:nvSpPr>
          <p:cNvPr id="1264683" name="Rectangle 43">
            <a:extLst>
              <a:ext uri="{FF2B5EF4-FFF2-40B4-BE49-F238E27FC236}">
                <a16:creationId xmlns:a16="http://schemas.microsoft.com/office/drawing/2014/main" id="{6D7C98C0-25DB-675F-E8B1-21C41293A083}"/>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5428" r:id="rId1"/>
    <p:sldLayoutId id="2147485418" r:id="rId2"/>
    <p:sldLayoutId id="2147485419" r:id="rId3"/>
    <p:sldLayoutId id="2147485420" r:id="rId4"/>
    <p:sldLayoutId id="2147485421" r:id="rId5"/>
    <p:sldLayoutId id="2147485422" r:id="rId6"/>
    <p:sldLayoutId id="2147485423" r:id="rId7"/>
    <p:sldLayoutId id="2147485424" r:id="rId8"/>
    <p:sldLayoutId id="2147485425" r:id="rId9"/>
    <p:sldLayoutId id="2147485426" r:id="rId10"/>
    <p:sldLayoutId id="2147485427"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7714" name="Rectangle 2">
            <a:extLst>
              <a:ext uri="{FF2B5EF4-FFF2-40B4-BE49-F238E27FC236}">
                <a16:creationId xmlns:a16="http://schemas.microsoft.com/office/drawing/2014/main" id="{2A0CE265-6950-CD3D-F31B-04185F29DA1E}"/>
              </a:ext>
            </a:extLst>
          </p:cNvPr>
          <p:cNvSpPr>
            <a:spLocks noGrp="1" noChangeArrowheads="1"/>
          </p:cNvSpPr>
          <p:nvPr>
            <p:ph type="ctrTitle"/>
          </p:nvPr>
        </p:nvSpPr>
        <p:spPr/>
        <p:txBody>
          <a:bodyPr/>
          <a:lstStyle/>
          <a:p>
            <a:pPr eaLnBrk="1" hangingPunct="1">
              <a:defRPr/>
            </a:pPr>
            <a:r>
              <a:rPr lang="zh-CN" altLang="en-US"/>
              <a:t>类作为模块</a:t>
            </a:r>
          </a:p>
        </p:txBody>
      </p:sp>
      <p:sp>
        <p:nvSpPr>
          <p:cNvPr id="1267715" name="Rectangle 3">
            <a:extLst>
              <a:ext uri="{FF2B5EF4-FFF2-40B4-BE49-F238E27FC236}">
                <a16:creationId xmlns:a16="http://schemas.microsoft.com/office/drawing/2014/main" id="{8CD43EC9-0609-7A97-F533-8B459CCA6367}"/>
              </a:ext>
            </a:extLst>
          </p:cNvPr>
          <p:cNvSpPr>
            <a:spLocks noGrp="1" noChangeArrowheads="1"/>
          </p:cNvSpPr>
          <p:nvPr>
            <p:ph type="subTitle" idx="1"/>
          </p:nvPr>
        </p:nvSpPr>
        <p:spPr/>
        <p:txBody>
          <a:bodyPr/>
          <a:lstStyle/>
          <a:p>
            <a:pPr eaLnBrk="1" hangingPunct="1">
              <a:defRPr/>
            </a:pPr>
            <a:endParaRPr lang="zh-CN"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83DAD3-584C-81F5-CB50-2A4987F7EEEE}"/>
              </a:ext>
            </a:extLst>
          </p:cNvPr>
          <p:cNvSpPr>
            <a:spLocks noGrp="1"/>
          </p:cNvSpPr>
          <p:nvPr>
            <p:ph type="title"/>
          </p:nvPr>
        </p:nvSpPr>
        <p:spPr>
          <a:xfrm>
            <a:off x="457200" y="115888"/>
            <a:ext cx="8229600" cy="1009650"/>
          </a:xfrm>
        </p:spPr>
        <p:txBody>
          <a:bodyPr/>
          <a:lstStyle/>
          <a:p>
            <a:pPr>
              <a:defRPr/>
            </a:pPr>
            <a:r>
              <a:rPr lang="zh-CN" altLang="en-US"/>
              <a:t>什么是模块？</a:t>
            </a:r>
          </a:p>
        </p:txBody>
      </p:sp>
      <p:sp>
        <p:nvSpPr>
          <p:cNvPr id="3" name="内容占位符 2">
            <a:extLst>
              <a:ext uri="{FF2B5EF4-FFF2-40B4-BE49-F238E27FC236}">
                <a16:creationId xmlns:a16="http://schemas.microsoft.com/office/drawing/2014/main" id="{64FC3B05-C1B0-CB03-A389-26ACDB9420EA}"/>
              </a:ext>
            </a:extLst>
          </p:cNvPr>
          <p:cNvSpPr>
            <a:spLocks noGrp="1"/>
          </p:cNvSpPr>
          <p:nvPr>
            <p:ph idx="1"/>
          </p:nvPr>
        </p:nvSpPr>
        <p:spPr>
          <a:xfrm>
            <a:off x="457200" y="1341438"/>
            <a:ext cx="8229600" cy="5183187"/>
          </a:xfrm>
        </p:spPr>
        <p:txBody>
          <a:bodyPr>
            <a:normAutofit/>
          </a:bodyPr>
          <a:lstStyle/>
          <a:p>
            <a:pPr eaLnBrk="1" hangingPunct="1">
              <a:lnSpc>
                <a:spcPct val="120000"/>
              </a:lnSpc>
              <a:defRPr/>
            </a:pPr>
            <a:r>
              <a:rPr lang="zh-CN" altLang="en-US" sz="3000" dirty="0">
                <a:solidFill>
                  <a:srgbClr val="FFC000"/>
                </a:solidFill>
              </a:rPr>
              <a:t>模块</a:t>
            </a:r>
            <a:r>
              <a:rPr lang="zh-CN" altLang="en-US" sz="3000" dirty="0"/>
              <a:t>是指：从物理上对程序中定义的实体进行分组，是可以单独编写和</a:t>
            </a:r>
            <a:r>
              <a:rPr lang="zh-CN" altLang="en-US" sz="3000" dirty="0">
                <a:solidFill>
                  <a:srgbClr val="FFC000"/>
                </a:solidFill>
              </a:rPr>
              <a:t>编译</a:t>
            </a:r>
            <a:r>
              <a:rPr lang="zh-CN" altLang="en-US" sz="3000" dirty="0"/>
              <a:t>的程序单位。</a:t>
            </a:r>
            <a:endParaRPr lang="en-US" altLang="zh-CN" sz="3000" dirty="0"/>
          </a:p>
          <a:p>
            <a:pPr eaLnBrk="1" hangingPunct="1">
              <a:lnSpc>
                <a:spcPct val="120000"/>
              </a:lnSpc>
              <a:defRPr/>
            </a:pPr>
            <a:r>
              <a:rPr lang="zh-CN" altLang="en-US" sz="3000" dirty="0"/>
              <a:t>模块化是组织和管理大型程序的一个重要手段。</a:t>
            </a:r>
            <a:endParaRPr lang="en-US" altLang="zh-CN" sz="3000" dirty="0"/>
          </a:p>
          <a:p>
            <a:pPr eaLnBrk="1" hangingPunct="1">
              <a:lnSpc>
                <a:spcPct val="120000"/>
              </a:lnSpc>
              <a:defRPr/>
            </a:pPr>
            <a:r>
              <a:rPr lang="zh-CN" altLang="en-US" sz="3000" dirty="0"/>
              <a:t>一个模块包含</a:t>
            </a:r>
            <a:r>
              <a:rPr lang="zh-CN" altLang="en-US" sz="3000" dirty="0">
                <a:solidFill>
                  <a:srgbClr val="FFC000"/>
                </a:solidFill>
              </a:rPr>
              <a:t>接口</a:t>
            </a:r>
            <a:r>
              <a:rPr lang="zh-CN" altLang="en-US" sz="3000" dirty="0"/>
              <a:t>和</a:t>
            </a:r>
            <a:r>
              <a:rPr lang="zh-CN" altLang="en-US" sz="3000" dirty="0">
                <a:solidFill>
                  <a:srgbClr val="FFC000"/>
                </a:solidFill>
              </a:rPr>
              <a:t>实现</a:t>
            </a:r>
            <a:r>
              <a:rPr lang="zh-CN" altLang="en-US" sz="3000" dirty="0"/>
              <a:t>两部分：</a:t>
            </a:r>
            <a:endParaRPr lang="en-US" altLang="zh-CN" sz="3000" dirty="0"/>
          </a:p>
          <a:p>
            <a:pPr lvl="1" eaLnBrk="1" hangingPunct="1">
              <a:lnSpc>
                <a:spcPct val="120000"/>
              </a:lnSpc>
              <a:defRPr/>
            </a:pPr>
            <a:r>
              <a:rPr lang="zh-CN" altLang="en-US" sz="2600" dirty="0"/>
              <a:t>接口：是指在模块中定义的、可以被其它模块使用的一些程序实体的描述。</a:t>
            </a:r>
            <a:endParaRPr lang="en-US" altLang="zh-CN" sz="2600" dirty="0"/>
          </a:p>
          <a:p>
            <a:pPr lvl="1" eaLnBrk="1" hangingPunct="1">
              <a:lnSpc>
                <a:spcPct val="120000"/>
              </a:lnSpc>
              <a:defRPr/>
            </a:pPr>
            <a:r>
              <a:rPr lang="zh-CN" altLang="en-US" sz="2600" dirty="0"/>
              <a:t>实现：是指在模块中定义的所有程序实体的具体实现描述。</a:t>
            </a:r>
            <a:endParaRPr lang="en-US" altLang="zh-CN"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CED90-5189-3803-5639-9EDAF2D1ADCF}"/>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CD89621B-CE20-15B7-2E1C-58F56F9E9B31}"/>
              </a:ext>
            </a:extLst>
          </p:cNvPr>
          <p:cNvSpPr>
            <a:spLocks noGrp="1"/>
          </p:cNvSpPr>
          <p:nvPr>
            <p:ph idx="1"/>
          </p:nvPr>
        </p:nvSpPr>
        <p:spPr>
          <a:xfrm>
            <a:off x="457200" y="1851025"/>
            <a:ext cx="8229600" cy="4530725"/>
          </a:xfrm>
        </p:spPr>
        <p:txBody>
          <a:bodyPr/>
          <a:lstStyle/>
          <a:p>
            <a:pPr eaLnBrk="1" hangingPunct="1">
              <a:lnSpc>
                <a:spcPct val="120000"/>
              </a:lnSpc>
              <a:defRPr/>
            </a:pPr>
            <a:r>
              <a:rPr lang="zh-CN" altLang="en-US"/>
              <a:t>对于</a:t>
            </a:r>
            <a:r>
              <a:rPr lang="en-US" altLang="zh-CN"/>
              <a:t>C</a:t>
            </a:r>
            <a:r>
              <a:rPr lang="zh-CN" altLang="en-US"/>
              <a:t>语言程序中的模块：</a:t>
            </a:r>
            <a:endParaRPr lang="en-US" altLang="zh-CN"/>
          </a:p>
          <a:p>
            <a:pPr lvl="1" eaLnBrk="1" hangingPunct="1">
              <a:lnSpc>
                <a:spcPct val="120000"/>
              </a:lnSpc>
              <a:defRPr/>
            </a:pPr>
            <a:r>
              <a:rPr lang="zh-CN" altLang="en-US"/>
              <a:t>接口：包含被外界使用的类型定义、常量定义以及全局变量和函数的</a:t>
            </a:r>
            <a:r>
              <a:rPr lang="zh-CN" altLang="en-US">
                <a:solidFill>
                  <a:srgbClr val="FFC000"/>
                </a:solidFill>
              </a:rPr>
              <a:t>声明</a:t>
            </a:r>
            <a:r>
              <a:rPr lang="zh-CN" altLang="en-US"/>
              <a:t>。（</a:t>
            </a:r>
            <a:r>
              <a:rPr lang="en-US" altLang="zh-CN"/>
              <a:t>.h</a:t>
            </a:r>
            <a:r>
              <a:rPr lang="zh-CN" altLang="en-US"/>
              <a:t>文件）</a:t>
            </a:r>
            <a:endParaRPr lang="en-US" altLang="zh-CN"/>
          </a:p>
          <a:p>
            <a:pPr lvl="1" eaLnBrk="1" hangingPunct="1">
              <a:lnSpc>
                <a:spcPct val="120000"/>
              </a:lnSpc>
              <a:defRPr/>
            </a:pPr>
            <a:r>
              <a:rPr lang="zh-CN" altLang="en-US"/>
              <a:t>实现：包含本模块中所有的类型、常量、全局变量和函数的</a:t>
            </a:r>
            <a:r>
              <a:rPr lang="zh-CN" altLang="en-US">
                <a:solidFill>
                  <a:srgbClr val="FFC000"/>
                </a:solidFill>
              </a:rPr>
              <a:t>定义</a:t>
            </a:r>
            <a:r>
              <a:rPr lang="zh-CN" altLang="en-US"/>
              <a:t>。（</a:t>
            </a:r>
            <a:r>
              <a:rPr lang="en-US" altLang="zh-CN"/>
              <a:t>.c</a:t>
            </a:r>
            <a:r>
              <a:rPr lang="zh-CN" altLang="en-US"/>
              <a:t>文件）</a:t>
            </a:r>
          </a:p>
          <a:p>
            <a:pPr>
              <a:defRPr/>
            </a:pP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1DA9C-5F80-4174-8A1C-29DA4B4AA779}"/>
              </a:ext>
            </a:extLst>
          </p:cNvPr>
          <p:cNvSpPr>
            <a:spLocks noGrp="1"/>
          </p:cNvSpPr>
          <p:nvPr>
            <p:ph type="title"/>
          </p:nvPr>
        </p:nvSpPr>
        <p:spPr>
          <a:xfrm>
            <a:off x="457200" y="44450"/>
            <a:ext cx="8229600" cy="1139825"/>
          </a:xfrm>
        </p:spPr>
        <p:txBody>
          <a:bodyPr/>
          <a:lstStyle/>
          <a:p>
            <a:pPr>
              <a:defRPr/>
            </a:pPr>
            <a:r>
              <a:rPr lang="zh-CN" altLang="en-US"/>
              <a:t>如何划分模块</a:t>
            </a:r>
          </a:p>
        </p:txBody>
      </p:sp>
      <p:sp>
        <p:nvSpPr>
          <p:cNvPr id="3" name="内容占位符 2">
            <a:extLst>
              <a:ext uri="{FF2B5EF4-FFF2-40B4-BE49-F238E27FC236}">
                <a16:creationId xmlns:a16="http://schemas.microsoft.com/office/drawing/2014/main" id="{F9B21580-3F4B-A390-1BDF-F6AD9C670CDD}"/>
              </a:ext>
            </a:extLst>
          </p:cNvPr>
          <p:cNvSpPr>
            <a:spLocks noGrp="1"/>
          </p:cNvSpPr>
          <p:nvPr>
            <p:ph idx="1"/>
          </p:nvPr>
        </p:nvSpPr>
        <p:spPr>
          <a:xfrm>
            <a:off x="457200" y="1341438"/>
            <a:ext cx="8229600" cy="5111750"/>
          </a:xfrm>
        </p:spPr>
        <p:txBody>
          <a:bodyPr>
            <a:normAutofit lnSpcReduction="10000"/>
          </a:bodyPr>
          <a:lstStyle/>
          <a:p>
            <a:pPr>
              <a:lnSpc>
                <a:spcPct val="90000"/>
              </a:lnSpc>
              <a:defRPr/>
            </a:pPr>
            <a:r>
              <a:rPr lang="zh-CN" altLang="en-US" sz="3000" dirty="0"/>
              <a:t>划分模块的基本准则</a:t>
            </a:r>
            <a:endParaRPr lang="en-US" altLang="zh-CN" sz="3000" dirty="0"/>
          </a:p>
          <a:p>
            <a:pPr lvl="1">
              <a:lnSpc>
                <a:spcPct val="90000"/>
              </a:lnSpc>
              <a:defRPr/>
            </a:pPr>
            <a:r>
              <a:rPr lang="zh-CN" altLang="en-US" sz="3000" dirty="0">
                <a:solidFill>
                  <a:srgbClr val="FFC000"/>
                </a:solidFill>
                <a:cs typeface="+mn-cs"/>
              </a:rPr>
              <a:t>内聚性最大：</a:t>
            </a:r>
            <a:r>
              <a:rPr lang="zh-CN" altLang="en-US" sz="2600" dirty="0"/>
              <a:t>模块内的各实体之间联系紧密。</a:t>
            </a:r>
            <a:endParaRPr lang="en-US" altLang="zh-CN" sz="2600" dirty="0"/>
          </a:p>
          <a:p>
            <a:pPr lvl="1">
              <a:lnSpc>
                <a:spcPct val="90000"/>
              </a:lnSpc>
              <a:defRPr/>
            </a:pPr>
            <a:r>
              <a:rPr lang="zh-CN" altLang="en-US" sz="3000" dirty="0">
                <a:solidFill>
                  <a:srgbClr val="FFC000"/>
                </a:solidFill>
                <a:cs typeface="+mn-cs"/>
              </a:rPr>
              <a:t>耦合度最小：</a:t>
            </a:r>
            <a:r>
              <a:rPr lang="zh-CN" altLang="en-US" sz="2600" dirty="0"/>
              <a:t>模块间的各实体之间关联较少。</a:t>
            </a:r>
            <a:endParaRPr lang="en-US" altLang="zh-CN" sz="2600" dirty="0"/>
          </a:p>
          <a:p>
            <a:pPr lvl="1">
              <a:lnSpc>
                <a:spcPct val="90000"/>
              </a:lnSpc>
              <a:defRPr/>
            </a:pPr>
            <a:r>
              <a:rPr lang="zh-CN" altLang="en-US" sz="2600" dirty="0"/>
              <a:t>便于程序的设计、理解和维护，能够保证程序的正确性。</a:t>
            </a:r>
            <a:endParaRPr lang="en-US" altLang="zh-CN" sz="2600" dirty="0"/>
          </a:p>
          <a:p>
            <a:pPr>
              <a:lnSpc>
                <a:spcPct val="90000"/>
              </a:lnSpc>
              <a:defRPr/>
            </a:pPr>
            <a:r>
              <a:rPr lang="zh-CN" altLang="en-US" sz="3000" dirty="0"/>
              <a:t>过程式程序的模块划分</a:t>
            </a:r>
            <a:endParaRPr lang="en-US" altLang="zh-CN" sz="3000" dirty="0"/>
          </a:p>
          <a:p>
            <a:pPr lvl="1">
              <a:lnSpc>
                <a:spcPct val="90000"/>
              </a:lnSpc>
              <a:defRPr/>
            </a:pPr>
            <a:r>
              <a:rPr lang="zh-CN" altLang="en-US" sz="2600" dirty="0"/>
              <a:t>通常是基于子程序，把共同完成某独立功能的或使用相同数据的子程序及相关的实体放在一起构成模块。</a:t>
            </a:r>
            <a:endParaRPr lang="en-US" altLang="zh-CN" sz="2600" dirty="0"/>
          </a:p>
          <a:p>
            <a:pPr lvl="1">
              <a:lnSpc>
                <a:spcPct val="90000"/>
              </a:lnSpc>
              <a:defRPr/>
            </a:pPr>
            <a:r>
              <a:rPr lang="zh-CN" altLang="en-US" sz="2600" dirty="0"/>
              <a:t>缺点是模块边界模糊：</a:t>
            </a:r>
            <a:endParaRPr lang="en-US" altLang="zh-CN" sz="2600" dirty="0"/>
          </a:p>
          <a:p>
            <a:pPr lvl="2">
              <a:lnSpc>
                <a:spcPct val="90000"/>
              </a:lnSpc>
              <a:defRPr/>
            </a:pPr>
            <a:r>
              <a:rPr lang="zh-CN" altLang="en-US" sz="2200" dirty="0"/>
              <a:t>一个子程序可能参与几个功能。</a:t>
            </a:r>
            <a:endParaRPr lang="en-US" altLang="zh-CN" sz="2200" dirty="0"/>
          </a:p>
          <a:p>
            <a:pPr lvl="2">
              <a:lnSpc>
                <a:spcPct val="90000"/>
              </a:lnSpc>
              <a:defRPr/>
            </a:pPr>
            <a:r>
              <a:rPr lang="zh-CN" altLang="en-US" sz="2200" dirty="0"/>
              <a:t>一个子程序可能使用多个数据集。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5714" name="Rectangle 2">
            <a:extLst>
              <a:ext uri="{FF2B5EF4-FFF2-40B4-BE49-F238E27FC236}">
                <a16:creationId xmlns:a16="http://schemas.microsoft.com/office/drawing/2014/main" id="{3C2353A8-9BCD-BF8C-E9E0-5DCEE176859D}"/>
              </a:ext>
            </a:extLst>
          </p:cNvPr>
          <p:cNvSpPr>
            <a:spLocks noGrp="1" noChangeArrowheads="1"/>
          </p:cNvSpPr>
          <p:nvPr>
            <p:ph type="title"/>
          </p:nvPr>
        </p:nvSpPr>
        <p:spPr/>
        <p:txBody>
          <a:bodyPr/>
          <a:lstStyle/>
          <a:p>
            <a:pPr eaLnBrk="1" hangingPunct="1">
              <a:defRPr/>
            </a:pPr>
            <a:r>
              <a:rPr lang="zh-CN" altLang="en-US"/>
              <a:t>类作为模块</a:t>
            </a:r>
          </a:p>
        </p:txBody>
      </p:sp>
      <p:sp>
        <p:nvSpPr>
          <p:cNvPr id="1395715" name="Rectangle 3">
            <a:extLst>
              <a:ext uri="{FF2B5EF4-FFF2-40B4-BE49-F238E27FC236}">
                <a16:creationId xmlns:a16="http://schemas.microsoft.com/office/drawing/2014/main" id="{DFA05313-E32C-9D67-04B2-87574E3CF79E}"/>
              </a:ext>
            </a:extLst>
          </p:cNvPr>
          <p:cNvSpPr>
            <a:spLocks noGrp="1" noChangeArrowheads="1"/>
          </p:cNvSpPr>
          <p:nvPr>
            <p:ph type="body" idx="1"/>
          </p:nvPr>
        </p:nvSpPr>
        <p:spPr/>
        <p:txBody>
          <a:bodyPr/>
          <a:lstStyle/>
          <a:p>
            <a:pPr eaLnBrk="1" hangingPunct="1">
              <a:defRPr/>
            </a:pPr>
            <a:r>
              <a:rPr lang="zh-CN" altLang="en-US" dirty="0"/>
              <a:t>在面向对象程序中，</a:t>
            </a:r>
            <a:r>
              <a:rPr lang="zh-CN" altLang="en-GB" dirty="0"/>
              <a:t>类是一个自然的模块划分单位</a:t>
            </a:r>
            <a:r>
              <a:rPr lang="zh-CN" altLang="en-US" dirty="0"/>
              <a:t>，模块边界比较清晰。</a:t>
            </a:r>
            <a:endParaRPr lang="zh-CN" altLang="en-GB" dirty="0"/>
          </a:p>
          <a:p>
            <a:pPr eaLnBrk="1" hangingPunct="1">
              <a:defRPr/>
            </a:pPr>
            <a:r>
              <a:rPr lang="zh-CN" altLang="en-US" dirty="0"/>
              <a:t>一个</a:t>
            </a:r>
            <a:r>
              <a:rPr lang="en-US" altLang="zh-CN" dirty="0"/>
              <a:t>C++</a:t>
            </a:r>
            <a:r>
              <a:rPr lang="zh-CN" altLang="en-US" dirty="0"/>
              <a:t>程序的模块由两部分构成：</a:t>
            </a:r>
            <a:endParaRPr lang="en-US" altLang="zh-CN" dirty="0"/>
          </a:p>
          <a:p>
            <a:pPr lvl="1" eaLnBrk="1" hangingPunct="1">
              <a:defRPr/>
            </a:pPr>
            <a:r>
              <a:rPr lang="zh-CN" altLang="en-US" dirty="0"/>
              <a:t>接口：类的定义，</a:t>
            </a:r>
            <a:r>
              <a:rPr lang="zh-CN" altLang="en-GB" dirty="0"/>
              <a:t>存放</a:t>
            </a:r>
            <a:r>
              <a:rPr lang="zh-CN" altLang="en-US" dirty="0"/>
              <a:t>在一个</a:t>
            </a:r>
            <a:r>
              <a:rPr lang="en-GB" altLang="zh-CN" dirty="0"/>
              <a:t>.h</a:t>
            </a:r>
            <a:r>
              <a:rPr lang="zh-CN" altLang="en-GB" dirty="0"/>
              <a:t>文件中</a:t>
            </a:r>
          </a:p>
          <a:p>
            <a:pPr lvl="1" eaLnBrk="1" hangingPunct="1">
              <a:defRPr/>
            </a:pPr>
            <a:r>
              <a:rPr lang="zh-CN" altLang="en-US" dirty="0"/>
              <a:t>实现：类的实现（包括类定义和类外实现的</a:t>
            </a:r>
            <a:r>
              <a:rPr lang="zh-CN" altLang="en-GB" dirty="0"/>
              <a:t>成员函数</a:t>
            </a:r>
            <a:r>
              <a:rPr lang="zh-CN" altLang="en-US" dirty="0"/>
              <a:t>），</a:t>
            </a:r>
            <a:r>
              <a:rPr lang="zh-CN" altLang="en-GB" dirty="0"/>
              <a:t>存放</a:t>
            </a:r>
            <a:r>
              <a:rPr lang="zh-CN" altLang="en-US" dirty="0"/>
              <a:t>在一个</a:t>
            </a:r>
            <a:r>
              <a:rPr lang="en-GB" altLang="zh-CN" dirty="0"/>
              <a:t>.</a:t>
            </a:r>
            <a:r>
              <a:rPr lang="en-GB" altLang="zh-CN" dirty="0" err="1"/>
              <a:t>cpp</a:t>
            </a:r>
            <a:r>
              <a:rPr lang="zh-CN" altLang="en-GB" dirty="0"/>
              <a:t>文件中。 </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B5B30D-16E1-B959-7AA3-B5083A8D25D0}"/>
              </a:ext>
            </a:extLst>
          </p:cNvPr>
          <p:cNvSpPr>
            <a:spLocks noGrp="1"/>
          </p:cNvSpPr>
          <p:nvPr>
            <p:ph type="title"/>
          </p:nvPr>
        </p:nvSpPr>
        <p:spPr>
          <a:xfrm>
            <a:off x="457200" y="57150"/>
            <a:ext cx="8229600" cy="1139825"/>
          </a:xfrm>
        </p:spPr>
        <p:txBody>
          <a:bodyPr/>
          <a:lstStyle/>
          <a:p>
            <a:pPr>
              <a:defRPr/>
            </a:pPr>
            <a:r>
              <a:rPr lang="zh-CN" altLang="en-US"/>
              <a:t>类模块的例子</a:t>
            </a:r>
          </a:p>
        </p:txBody>
      </p:sp>
      <p:sp>
        <p:nvSpPr>
          <p:cNvPr id="3" name="内容占位符 2">
            <a:extLst>
              <a:ext uri="{FF2B5EF4-FFF2-40B4-BE49-F238E27FC236}">
                <a16:creationId xmlns:a16="http://schemas.microsoft.com/office/drawing/2014/main" id="{652FC52F-59D1-10C6-2D22-6DC7E32C1363}"/>
              </a:ext>
            </a:extLst>
          </p:cNvPr>
          <p:cNvSpPr>
            <a:spLocks noGrp="1"/>
          </p:cNvSpPr>
          <p:nvPr>
            <p:ph idx="1"/>
          </p:nvPr>
        </p:nvSpPr>
        <p:spPr>
          <a:xfrm>
            <a:off x="457200" y="1196975"/>
            <a:ext cx="3609975" cy="5545138"/>
          </a:xfrm>
        </p:spPr>
        <p:txBody>
          <a:bodyPr>
            <a:normAutofit/>
          </a:bodyPr>
          <a:lstStyle/>
          <a:p>
            <a:pPr marL="0" indent="0">
              <a:lnSpc>
                <a:spcPct val="80000"/>
              </a:lnSpc>
              <a:buFont typeface="Wingdings" panose="05000000000000000000" pitchFamily="2" charset="2"/>
              <a:buNone/>
              <a:defRPr/>
            </a:pPr>
            <a:r>
              <a:rPr lang="en-US" altLang="zh-CN" sz="2200"/>
              <a:t>//A.h</a:t>
            </a:r>
            <a:r>
              <a:rPr lang="zh-CN" altLang="en-US" sz="2200"/>
              <a:t>（模块接口）</a:t>
            </a:r>
            <a:endParaRPr lang="en-US" altLang="zh-CN" sz="2200"/>
          </a:p>
          <a:p>
            <a:pPr marL="0" indent="0">
              <a:lnSpc>
                <a:spcPct val="80000"/>
              </a:lnSpc>
              <a:buFont typeface="Wingdings" panose="05000000000000000000" pitchFamily="2" charset="2"/>
              <a:buNone/>
              <a:defRPr/>
            </a:pPr>
            <a:r>
              <a:rPr lang="en-US" altLang="zh-CN" sz="2200"/>
              <a:t>class A</a:t>
            </a:r>
          </a:p>
          <a:p>
            <a:pPr marL="0" indent="0">
              <a:lnSpc>
                <a:spcPct val="80000"/>
              </a:lnSpc>
              <a:buFont typeface="Wingdings" panose="05000000000000000000" pitchFamily="2" charset="2"/>
              <a:buNone/>
              <a:defRPr/>
            </a:pPr>
            <a:r>
              <a:rPr lang="en-US" altLang="zh-CN" sz="2200"/>
              <a:t>{  int i,j;</a:t>
            </a:r>
          </a:p>
          <a:p>
            <a:pPr marL="0" indent="0">
              <a:lnSpc>
                <a:spcPct val="80000"/>
              </a:lnSpc>
              <a:buFont typeface="Wingdings" panose="05000000000000000000" pitchFamily="2" charset="2"/>
              <a:buNone/>
              <a:defRPr/>
            </a:pPr>
            <a:r>
              <a:rPr lang="en-US" altLang="zh-CN" sz="2200"/>
              <a:t>    void h() { ...... }</a:t>
            </a:r>
          </a:p>
          <a:p>
            <a:pPr marL="0" indent="0">
              <a:lnSpc>
                <a:spcPct val="80000"/>
              </a:lnSpc>
              <a:buFont typeface="Wingdings" panose="05000000000000000000" pitchFamily="2" charset="2"/>
              <a:buNone/>
              <a:defRPr/>
            </a:pPr>
            <a:r>
              <a:rPr lang="en-US" altLang="zh-CN" sz="2200"/>
              <a:t>  public:</a:t>
            </a:r>
          </a:p>
          <a:p>
            <a:pPr marL="0" indent="0">
              <a:lnSpc>
                <a:spcPct val="80000"/>
              </a:lnSpc>
              <a:buFont typeface="Wingdings" panose="05000000000000000000" pitchFamily="2" charset="2"/>
              <a:buNone/>
              <a:defRPr/>
            </a:pPr>
            <a:r>
              <a:rPr lang="en-US" altLang="zh-CN" sz="2200"/>
              <a:t>    void f();</a:t>
            </a:r>
          </a:p>
          <a:p>
            <a:pPr marL="0" indent="0">
              <a:lnSpc>
                <a:spcPct val="80000"/>
              </a:lnSpc>
              <a:buFont typeface="Wingdings" panose="05000000000000000000" pitchFamily="2" charset="2"/>
              <a:buNone/>
              <a:defRPr/>
            </a:pPr>
            <a:r>
              <a:rPr lang="en-US" altLang="zh-CN" sz="2200"/>
              <a:t>    void g();</a:t>
            </a:r>
          </a:p>
          <a:p>
            <a:pPr marL="0" indent="0">
              <a:lnSpc>
                <a:spcPct val="80000"/>
              </a:lnSpc>
              <a:buFont typeface="Wingdings" panose="05000000000000000000" pitchFamily="2" charset="2"/>
              <a:buNone/>
              <a:defRPr/>
            </a:pPr>
            <a:r>
              <a:rPr lang="en-US" altLang="zh-CN" sz="2200"/>
              <a:t>};</a:t>
            </a:r>
          </a:p>
          <a:p>
            <a:pPr marL="0" indent="0">
              <a:lnSpc>
                <a:spcPct val="80000"/>
              </a:lnSpc>
              <a:buFont typeface="Wingdings" panose="05000000000000000000" pitchFamily="2" charset="2"/>
              <a:buNone/>
              <a:defRPr/>
            </a:pPr>
            <a:r>
              <a:rPr lang="en-US" altLang="zh-CN" sz="2200"/>
              <a:t>//A.cpp</a:t>
            </a:r>
            <a:r>
              <a:rPr lang="zh-CN" altLang="en-US" sz="2200"/>
              <a:t>（模块实现）</a:t>
            </a:r>
            <a:endParaRPr lang="en-US" altLang="zh-CN" sz="2200"/>
          </a:p>
          <a:p>
            <a:pPr marL="0" indent="0">
              <a:lnSpc>
                <a:spcPct val="80000"/>
              </a:lnSpc>
              <a:buFont typeface="Wingdings" panose="05000000000000000000" pitchFamily="2" charset="2"/>
              <a:buNone/>
              <a:defRPr/>
            </a:pPr>
            <a:r>
              <a:rPr lang="en-US" altLang="zh-CN" sz="2200"/>
              <a:t>#include "A.h"</a:t>
            </a:r>
          </a:p>
          <a:p>
            <a:pPr marL="0" indent="0">
              <a:lnSpc>
                <a:spcPct val="80000"/>
              </a:lnSpc>
              <a:buFont typeface="Wingdings" panose="05000000000000000000" pitchFamily="2" charset="2"/>
              <a:buNone/>
              <a:defRPr/>
            </a:pPr>
            <a:r>
              <a:rPr lang="en-US" altLang="zh-CN" sz="2200"/>
              <a:t>void A::f()</a:t>
            </a:r>
          </a:p>
          <a:p>
            <a:pPr marL="0" indent="0">
              <a:lnSpc>
                <a:spcPct val="80000"/>
              </a:lnSpc>
              <a:buFont typeface="Wingdings" panose="05000000000000000000" pitchFamily="2" charset="2"/>
              <a:buNone/>
              <a:defRPr/>
            </a:pPr>
            <a:r>
              <a:rPr lang="en-US" altLang="zh-CN" sz="2200"/>
              <a:t>{ ......</a:t>
            </a:r>
          </a:p>
          <a:p>
            <a:pPr marL="0" indent="0">
              <a:lnSpc>
                <a:spcPct val="80000"/>
              </a:lnSpc>
              <a:buFont typeface="Wingdings" panose="05000000000000000000" pitchFamily="2" charset="2"/>
              <a:buNone/>
              <a:defRPr/>
            </a:pPr>
            <a:r>
              <a:rPr lang="en-US" altLang="zh-CN" sz="2200"/>
              <a:t>}</a:t>
            </a:r>
          </a:p>
          <a:p>
            <a:pPr marL="0" indent="0">
              <a:lnSpc>
                <a:spcPct val="80000"/>
              </a:lnSpc>
              <a:buFont typeface="Wingdings" panose="05000000000000000000" pitchFamily="2" charset="2"/>
              <a:buNone/>
              <a:defRPr/>
            </a:pPr>
            <a:r>
              <a:rPr lang="en-US" altLang="zh-CN" sz="2200"/>
              <a:t>void A::g()</a:t>
            </a:r>
          </a:p>
          <a:p>
            <a:pPr marL="0" indent="0">
              <a:lnSpc>
                <a:spcPct val="80000"/>
              </a:lnSpc>
              <a:buFont typeface="Wingdings" panose="05000000000000000000" pitchFamily="2" charset="2"/>
              <a:buNone/>
              <a:defRPr/>
            </a:pPr>
            <a:r>
              <a:rPr lang="en-US" altLang="zh-CN" sz="2200"/>
              <a:t>{ ......</a:t>
            </a:r>
          </a:p>
          <a:p>
            <a:pPr marL="0" indent="0">
              <a:lnSpc>
                <a:spcPct val="80000"/>
              </a:lnSpc>
              <a:buFont typeface="Wingdings" panose="05000000000000000000" pitchFamily="2" charset="2"/>
              <a:buNone/>
              <a:defRPr/>
            </a:pPr>
            <a:r>
              <a:rPr lang="en-US" altLang="zh-CN" sz="2200"/>
              <a:t>}</a:t>
            </a:r>
          </a:p>
          <a:p>
            <a:pPr marL="0" indent="0">
              <a:lnSpc>
                <a:spcPct val="80000"/>
              </a:lnSpc>
              <a:buFont typeface="Wingdings" panose="05000000000000000000" pitchFamily="2" charset="2"/>
              <a:buNone/>
              <a:defRPr/>
            </a:pPr>
            <a:endParaRPr lang="zh-CN" altLang="en-US" sz="2200"/>
          </a:p>
        </p:txBody>
      </p:sp>
      <p:sp>
        <p:nvSpPr>
          <p:cNvPr id="4" name="文本框 3">
            <a:extLst>
              <a:ext uri="{FF2B5EF4-FFF2-40B4-BE49-F238E27FC236}">
                <a16:creationId xmlns:a16="http://schemas.microsoft.com/office/drawing/2014/main" id="{356D78FD-5711-4EF3-4C15-0AB3BB30FEA1}"/>
              </a:ext>
            </a:extLst>
          </p:cNvPr>
          <p:cNvSpPr txBox="1"/>
          <p:nvPr/>
        </p:nvSpPr>
        <p:spPr>
          <a:xfrm>
            <a:off x="5795963" y="1966913"/>
            <a:ext cx="2441575" cy="3046412"/>
          </a:xfrm>
          <a:prstGeom prst="rect">
            <a:avLst/>
          </a:prstGeom>
          <a:solidFill>
            <a:schemeClr val="bg1">
              <a:lumMod val="50000"/>
            </a:schemeClr>
          </a:solidFill>
        </p:spPr>
        <p:txBody>
          <a:bodyPr wrap="none">
            <a:spAutoFit/>
          </a:bodyPr>
          <a:lstStyle/>
          <a:p>
            <a:pPr eaLnBrk="1" hangingPunct="1">
              <a:defRPr/>
            </a:pPr>
            <a:r>
              <a:rPr lang="en-US" altLang="zh-CN" dirty="0">
                <a:effectLst>
                  <a:outerShdw blurRad="38100" dist="38100" dir="2700000" algn="tl">
                    <a:srgbClr val="000000">
                      <a:alpha val="43137"/>
                    </a:srgbClr>
                  </a:outerShdw>
                </a:effectLst>
              </a:rPr>
              <a:t>//main.cpp</a:t>
            </a:r>
          </a:p>
          <a:p>
            <a:pPr eaLnBrk="1" hangingPunct="1">
              <a:defRPr/>
            </a:pPr>
            <a:r>
              <a:rPr lang="en-US" altLang="zh-CN" dirty="0">
                <a:effectLst>
                  <a:outerShdw blurRad="38100" dist="38100" dir="2700000" algn="tl">
                    <a:srgbClr val="000000">
                      <a:alpha val="43137"/>
                    </a:srgbClr>
                  </a:outerShdw>
                </a:effectLst>
              </a:rPr>
              <a:t>#include "</a:t>
            </a:r>
            <a:r>
              <a:rPr lang="en-US" altLang="zh-CN" dirty="0" err="1">
                <a:effectLst>
                  <a:outerShdw blurRad="38100" dist="38100" dir="2700000" algn="tl">
                    <a:srgbClr val="000000">
                      <a:alpha val="43137"/>
                    </a:srgbClr>
                  </a:outerShdw>
                </a:effectLst>
              </a:rPr>
              <a:t>A.h</a:t>
            </a:r>
            <a:r>
              <a:rPr lang="en-US" altLang="zh-CN" dirty="0">
                <a:effectLst>
                  <a:outerShdw blurRad="38100" dist="38100" dir="2700000" algn="tl">
                    <a:srgbClr val="000000">
                      <a:alpha val="43137"/>
                    </a:srgbClr>
                  </a:outerShdw>
                </a:effectLst>
              </a:rPr>
              <a:t>"</a:t>
            </a:r>
          </a:p>
          <a:p>
            <a:pPr eaLnBrk="1" hangingPunct="1">
              <a:defRPr/>
            </a:pP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main()</a:t>
            </a:r>
          </a:p>
          <a:p>
            <a:pPr eaLnBrk="1" hangingPunct="1">
              <a:defRPr/>
            </a:pPr>
            <a:r>
              <a:rPr lang="en-US" altLang="zh-CN" dirty="0">
                <a:effectLst>
                  <a:outerShdw blurRad="38100" dist="38100" dir="2700000" algn="tl">
                    <a:srgbClr val="000000">
                      <a:alpha val="43137"/>
                    </a:srgbClr>
                  </a:outerShdw>
                </a:effectLst>
              </a:rPr>
              <a:t>{ A </a:t>
            </a:r>
            <a:r>
              <a:rPr lang="en-US" altLang="zh-CN" dirty="0" err="1">
                <a:effectLst>
                  <a:outerShdw blurRad="38100" dist="38100" dir="2700000" algn="tl">
                    <a:srgbClr val="000000">
                      <a:alpha val="43137"/>
                    </a:srgbClr>
                  </a:outerShdw>
                </a:effectLst>
              </a:rPr>
              <a:t>a</a:t>
            </a:r>
            <a:r>
              <a:rPr lang="en-US" altLang="zh-CN" dirty="0">
                <a:effectLst>
                  <a:outerShdw blurRad="38100" dist="38100" dir="2700000" algn="tl">
                    <a:srgbClr val="000000">
                      <a:alpha val="43137"/>
                    </a:srgbClr>
                  </a:outerShdw>
                </a:effectLst>
              </a:rPr>
              <a:t>;</a:t>
            </a:r>
          </a:p>
          <a:p>
            <a:pPr eaLnBrk="1" hangingPunct="1">
              <a:defRPr/>
            </a:pPr>
            <a:r>
              <a:rPr lang="en-US" altLang="zh-CN" dirty="0">
                <a:effectLst>
                  <a:outerShdw blurRad="38100" dist="38100" dir="2700000" algn="tl">
                    <a:srgbClr val="000000">
                      <a:alpha val="43137"/>
                    </a:srgbClr>
                  </a:outerShdw>
                </a:effectLst>
              </a:rPr>
              <a:t>   </a:t>
            </a:r>
            <a:r>
              <a:rPr lang="en-US" altLang="zh-CN" dirty="0" err="1">
                <a:effectLst>
                  <a:outerShdw blurRad="38100" dist="38100" dir="2700000" algn="tl">
                    <a:srgbClr val="000000">
                      <a:alpha val="43137"/>
                    </a:srgbClr>
                  </a:outerShdw>
                </a:effectLst>
              </a:rPr>
              <a:t>a.f</a:t>
            </a:r>
            <a:r>
              <a:rPr lang="en-US" altLang="zh-CN" dirty="0">
                <a:effectLst>
                  <a:outerShdw blurRad="38100" dist="38100" dir="2700000" algn="tl">
                    <a:srgbClr val="000000">
                      <a:alpha val="43137"/>
                    </a:srgbClr>
                  </a:outerShdw>
                </a:effectLst>
              </a:rPr>
              <a:t>();</a:t>
            </a:r>
          </a:p>
          <a:p>
            <a:pPr eaLnBrk="1" hangingPunct="1">
              <a:defRPr/>
            </a:pPr>
            <a:r>
              <a:rPr lang="en-US" altLang="zh-CN" dirty="0">
                <a:effectLst>
                  <a:outerShdw blurRad="38100" dist="38100" dir="2700000" algn="tl">
                    <a:srgbClr val="000000">
                      <a:alpha val="43137"/>
                    </a:srgbClr>
                  </a:outerShdw>
                </a:effectLst>
              </a:rPr>
              <a:t>   </a:t>
            </a:r>
            <a:r>
              <a:rPr lang="en-US" altLang="zh-CN" dirty="0" err="1">
                <a:effectLst>
                  <a:outerShdw blurRad="38100" dist="38100" dir="2700000" algn="tl">
                    <a:srgbClr val="000000">
                      <a:alpha val="43137"/>
                    </a:srgbClr>
                  </a:outerShdw>
                </a:effectLst>
              </a:rPr>
              <a:t>a.g</a:t>
            </a:r>
            <a:r>
              <a:rPr lang="en-US" altLang="zh-CN" dirty="0">
                <a:effectLst>
                  <a:outerShdw blurRad="38100" dist="38100" dir="2700000" algn="tl">
                    <a:srgbClr val="000000">
                      <a:alpha val="43137"/>
                    </a:srgbClr>
                  </a:outerShdw>
                </a:effectLst>
              </a:rPr>
              <a:t>();</a:t>
            </a:r>
          </a:p>
          <a:p>
            <a:pPr eaLnBrk="1" hangingPunct="1">
              <a:defRPr/>
            </a:pPr>
            <a:r>
              <a:rPr lang="en-US" altLang="zh-CN" dirty="0">
                <a:effectLst>
                  <a:outerShdw blurRad="38100" dist="38100" dir="2700000" algn="tl">
                    <a:srgbClr val="000000">
                      <a:alpha val="43137"/>
                    </a:srgbClr>
                  </a:outerShdw>
                </a:effectLst>
              </a:rPr>
              <a:t>   ......</a:t>
            </a:r>
          </a:p>
          <a:p>
            <a:pPr eaLnBrk="1" hangingPunct="1">
              <a:defRPr/>
            </a:pPr>
            <a:r>
              <a:rPr lang="en-US" altLang="zh-CN" dirty="0">
                <a:effectLst>
                  <a:outerShdw blurRad="38100" dist="38100" dir="2700000" algn="tl">
                    <a:srgbClr val="000000">
                      <a:alpha val="43137"/>
                    </a:srgbClr>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96738" name="Rectangle 2">
            <a:extLst>
              <a:ext uri="{FF2B5EF4-FFF2-40B4-BE49-F238E27FC236}">
                <a16:creationId xmlns:a16="http://schemas.microsoft.com/office/drawing/2014/main" id="{2B779602-FB98-342F-897C-E3661C56D7A1}"/>
              </a:ext>
            </a:extLst>
          </p:cNvPr>
          <p:cNvSpPr>
            <a:spLocks noGrp="1" noChangeArrowheads="1"/>
          </p:cNvSpPr>
          <p:nvPr>
            <p:ph type="title"/>
          </p:nvPr>
        </p:nvSpPr>
        <p:spPr>
          <a:xfrm>
            <a:off x="457200" y="44450"/>
            <a:ext cx="8507413" cy="1139825"/>
          </a:xfrm>
        </p:spPr>
        <p:txBody>
          <a:bodyPr/>
          <a:lstStyle/>
          <a:p>
            <a:pPr eaLnBrk="1" hangingPunct="1">
              <a:defRPr/>
            </a:pPr>
            <a:r>
              <a:rPr lang="zh-CN" altLang="en-GB"/>
              <a:t>良好的面向对象程序</a:t>
            </a:r>
            <a:r>
              <a:rPr lang="zh-CN" altLang="en-US"/>
              <a:t>设计</a:t>
            </a:r>
            <a:r>
              <a:rPr lang="zh-CN" altLang="en-GB"/>
              <a:t>风格</a:t>
            </a:r>
            <a:endParaRPr lang="zh-CN" altLang="en-US"/>
          </a:p>
        </p:txBody>
      </p:sp>
      <p:sp>
        <p:nvSpPr>
          <p:cNvPr id="1396739" name="Rectangle 3">
            <a:extLst>
              <a:ext uri="{FF2B5EF4-FFF2-40B4-BE49-F238E27FC236}">
                <a16:creationId xmlns:a16="http://schemas.microsoft.com/office/drawing/2014/main" id="{4B93CB8D-14C6-0D88-9BA2-5AD8EDB2D21A}"/>
              </a:ext>
            </a:extLst>
          </p:cNvPr>
          <p:cNvSpPr>
            <a:spLocks noGrp="1" noChangeArrowheads="1"/>
          </p:cNvSpPr>
          <p:nvPr>
            <p:ph type="body" idx="1"/>
          </p:nvPr>
        </p:nvSpPr>
        <p:spPr>
          <a:xfrm>
            <a:off x="457200" y="1341438"/>
            <a:ext cx="8229600" cy="5400675"/>
          </a:xfrm>
        </p:spPr>
        <p:txBody>
          <a:bodyPr>
            <a:normAutofit/>
          </a:bodyPr>
          <a:lstStyle/>
          <a:p>
            <a:pPr eaLnBrk="1" hangingPunct="1">
              <a:lnSpc>
                <a:spcPct val="120000"/>
              </a:lnSpc>
              <a:defRPr/>
            </a:pPr>
            <a:r>
              <a:rPr lang="zh-CN" altLang="en-US" sz="2800">
                <a:solidFill>
                  <a:srgbClr val="FFC000"/>
                </a:solidFill>
              </a:rPr>
              <a:t>结构化程序设计</a:t>
            </a:r>
            <a:r>
              <a:rPr lang="zh-CN" altLang="en-US" sz="2800"/>
              <a:t>为过程式程序设计提供了一种良好的风格指南，它要求程序单位具有“</a:t>
            </a:r>
            <a:r>
              <a:rPr lang="zh-CN" altLang="en-US" sz="2800">
                <a:solidFill>
                  <a:srgbClr val="FFC000"/>
                </a:solidFill>
              </a:rPr>
              <a:t>单入口</a:t>
            </a:r>
            <a:r>
              <a:rPr lang="en-US" altLang="zh-CN" sz="2800">
                <a:solidFill>
                  <a:srgbClr val="FFC000"/>
                </a:solidFill>
              </a:rPr>
              <a:t>/</a:t>
            </a:r>
            <a:r>
              <a:rPr lang="zh-CN" altLang="en-US" sz="2800">
                <a:solidFill>
                  <a:srgbClr val="FFC000"/>
                </a:solidFill>
              </a:rPr>
              <a:t>单出口</a:t>
            </a:r>
            <a:r>
              <a:rPr lang="zh-CN" altLang="en-US" sz="2800"/>
              <a:t>”性质，具体体现为：</a:t>
            </a:r>
            <a:endParaRPr lang="en-US" altLang="zh-CN" sz="2800"/>
          </a:p>
          <a:p>
            <a:pPr lvl="1" eaLnBrk="1" hangingPunct="1">
              <a:lnSpc>
                <a:spcPct val="120000"/>
              </a:lnSpc>
              <a:defRPr/>
            </a:pPr>
            <a:r>
              <a:rPr lang="zh-CN" altLang="en-US" sz="2400"/>
              <a:t>不带</a:t>
            </a:r>
            <a:r>
              <a:rPr lang="en-US" altLang="zh-CN" sz="2400"/>
              <a:t>goto</a:t>
            </a:r>
            <a:r>
              <a:rPr lang="zh-CN" altLang="en-US" sz="2400"/>
              <a:t>的顺序、分支和循环流程控制。</a:t>
            </a:r>
            <a:endParaRPr lang="en-US" altLang="zh-CN" sz="2400"/>
          </a:p>
          <a:p>
            <a:pPr lvl="1" eaLnBrk="1" hangingPunct="1">
              <a:lnSpc>
                <a:spcPct val="120000"/>
              </a:lnSpc>
              <a:defRPr/>
            </a:pPr>
            <a:r>
              <a:rPr lang="zh-CN" altLang="en-US" sz="2400"/>
              <a:t>子程序</a:t>
            </a:r>
            <a:endParaRPr lang="en-US" altLang="zh-CN" sz="2400"/>
          </a:p>
          <a:p>
            <a:pPr eaLnBrk="1" hangingPunct="1">
              <a:lnSpc>
                <a:spcPct val="120000"/>
              </a:lnSpc>
              <a:defRPr/>
            </a:pPr>
            <a:r>
              <a:rPr lang="zh-CN" altLang="en-GB" sz="2800"/>
              <a:t>良好的面向对象程序</a:t>
            </a:r>
            <a:r>
              <a:rPr lang="zh-CN" altLang="en-US" sz="2800"/>
              <a:t>设计</a:t>
            </a:r>
            <a:r>
              <a:rPr lang="zh-CN" altLang="en-GB" sz="2800"/>
              <a:t>风格是什么呢？ </a:t>
            </a:r>
          </a:p>
          <a:p>
            <a:pPr lvl="1" eaLnBrk="1" hangingPunct="1">
              <a:lnSpc>
                <a:spcPct val="120000"/>
              </a:lnSpc>
              <a:defRPr/>
            </a:pPr>
            <a:r>
              <a:rPr lang="zh-CN" altLang="en-US" sz="2400"/>
              <a:t>模块间的耦合度反映在对象类之间的关联性上。</a:t>
            </a:r>
            <a:endParaRPr lang="en-US" altLang="zh-CN" sz="2400"/>
          </a:p>
          <a:p>
            <a:pPr lvl="1" eaLnBrk="1" hangingPunct="1">
              <a:lnSpc>
                <a:spcPct val="120000"/>
              </a:lnSpc>
              <a:defRPr/>
            </a:pPr>
            <a:r>
              <a:rPr lang="zh-CN" altLang="en-US" sz="2400"/>
              <a:t>要降低模块间的耦合度，可以对类中成员函数</a:t>
            </a:r>
            <a:r>
              <a:rPr lang="zh-CN" altLang="en-US" sz="2400">
                <a:solidFill>
                  <a:srgbClr val="FFC000"/>
                </a:solidFill>
              </a:rPr>
              <a:t>能访问</a:t>
            </a:r>
            <a:r>
              <a:rPr lang="zh-CN" altLang="en-US" sz="2400"/>
              <a:t>的</a:t>
            </a:r>
            <a:r>
              <a:rPr lang="zh-CN" altLang="en-US" sz="2400">
                <a:solidFill>
                  <a:srgbClr val="FFC000"/>
                </a:solidFill>
              </a:rPr>
              <a:t>对象</a:t>
            </a:r>
            <a:r>
              <a:rPr lang="zh-CN" altLang="en-US" sz="2400"/>
              <a:t>的</a:t>
            </a:r>
            <a:r>
              <a:rPr lang="zh-CN" altLang="en-US" sz="2400">
                <a:solidFill>
                  <a:srgbClr val="FFC000"/>
                </a:solidFill>
              </a:rPr>
              <a:t>集合</a:t>
            </a:r>
            <a:r>
              <a:rPr lang="zh-CN" altLang="en-US" sz="2400"/>
              <a:t>作一定的限制，并尽量使该集合为最小。</a:t>
            </a:r>
            <a:endParaRPr lang="en-US" altLang="zh-CN" sz="2400"/>
          </a:p>
          <a:p>
            <a:pPr lvl="1" eaLnBrk="1" hangingPunct="1">
              <a:lnSpc>
                <a:spcPct val="120000"/>
              </a:lnSpc>
              <a:defRPr/>
            </a:pPr>
            <a:r>
              <a:rPr lang="zh-CN" altLang="en-US" sz="2400"/>
              <a:t>上述要求被称为</a:t>
            </a:r>
            <a:r>
              <a:rPr lang="en-US" altLang="zh-CN" sz="2400">
                <a:solidFill>
                  <a:srgbClr val="FFC000"/>
                </a:solidFill>
              </a:rPr>
              <a:t>Demeter</a:t>
            </a:r>
            <a:r>
              <a:rPr lang="zh-CN" altLang="en-US" sz="2400">
                <a:solidFill>
                  <a:srgbClr val="FFC000"/>
                </a:solidFill>
              </a:rPr>
              <a:t>法则</a:t>
            </a:r>
            <a:r>
              <a:rPr lang="zh-CN" altLang="en-US" sz="2400"/>
              <a:t>。</a:t>
            </a:r>
            <a:endParaRPr lang="en-US" altLang="zh-CN" sz="24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96739">
                                            <p:txEl>
                                              <p:pRg st="3" end="3"/>
                                            </p:txEl>
                                          </p:spTgt>
                                        </p:tgtEl>
                                        <p:attrNameLst>
                                          <p:attrName>style.visibility</p:attrName>
                                        </p:attrNameLst>
                                      </p:cBhvr>
                                      <p:to>
                                        <p:strVal val="visible"/>
                                      </p:to>
                                    </p:set>
                                    <p:anim calcmode="lin" valueType="num">
                                      <p:cBhvr additive="base">
                                        <p:cTn id="7" dur="500" fill="hold"/>
                                        <p:tgtEl>
                                          <p:spTgt spid="139673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67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96739">
                                            <p:txEl>
                                              <p:pRg st="4" end="4"/>
                                            </p:txEl>
                                          </p:spTgt>
                                        </p:tgtEl>
                                        <p:attrNameLst>
                                          <p:attrName>style.visibility</p:attrName>
                                        </p:attrNameLst>
                                      </p:cBhvr>
                                      <p:to>
                                        <p:strVal val="visible"/>
                                      </p:to>
                                    </p:set>
                                    <p:anim calcmode="lin" valueType="num">
                                      <p:cBhvr additive="base">
                                        <p:cTn id="13" dur="500" fill="hold"/>
                                        <p:tgtEl>
                                          <p:spTgt spid="1396739">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967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96739">
                                            <p:txEl>
                                              <p:pRg st="5" end="5"/>
                                            </p:txEl>
                                          </p:spTgt>
                                        </p:tgtEl>
                                        <p:attrNameLst>
                                          <p:attrName>style.visibility</p:attrName>
                                        </p:attrNameLst>
                                      </p:cBhvr>
                                      <p:to>
                                        <p:strVal val="visible"/>
                                      </p:to>
                                    </p:set>
                                    <p:anim calcmode="lin" valueType="num">
                                      <p:cBhvr additive="base">
                                        <p:cTn id="19" dur="500" fill="hold"/>
                                        <p:tgtEl>
                                          <p:spTgt spid="1396739">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967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396739">
                                            <p:txEl>
                                              <p:pRg st="6" end="6"/>
                                            </p:txEl>
                                          </p:spTgt>
                                        </p:tgtEl>
                                        <p:attrNameLst>
                                          <p:attrName>style.visibility</p:attrName>
                                        </p:attrNameLst>
                                      </p:cBhvr>
                                      <p:to>
                                        <p:strVal val="visible"/>
                                      </p:to>
                                    </p:set>
                                    <p:anim calcmode="lin" valueType="num">
                                      <p:cBhvr additive="base">
                                        <p:cTn id="25" dur="500" fill="hold"/>
                                        <p:tgtEl>
                                          <p:spTgt spid="1396739">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9673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96738" name="Rectangle 2">
            <a:extLst>
              <a:ext uri="{FF2B5EF4-FFF2-40B4-BE49-F238E27FC236}">
                <a16:creationId xmlns:a16="http://schemas.microsoft.com/office/drawing/2014/main" id="{8AD6CB1F-A7FD-1217-8DC6-99817F5DDB92}"/>
              </a:ext>
            </a:extLst>
          </p:cNvPr>
          <p:cNvSpPr>
            <a:spLocks noGrp="1" noChangeArrowheads="1"/>
          </p:cNvSpPr>
          <p:nvPr>
            <p:ph type="title"/>
          </p:nvPr>
        </p:nvSpPr>
        <p:spPr>
          <a:xfrm>
            <a:off x="457200" y="44450"/>
            <a:ext cx="8507413" cy="1139825"/>
          </a:xfrm>
        </p:spPr>
        <p:txBody>
          <a:bodyPr/>
          <a:lstStyle/>
          <a:p>
            <a:pPr eaLnBrk="1" hangingPunct="1">
              <a:defRPr/>
            </a:pPr>
            <a:r>
              <a:rPr lang="en-GB" altLang="zh-CN"/>
              <a:t>Demeter</a:t>
            </a:r>
            <a:r>
              <a:rPr lang="zh-CN" altLang="en-GB"/>
              <a:t>法则（</a:t>
            </a:r>
            <a:r>
              <a:rPr lang="en-GB" altLang="zh-CN"/>
              <a:t>Law of Demeter</a:t>
            </a:r>
            <a:r>
              <a:rPr lang="zh-CN" altLang="en-GB"/>
              <a:t>）</a:t>
            </a:r>
            <a:endParaRPr lang="zh-CN" altLang="en-US"/>
          </a:p>
        </p:txBody>
      </p:sp>
      <p:sp>
        <p:nvSpPr>
          <p:cNvPr id="1396739" name="Rectangle 3">
            <a:extLst>
              <a:ext uri="{FF2B5EF4-FFF2-40B4-BE49-F238E27FC236}">
                <a16:creationId xmlns:a16="http://schemas.microsoft.com/office/drawing/2014/main" id="{A24AB249-A56D-26DD-340B-3597BBBFB81C}"/>
              </a:ext>
            </a:extLst>
          </p:cNvPr>
          <p:cNvSpPr>
            <a:spLocks noGrp="1" noChangeArrowheads="1"/>
          </p:cNvSpPr>
          <p:nvPr>
            <p:ph type="body" idx="1"/>
          </p:nvPr>
        </p:nvSpPr>
        <p:spPr>
          <a:xfrm>
            <a:off x="457200" y="1341438"/>
            <a:ext cx="8229600" cy="5300662"/>
          </a:xfrm>
        </p:spPr>
        <p:txBody>
          <a:bodyPr>
            <a:normAutofit/>
          </a:bodyPr>
          <a:lstStyle/>
          <a:p>
            <a:pPr eaLnBrk="1" hangingPunct="1">
              <a:lnSpc>
                <a:spcPct val="120000"/>
              </a:lnSpc>
              <a:defRPr/>
            </a:pPr>
            <a:r>
              <a:rPr lang="zh-CN" altLang="en-GB"/>
              <a:t>一个类的成员函数</a:t>
            </a:r>
            <a:endParaRPr lang="en-US" altLang="zh-CN"/>
          </a:p>
          <a:p>
            <a:pPr lvl="1" eaLnBrk="1" hangingPunct="1">
              <a:lnSpc>
                <a:spcPct val="120000"/>
              </a:lnSpc>
              <a:defRPr/>
            </a:pPr>
            <a:r>
              <a:rPr lang="zh-CN" altLang="en-GB"/>
              <a:t>除了能访问自身类结构的</a:t>
            </a:r>
            <a:r>
              <a:rPr lang="zh-CN" altLang="en-GB">
                <a:solidFill>
                  <a:srgbClr val="FFC000"/>
                </a:solidFill>
              </a:rPr>
              <a:t>直接子结构</a:t>
            </a:r>
            <a:r>
              <a:rPr lang="zh-CN" altLang="en-GB"/>
              <a:t>（本类的数据成员）外，不能以任何方式依赖于任何其它类的结构</a:t>
            </a:r>
            <a:r>
              <a:rPr lang="zh-CN" altLang="en-US"/>
              <a:t>。</a:t>
            </a:r>
            <a:endParaRPr lang="en-US" altLang="zh-CN"/>
          </a:p>
          <a:p>
            <a:pPr lvl="1" eaLnBrk="1" hangingPunct="1">
              <a:lnSpc>
                <a:spcPct val="120000"/>
              </a:lnSpc>
              <a:defRPr/>
            </a:pPr>
            <a:r>
              <a:rPr lang="zh-CN" altLang="en-GB"/>
              <a:t>只应</a:t>
            </a:r>
            <a:r>
              <a:rPr lang="zh-CN" altLang="en-US"/>
              <a:t>向</a:t>
            </a:r>
            <a:r>
              <a:rPr lang="zh-CN" altLang="en-GB"/>
              <a:t>某个</a:t>
            </a:r>
            <a:r>
              <a:rPr lang="zh-CN" altLang="en-GB">
                <a:solidFill>
                  <a:srgbClr val="FFC000"/>
                </a:solidFill>
              </a:rPr>
              <a:t>有限集合</a:t>
            </a:r>
            <a:r>
              <a:rPr lang="zh-CN" altLang="en-GB"/>
              <a:t>中的对象发送消息。</a:t>
            </a:r>
            <a:endParaRPr lang="en-US" altLang="zh-CN"/>
          </a:p>
          <a:p>
            <a:pPr eaLnBrk="1" hangingPunct="1">
              <a:lnSpc>
                <a:spcPct val="120000"/>
              </a:lnSpc>
              <a:defRPr/>
            </a:pPr>
            <a:r>
              <a:rPr lang="zh-CN" altLang="en-GB"/>
              <a:t>“</a:t>
            </a:r>
            <a:r>
              <a:rPr lang="zh-CN" altLang="en-GB">
                <a:solidFill>
                  <a:srgbClr val="FFC000"/>
                </a:solidFill>
              </a:rPr>
              <a:t>仅与你的直接朋友交谈！</a:t>
            </a:r>
            <a:r>
              <a:rPr lang="zh-CN" altLang="en-GB"/>
              <a:t>”</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891E021-343C-0791-7927-74AE168463F2}"/>
              </a:ext>
            </a:extLst>
          </p:cNvPr>
          <p:cNvSpPr>
            <a:spLocks noGrp="1"/>
          </p:cNvSpPr>
          <p:nvPr>
            <p:ph idx="1"/>
          </p:nvPr>
        </p:nvSpPr>
        <p:spPr>
          <a:xfrm>
            <a:off x="179388" y="188913"/>
            <a:ext cx="8723312" cy="6408737"/>
          </a:xfrm>
        </p:spPr>
        <p:txBody>
          <a:bodyPr>
            <a:normAutofit/>
          </a:bodyPr>
          <a:lstStyle/>
          <a:p>
            <a:pPr marL="0" indent="0">
              <a:lnSpc>
                <a:spcPct val="80000"/>
              </a:lnSpc>
              <a:buFont typeface="Wingdings" panose="05000000000000000000" pitchFamily="2" charset="2"/>
              <a:buNone/>
              <a:defRPr/>
            </a:pPr>
            <a:r>
              <a:rPr lang="en-US" altLang="zh-CN" sz="1800"/>
              <a:t>class Student</a:t>
            </a:r>
          </a:p>
          <a:p>
            <a:pPr marL="0" indent="0">
              <a:lnSpc>
                <a:spcPct val="80000"/>
              </a:lnSpc>
              <a:buFont typeface="Wingdings" panose="05000000000000000000" pitchFamily="2" charset="2"/>
              <a:buNone/>
              <a:defRPr/>
            </a:pPr>
            <a:r>
              <a:rPr lang="en-US" altLang="zh-CN" sz="1800"/>
              <a:t>{ ... id; ... name;</a:t>
            </a:r>
          </a:p>
          <a:p>
            <a:pPr marL="0" indent="0">
              <a:lnSpc>
                <a:spcPct val="80000"/>
              </a:lnSpc>
              <a:buFont typeface="Wingdings" panose="05000000000000000000" pitchFamily="2" charset="2"/>
              <a:buNone/>
              <a:defRPr/>
            </a:pPr>
            <a:r>
              <a:rPr lang="en-US" altLang="zh-CN" sz="1800"/>
              <a:t>   ......</a:t>
            </a:r>
          </a:p>
          <a:p>
            <a:pPr marL="0" indent="0">
              <a:lnSpc>
                <a:spcPct val="80000"/>
              </a:lnSpc>
              <a:buFont typeface="Wingdings" panose="05000000000000000000" pitchFamily="2" charset="2"/>
              <a:buNone/>
              <a:defRPr/>
            </a:pPr>
            <a:r>
              <a:rPr lang="en-US" altLang="zh-CN" sz="1800"/>
              <a:t>   void print() { ...... }</a:t>
            </a:r>
          </a:p>
          <a:p>
            <a:pPr marL="0" indent="0">
              <a:lnSpc>
                <a:spcPct val="80000"/>
              </a:lnSpc>
              <a:buFont typeface="Wingdings" panose="05000000000000000000" pitchFamily="2" charset="2"/>
              <a:buNone/>
              <a:defRPr/>
            </a:pPr>
            <a:r>
              <a:rPr lang="en-US" altLang="zh-CN" sz="1800"/>
              <a:t>};</a:t>
            </a:r>
          </a:p>
          <a:p>
            <a:pPr marL="0" indent="0">
              <a:lnSpc>
                <a:spcPct val="80000"/>
              </a:lnSpc>
              <a:buFont typeface="Wingdings" panose="05000000000000000000" pitchFamily="2" charset="2"/>
              <a:buNone/>
              <a:defRPr/>
            </a:pPr>
            <a:r>
              <a:rPr lang="en-US" altLang="zh-CN" sz="1800"/>
              <a:t>class Class</a:t>
            </a:r>
          </a:p>
          <a:p>
            <a:pPr marL="0" indent="0">
              <a:lnSpc>
                <a:spcPct val="80000"/>
              </a:lnSpc>
              <a:buFont typeface="Wingdings" panose="05000000000000000000" pitchFamily="2" charset="2"/>
              <a:buNone/>
              <a:defRPr/>
            </a:pPr>
            <a:r>
              <a:rPr lang="en-US" altLang="zh-CN" sz="1800"/>
              <a:t>{ ... id; ... name; </a:t>
            </a:r>
          </a:p>
          <a:p>
            <a:pPr marL="0" indent="0">
              <a:lnSpc>
                <a:spcPct val="80000"/>
              </a:lnSpc>
              <a:buFont typeface="Wingdings" panose="05000000000000000000" pitchFamily="2" charset="2"/>
              <a:buNone/>
              <a:defRPr/>
            </a:pPr>
            <a:r>
              <a:rPr lang="en-US" altLang="zh-CN" sz="1800"/>
              <a:t>   Student student_list[100]; </a:t>
            </a:r>
          </a:p>
          <a:p>
            <a:pPr marL="0" indent="0">
              <a:lnSpc>
                <a:spcPct val="80000"/>
              </a:lnSpc>
              <a:buFont typeface="Wingdings" panose="05000000000000000000" pitchFamily="2" charset="2"/>
              <a:buNone/>
              <a:defRPr/>
            </a:pPr>
            <a:r>
              <a:rPr lang="en-US" altLang="zh-CN" sz="1800"/>
              <a:t>   ......</a:t>
            </a:r>
          </a:p>
          <a:p>
            <a:pPr marL="0" indent="0">
              <a:lnSpc>
                <a:spcPct val="80000"/>
              </a:lnSpc>
              <a:buFont typeface="Wingdings" panose="05000000000000000000" pitchFamily="2" charset="2"/>
              <a:buNone/>
              <a:defRPr/>
            </a:pPr>
            <a:r>
              <a:rPr lang="en-US" altLang="zh-CN" sz="1800"/>
              <a:t>   void print() { ......</a:t>
            </a:r>
            <a:r>
              <a:rPr lang="zh-CN" altLang="en-US" sz="1800"/>
              <a:t> </a:t>
            </a:r>
            <a:r>
              <a:rPr lang="en-US" altLang="zh-CN" sz="1800"/>
              <a:t>student_list[i].</a:t>
            </a:r>
            <a:r>
              <a:rPr lang="en-US" altLang="zh-CN" sz="1800">
                <a:solidFill>
                  <a:srgbClr val="FFC000"/>
                </a:solidFill>
              </a:rPr>
              <a:t>print() </a:t>
            </a:r>
            <a:r>
              <a:rPr lang="en-US" altLang="zh-CN" sz="1800"/>
              <a:t>...... }//OK, Student</a:t>
            </a:r>
            <a:r>
              <a:rPr lang="zh-CN" altLang="en-US" sz="1800"/>
              <a:t>是直接朋友</a:t>
            </a:r>
            <a:endParaRPr lang="en-US" altLang="zh-CN" sz="1800"/>
          </a:p>
          <a:p>
            <a:pPr marL="0" indent="0">
              <a:lnSpc>
                <a:spcPct val="80000"/>
              </a:lnSpc>
              <a:buFont typeface="Wingdings" panose="05000000000000000000" pitchFamily="2" charset="2"/>
              <a:buNone/>
              <a:defRPr/>
            </a:pPr>
            <a:r>
              <a:rPr lang="en-US" altLang="zh-CN" sz="1800"/>
              <a:t>   Student&amp; get_student(int i) { return student_list[i]; }</a:t>
            </a:r>
          </a:p>
          <a:p>
            <a:pPr marL="0" indent="0">
              <a:lnSpc>
                <a:spcPct val="80000"/>
              </a:lnSpc>
              <a:buFont typeface="Wingdings" panose="05000000000000000000" pitchFamily="2" charset="2"/>
              <a:buNone/>
              <a:defRPr/>
            </a:pPr>
            <a:r>
              <a:rPr lang="en-US" altLang="zh-CN" sz="1800"/>
              <a:t>};</a:t>
            </a:r>
          </a:p>
          <a:p>
            <a:pPr marL="0" indent="0">
              <a:lnSpc>
                <a:spcPct val="80000"/>
              </a:lnSpc>
              <a:buFont typeface="Wingdings" panose="05000000000000000000" pitchFamily="2" charset="2"/>
              <a:buNone/>
              <a:defRPr/>
            </a:pPr>
            <a:r>
              <a:rPr lang="en-US" altLang="zh-CN" sz="1800"/>
              <a:t>class School</a:t>
            </a:r>
          </a:p>
          <a:p>
            <a:pPr marL="0" indent="0">
              <a:lnSpc>
                <a:spcPct val="80000"/>
              </a:lnSpc>
              <a:buFont typeface="Wingdings" panose="05000000000000000000" pitchFamily="2" charset="2"/>
              <a:buNone/>
              <a:defRPr/>
            </a:pPr>
            <a:r>
              <a:rPr lang="en-US" altLang="zh-CN" sz="1800"/>
              <a:t>{ ... id; ... name;</a:t>
            </a:r>
          </a:p>
          <a:p>
            <a:pPr marL="0" indent="0">
              <a:lnSpc>
                <a:spcPct val="80000"/>
              </a:lnSpc>
              <a:buFont typeface="Wingdings" panose="05000000000000000000" pitchFamily="2" charset="2"/>
              <a:buNone/>
              <a:defRPr/>
            </a:pPr>
            <a:r>
              <a:rPr lang="en-US" altLang="zh-CN" sz="1800"/>
              <a:t>   Class class_list[300]; //Class</a:t>
            </a:r>
            <a:r>
              <a:rPr lang="zh-CN" altLang="en-US" sz="1800"/>
              <a:t>是</a:t>
            </a:r>
            <a:r>
              <a:rPr lang="en-US" altLang="zh-CN" sz="1800"/>
              <a:t>School</a:t>
            </a:r>
            <a:r>
              <a:rPr lang="zh-CN" altLang="en-US" sz="1800"/>
              <a:t>的直接朋友</a:t>
            </a:r>
            <a:endParaRPr lang="en-US" altLang="zh-CN" sz="1800"/>
          </a:p>
          <a:p>
            <a:pPr marL="0" indent="0">
              <a:lnSpc>
                <a:spcPct val="80000"/>
              </a:lnSpc>
              <a:buFont typeface="Wingdings" panose="05000000000000000000" pitchFamily="2" charset="2"/>
              <a:buNone/>
              <a:defRPr/>
            </a:pPr>
            <a:r>
              <a:rPr lang="en-US" altLang="zh-CN" sz="1800"/>
              <a:t>   ......</a:t>
            </a:r>
          </a:p>
          <a:p>
            <a:pPr marL="0" indent="0">
              <a:lnSpc>
                <a:spcPct val="80000"/>
              </a:lnSpc>
              <a:buFont typeface="Wingdings" panose="05000000000000000000" pitchFamily="2" charset="2"/>
              <a:buNone/>
              <a:defRPr/>
            </a:pPr>
            <a:r>
              <a:rPr lang="en-US" altLang="zh-CN" sz="1800"/>
              <a:t>   void f()</a:t>
            </a:r>
          </a:p>
          <a:p>
            <a:pPr marL="0" indent="0">
              <a:lnSpc>
                <a:spcPct val="80000"/>
              </a:lnSpc>
              <a:buFont typeface="Wingdings" panose="05000000000000000000" pitchFamily="2" charset="2"/>
              <a:buNone/>
              <a:defRPr/>
            </a:pPr>
            <a:r>
              <a:rPr lang="en-US" altLang="zh-CN" sz="1800"/>
              <a:t>   { ... id, name ...  //OK</a:t>
            </a:r>
          </a:p>
          <a:p>
            <a:pPr marL="0" indent="0">
              <a:lnSpc>
                <a:spcPct val="80000"/>
              </a:lnSpc>
              <a:buFont typeface="Wingdings" panose="05000000000000000000" pitchFamily="2" charset="2"/>
              <a:buNone/>
              <a:defRPr/>
            </a:pPr>
            <a:r>
              <a:rPr lang="en-US" altLang="zh-CN" sz="1800"/>
              <a:t>      ... class_list[i].</a:t>
            </a:r>
            <a:r>
              <a:rPr lang="en-US" altLang="zh-CN" sz="1800">
                <a:solidFill>
                  <a:srgbClr val="FFC000"/>
                </a:solidFill>
              </a:rPr>
              <a:t>id</a:t>
            </a:r>
            <a:r>
              <a:rPr lang="en-US" altLang="zh-CN" sz="1800"/>
              <a:t> ,class_list[i].</a:t>
            </a:r>
            <a:r>
              <a:rPr lang="en-US" altLang="zh-CN" sz="1800">
                <a:solidFill>
                  <a:srgbClr val="FFC000"/>
                </a:solidFill>
              </a:rPr>
              <a:t>name</a:t>
            </a:r>
            <a:r>
              <a:rPr lang="en-US" altLang="zh-CN" sz="1800"/>
              <a:t> ... //</a:t>
            </a:r>
            <a:r>
              <a:rPr lang="en-US" altLang="zh-CN" sz="1800">
                <a:solidFill>
                  <a:srgbClr val="FFC000"/>
                </a:solidFill>
              </a:rPr>
              <a:t>Not OK</a:t>
            </a:r>
            <a:r>
              <a:rPr lang="zh-CN" altLang="en-US" sz="1800">
                <a:solidFill>
                  <a:srgbClr val="FFC000"/>
                </a:solidFill>
              </a:rPr>
              <a:t>，非直接子结构</a:t>
            </a:r>
            <a:endParaRPr lang="en-US" altLang="zh-CN" sz="1800">
              <a:solidFill>
                <a:srgbClr val="FFC000"/>
              </a:solidFill>
            </a:endParaRPr>
          </a:p>
          <a:p>
            <a:pPr marL="0" indent="0">
              <a:lnSpc>
                <a:spcPct val="80000"/>
              </a:lnSpc>
              <a:buFont typeface="Wingdings" panose="05000000000000000000" pitchFamily="2" charset="2"/>
              <a:buNone/>
              <a:defRPr/>
            </a:pPr>
            <a:r>
              <a:rPr lang="en-US" altLang="zh-CN" sz="1800"/>
              <a:t>      class_list[i].print(); //OK, Class</a:t>
            </a:r>
            <a:r>
              <a:rPr lang="zh-CN" altLang="en-US" sz="1800"/>
              <a:t>是直接朋友</a:t>
            </a:r>
            <a:endParaRPr lang="en-US" altLang="zh-CN" sz="1800"/>
          </a:p>
          <a:p>
            <a:pPr marL="0" indent="0">
              <a:lnSpc>
                <a:spcPct val="80000"/>
              </a:lnSpc>
              <a:buFont typeface="Wingdings" panose="05000000000000000000" pitchFamily="2" charset="2"/>
              <a:buNone/>
              <a:defRPr/>
            </a:pPr>
            <a:r>
              <a:rPr lang="en-US" altLang="zh-CN" sz="1800"/>
              <a:t>      class_list[i].get_student (j).</a:t>
            </a:r>
            <a:r>
              <a:rPr lang="en-US" altLang="zh-CN" sz="1800">
                <a:solidFill>
                  <a:srgbClr val="FFC000"/>
                </a:solidFill>
              </a:rPr>
              <a:t>print(); </a:t>
            </a:r>
            <a:r>
              <a:rPr lang="en-US" altLang="zh-CN" sz="1800"/>
              <a:t>//</a:t>
            </a:r>
            <a:r>
              <a:rPr lang="en-US" altLang="zh-CN" sz="1800">
                <a:solidFill>
                  <a:srgbClr val="FFC000"/>
                </a:solidFill>
              </a:rPr>
              <a:t>Not OK</a:t>
            </a:r>
            <a:r>
              <a:rPr lang="zh-CN" altLang="en-US" sz="1800">
                <a:solidFill>
                  <a:srgbClr val="FFC000"/>
                </a:solidFill>
              </a:rPr>
              <a:t>，</a:t>
            </a:r>
            <a:r>
              <a:rPr lang="en-US" altLang="zh-CN" sz="1800">
                <a:solidFill>
                  <a:srgbClr val="FFC000"/>
                </a:solidFill>
              </a:rPr>
              <a:t>Student</a:t>
            </a:r>
            <a:r>
              <a:rPr lang="zh-CN" altLang="en-US" sz="1800">
                <a:solidFill>
                  <a:srgbClr val="FFC000"/>
                </a:solidFill>
              </a:rPr>
              <a:t>不是直接朋友</a:t>
            </a:r>
            <a:endParaRPr lang="en-US" altLang="zh-CN" sz="1800">
              <a:solidFill>
                <a:srgbClr val="FFC000"/>
              </a:solidFill>
            </a:endParaRPr>
          </a:p>
          <a:p>
            <a:pPr marL="0" indent="0">
              <a:lnSpc>
                <a:spcPct val="80000"/>
              </a:lnSpc>
              <a:buFont typeface="Wingdings" panose="05000000000000000000" pitchFamily="2" charset="2"/>
              <a:buNone/>
              <a:defRPr/>
            </a:pPr>
            <a:r>
              <a:rPr lang="en-US" altLang="zh-CN" sz="1800"/>
              <a:t>   }</a:t>
            </a:r>
          </a:p>
          <a:p>
            <a:pPr marL="0" indent="0">
              <a:lnSpc>
                <a:spcPct val="80000"/>
              </a:lnSpc>
              <a:buFont typeface="Wingdings" panose="05000000000000000000" pitchFamily="2" charset="2"/>
              <a:buNone/>
              <a:defRPr/>
            </a:pPr>
            <a:r>
              <a:rPr lang="en-US" altLang="zh-CN" sz="1800"/>
              <a:t>};</a:t>
            </a:r>
            <a:endParaRPr lang="zh-CN" altLang="en-US" sz="180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A7593A-E1F5-7EF3-F74D-F382926E2924}"/>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48D00C19-01F1-2684-04AC-728255D8E952}"/>
              </a:ext>
            </a:extLst>
          </p:cNvPr>
          <p:cNvSpPr>
            <a:spLocks noGrp="1"/>
          </p:cNvSpPr>
          <p:nvPr>
            <p:ph idx="1"/>
          </p:nvPr>
        </p:nvSpPr>
        <p:spPr/>
        <p:txBody>
          <a:bodyPr/>
          <a:lstStyle/>
          <a:p>
            <a:pPr eaLnBrk="1" hangingPunct="1">
              <a:defRPr/>
            </a:pPr>
            <a:r>
              <a:rPr lang="en-US" altLang="zh-CN" sz="2800"/>
              <a:t>Demeter</a:t>
            </a:r>
            <a:r>
              <a:rPr lang="zh-CN" altLang="en-US" sz="2800"/>
              <a:t>法则有两种表达形式：</a:t>
            </a:r>
            <a:endParaRPr lang="en-US" altLang="zh-CN" sz="2800"/>
          </a:p>
          <a:p>
            <a:pPr lvl="1" eaLnBrk="1" hangingPunct="1">
              <a:defRPr/>
            </a:pPr>
            <a:r>
              <a:rPr lang="zh-CN" altLang="en-US" sz="2400"/>
              <a:t>类表达形式：一个类中的成员函数能访问（向其发消息）的对象所属类的集合。</a:t>
            </a:r>
            <a:endParaRPr lang="en-US" altLang="zh-CN" sz="2400"/>
          </a:p>
          <a:p>
            <a:pPr lvl="1" eaLnBrk="1" hangingPunct="1">
              <a:defRPr/>
            </a:pPr>
            <a:r>
              <a:rPr lang="zh-CN" altLang="en-US" sz="2400"/>
              <a:t>对象表达形式：一个类中的成员函数能访问（向其发消息）的对象的集合。</a:t>
            </a:r>
            <a:endParaRPr lang="en-US" altLang="zh-CN" sz="2400"/>
          </a:p>
          <a:p>
            <a:pPr lvl="1" eaLnBrk="1" hangingPunct="1">
              <a:defRPr/>
            </a:pPr>
            <a:r>
              <a:rPr lang="zh-CN" altLang="en-US" sz="2400"/>
              <a:t>前者适合于静态类型的面向对象语言（如：</a:t>
            </a:r>
            <a:r>
              <a:rPr lang="en-US" altLang="zh-CN" sz="2400"/>
              <a:t>C++</a:t>
            </a:r>
            <a:r>
              <a:rPr lang="zh-CN" altLang="en-US" sz="2400"/>
              <a:t>），它可以在编译时刻检查程序是否满足法则；后者则适合于动态类型的面向对象语言（如：</a:t>
            </a:r>
            <a:r>
              <a:rPr lang="en-US" altLang="zh-CN" sz="2400"/>
              <a:t>Smalltalk</a:t>
            </a:r>
            <a:r>
              <a:rPr lang="zh-CN" altLang="en-US" sz="2400"/>
              <a:t>），它需要在运行时刻检查程序是否满足法则。</a:t>
            </a:r>
            <a:endParaRPr lang="zh-CN" altLang="en-GB" sz="2400"/>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120F75-CB61-4623-29A8-1DBE315652F4}"/>
              </a:ext>
            </a:extLst>
          </p:cNvPr>
          <p:cNvSpPr>
            <a:spLocks noGrp="1"/>
          </p:cNvSpPr>
          <p:nvPr>
            <p:ph type="title"/>
          </p:nvPr>
        </p:nvSpPr>
        <p:spPr/>
        <p:txBody>
          <a:bodyPr/>
          <a:lstStyle/>
          <a:p>
            <a:pPr>
              <a:defRPr/>
            </a:pPr>
            <a:r>
              <a:rPr lang="en-US" altLang="zh-CN"/>
              <a:t>Demeter</a:t>
            </a:r>
            <a:r>
              <a:rPr lang="zh-CN" altLang="en-US"/>
              <a:t>法则的类表达形式</a:t>
            </a:r>
          </a:p>
        </p:txBody>
      </p:sp>
      <p:sp>
        <p:nvSpPr>
          <p:cNvPr id="3" name="内容占位符 2">
            <a:extLst>
              <a:ext uri="{FF2B5EF4-FFF2-40B4-BE49-F238E27FC236}">
                <a16:creationId xmlns:a16="http://schemas.microsoft.com/office/drawing/2014/main" id="{E6732E0C-7FB5-B28B-BA71-364198441C80}"/>
              </a:ext>
            </a:extLst>
          </p:cNvPr>
          <p:cNvSpPr>
            <a:spLocks noGrp="1"/>
          </p:cNvSpPr>
          <p:nvPr>
            <p:ph idx="1"/>
          </p:nvPr>
        </p:nvSpPr>
        <p:spPr>
          <a:xfrm>
            <a:off x="457200" y="1600200"/>
            <a:ext cx="8147050" cy="4530725"/>
          </a:xfrm>
        </p:spPr>
        <p:txBody>
          <a:bodyPr/>
          <a:lstStyle/>
          <a:p>
            <a:pPr>
              <a:defRPr/>
            </a:pPr>
            <a:r>
              <a:rPr lang="zh-CN" altLang="en-US" dirty="0"/>
              <a:t>对于类</a:t>
            </a:r>
            <a:r>
              <a:rPr lang="en-US" altLang="zh-CN" dirty="0"/>
              <a:t>C</a:t>
            </a:r>
            <a:r>
              <a:rPr lang="zh-CN" altLang="en-US" dirty="0"/>
              <a:t>中的任何成员函数</a:t>
            </a:r>
            <a:r>
              <a:rPr lang="en-US" altLang="zh-CN" dirty="0"/>
              <a:t>m</a:t>
            </a:r>
            <a:r>
              <a:rPr lang="zh-CN" altLang="en-US" dirty="0"/>
              <a:t>，</a:t>
            </a:r>
            <a:r>
              <a:rPr lang="en-US" altLang="zh-CN" dirty="0"/>
              <a:t>m</a:t>
            </a:r>
            <a:r>
              <a:rPr lang="zh-CN" altLang="en-US" dirty="0"/>
              <a:t>中只能向以下类的对象发送消息：</a:t>
            </a:r>
          </a:p>
          <a:p>
            <a:pPr marL="971550" lvl="1" indent="-514350">
              <a:buFont typeface="宋体" panose="02010600030101010101" pitchFamily="2" charset="-122"/>
              <a:buAutoNum type="circleNumDbPlain"/>
              <a:defRPr/>
            </a:pPr>
            <a:r>
              <a:rPr lang="zh-CN" altLang="en-US" dirty="0"/>
              <a:t>类</a:t>
            </a:r>
            <a:r>
              <a:rPr lang="en-US" altLang="zh-CN" dirty="0"/>
              <a:t>C</a:t>
            </a:r>
            <a:r>
              <a:rPr lang="zh-CN" altLang="en-US" dirty="0"/>
              <a:t>本身。</a:t>
            </a:r>
          </a:p>
          <a:p>
            <a:pPr marL="971550" lvl="1" indent="-514350">
              <a:buFont typeface="宋体" panose="02010600030101010101" pitchFamily="2" charset="-122"/>
              <a:buAutoNum type="circleNumDbPlain"/>
              <a:defRPr/>
            </a:pPr>
            <a:r>
              <a:rPr lang="en-US" altLang="zh-CN" dirty="0"/>
              <a:t>m</a:t>
            </a:r>
            <a:r>
              <a:rPr lang="zh-CN" altLang="en-US" dirty="0"/>
              <a:t>的参数类。</a:t>
            </a:r>
          </a:p>
          <a:p>
            <a:pPr marL="971550" lvl="1" indent="-514350">
              <a:buFont typeface="宋体" panose="02010600030101010101" pitchFamily="2" charset="-122"/>
              <a:buAutoNum type="circleNumDbPlain"/>
              <a:defRPr/>
            </a:pPr>
            <a:r>
              <a:rPr lang="en-US" altLang="zh-CN" dirty="0"/>
              <a:t>m</a:t>
            </a:r>
            <a:r>
              <a:rPr lang="zh-CN" altLang="en-US" dirty="0"/>
              <a:t>或</a:t>
            </a:r>
            <a:r>
              <a:rPr lang="en-US" altLang="zh-CN" dirty="0"/>
              <a:t>m</a:t>
            </a:r>
            <a:r>
              <a:rPr lang="zh-CN" altLang="en-US" dirty="0"/>
              <a:t>所调用的成员函数中创建的对象所属的类。</a:t>
            </a:r>
          </a:p>
          <a:p>
            <a:pPr marL="971550" lvl="1" indent="-514350">
              <a:buFont typeface="宋体" panose="02010600030101010101" pitchFamily="2" charset="-122"/>
              <a:buAutoNum type="circleNumDbPlain"/>
              <a:defRPr/>
            </a:pPr>
            <a:r>
              <a:rPr lang="zh-CN" altLang="en-US" dirty="0"/>
              <a:t>全局对象所属的类。</a:t>
            </a:r>
          </a:p>
          <a:p>
            <a:pPr marL="971550" lvl="1" indent="-514350">
              <a:buFont typeface="宋体" panose="02010600030101010101" pitchFamily="2" charset="-122"/>
              <a:buAutoNum type="circleNumDbPlain"/>
              <a:defRPr/>
            </a:pPr>
            <a:r>
              <a:rPr lang="zh-CN" altLang="en-US" dirty="0"/>
              <a:t>类</a:t>
            </a:r>
            <a:r>
              <a:rPr lang="en-US" altLang="zh-CN" dirty="0"/>
              <a:t>C</a:t>
            </a:r>
            <a:r>
              <a:rPr lang="zh-CN" altLang="en-US" dirty="0"/>
              <a:t>的成员对象所属的类。</a:t>
            </a:r>
          </a:p>
          <a:p>
            <a:pPr>
              <a:defRPr/>
            </a:pPr>
            <a:endParaRPr lang="zh-CN" altLang="en-US"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D1F105-E824-26C7-0F58-9BFBC6329156}"/>
              </a:ext>
            </a:extLst>
          </p:cNvPr>
          <p:cNvSpPr>
            <a:spLocks noGrp="1"/>
          </p:cNvSpPr>
          <p:nvPr>
            <p:ph type="title"/>
          </p:nvPr>
        </p:nvSpPr>
        <p:spPr/>
        <p:txBody>
          <a:bodyPr/>
          <a:lstStyle/>
          <a:p>
            <a:pPr>
              <a:defRPr/>
            </a:pPr>
            <a:r>
              <a:rPr lang="en-US" altLang="zh-CN"/>
              <a:t>Demeter</a:t>
            </a:r>
            <a:r>
              <a:rPr lang="zh-CN" altLang="en-US"/>
              <a:t>法则的对象表达形式</a:t>
            </a:r>
          </a:p>
        </p:txBody>
      </p:sp>
      <p:sp>
        <p:nvSpPr>
          <p:cNvPr id="3" name="内容占位符 2">
            <a:extLst>
              <a:ext uri="{FF2B5EF4-FFF2-40B4-BE49-F238E27FC236}">
                <a16:creationId xmlns:a16="http://schemas.microsoft.com/office/drawing/2014/main" id="{F59877B2-93D8-94BC-244D-B5C1F61C02E9}"/>
              </a:ext>
            </a:extLst>
          </p:cNvPr>
          <p:cNvSpPr>
            <a:spLocks noGrp="1"/>
          </p:cNvSpPr>
          <p:nvPr>
            <p:ph idx="1"/>
          </p:nvPr>
        </p:nvSpPr>
        <p:spPr/>
        <p:txBody>
          <a:bodyPr/>
          <a:lstStyle/>
          <a:p>
            <a:pPr>
              <a:defRPr/>
            </a:pPr>
            <a:r>
              <a:rPr lang="zh-CN" altLang="en-US" dirty="0"/>
              <a:t>对于类</a:t>
            </a:r>
            <a:r>
              <a:rPr lang="en-US" altLang="zh-CN" dirty="0"/>
              <a:t>C</a:t>
            </a:r>
            <a:r>
              <a:rPr lang="zh-CN" altLang="en-US" dirty="0"/>
              <a:t>中的任何成员函数</a:t>
            </a:r>
            <a:r>
              <a:rPr lang="en-US" altLang="zh-CN" dirty="0"/>
              <a:t>m</a:t>
            </a:r>
            <a:r>
              <a:rPr lang="zh-CN" altLang="en-US" dirty="0"/>
              <a:t>，</a:t>
            </a:r>
            <a:r>
              <a:rPr lang="en-US" altLang="zh-CN" dirty="0"/>
              <a:t>m</a:t>
            </a:r>
            <a:r>
              <a:rPr lang="zh-CN" altLang="en-US" dirty="0"/>
              <a:t>中只能向以下的对象发送消息：</a:t>
            </a:r>
          </a:p>
          <a:p>
            <a:pPr marL="971550" lvl="1" indent="-514350">
              <a:buFont typeface="宋体" panose="02010600030101010101" pitchFamily="2" charset="-122"/>
              <a:buAutoNum type="circleNumDbPlain"/>
              <a:defRPr/>
            </a:pPr>
            <a:r>
              <a:rPr lang="en-US" altLang="zh-CN" dirty="0"/>
              <a:t>this</a:t>
            </a:r>
            <a:r>
              <a:rPr lang="zh-CN" altLang="en-US" dirty="0"/>
              <a:t>指向的对象。</a:t>
            </a:r>
          </a:p>
          <a:p>
            <a:pPr marL="971550" lvl="1" indent="-514350">
              <a:buFont typeface="宋体" panose="02010600030101010101" pitchFamily="2" charset="-122"/>
              <a:buAutoNum type="circleNumDbPlain"/>
              <a:defRPr/>
            </a:pPr>
            <a:r>
              <a:rPr lang="en-US" altLang="zh-CN" dirty="0"/>
              <a:t>m</a:t>
            </a:r>
            <a:r>
              <a:rPr lang="zh-CN" altLang="en-US" dirty="0"/>
              <a:t>的参数对象。</a:t>
            </a:r>
          </a:p>
          <a:p>
            <a:pPr marL="971550" lvl="1" indent="-514350">
              <a:buFont typeface="宋体" panose="02010600030101010101" pitchFamily="2" charset="-122"/>
              <a:buAutoNum type="circleNumDbPlain"/>
              <a:defRPr/>
            </a:pPr>
            <a:r>
              <a:rPr lang="en-US" altLang="zh-CN" dirty="0"/>
              <a:t>m</a:t>
            </a:r>
            <a:r>
              <a:rPr lang="zh-CN" altLang="en-US" dirty="0"/>
              <a:t>或</a:t>
            </a:r>
            <a:r>
              <a:rPr lang="en-US" altLang="zh-CN" dirty="0"/>
              <a:t>m</a:t>
            </a:r>
            <a:r>
              <a:rPr lang="zh-CN" altLang="en-US" dirty="0"/>
              <a:t>所调用的成员函数所创建的对象。</a:t>
            </a:r>
          </a:p>
          <a:p>
            <a:pPr marL="971550" lvl="1" indent="-514350">
              <a:buFont typeface="宋体" panose="02010600030101010101" pitchFamily="2" charset="-122"/>
              <a:buAutoNum type="circleNumDbPlain"/>
              <a:defRPr/>
            </a:pPr>
            <a:r>
              <a:rPr lang="zh-CN" altLang="en-US" dirty="0"/>
              <a:t>全局变量中包含的对象。</a:t>
            </a:r>
          </a:p>
          <a:p>
            <a:pPr marL="971550" lvl="1" indent="-514350">
              <a:buFont typeface="宋体" panose="02010600030101010101" pitchFamily="2" charset="-122"/>
              <a:buAutoNum type="circleNumDbPlain"/>
              <a:defRPr/>
            </a:pPr>
            <a:r>
              <a:rPr lang="zh-CN" altLang="en-US" dirty="0"/>
              <a:t>类</a:t>
            </a:r>
            <a:r>
              <a:rPr lang="en-US" altLang="zh-CN" dirty="0"/>
              <a:t>C</a:t>
            </a:r>
            <a:r>
              <a:rPr lang="zh-CN" altLang="en-US" dirty="0"/>
              <a:t>的成员对象。</a:t>
            </a:r>
          </a:p>
          <a:p>
            <a:pPr>
              <a:defRPr/>
            </a:pPr>
            <a:endParaRPr lang="zh-CN" altLang="en-US" dirty="0"/>
          </a:p>
        </p:txBody>
      </p:sp>
    </p:spTree>
  </p:cSld>
  <p:clrMapOvr>
    <a:masterClrMapping/>
  </p:clrMapOvr>
  <p:transition spd="slow"/>
</p:sld>
</file>

<file path=ppt/theme/theme1.xml><?xml version="1.0" encoding="utf-8"?>
<a:theme xmlns:a="http://schemas.openxmlformats.org/drawingml/2006/main" name="Globe">
  <a:themeElements>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CC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0">
        <a:dk1>
          <a:srgbClr val="003B76"/>
        </a:dk1>
        <a:lt1>
          <a:srgbClr val="FFFFFF"/>
        </a:lt1>
        <a:dk2>
          <a:srgbClr val="0066CC"/>
        </a:dk2>
        <a:lt2>
          <a:srgbClr val="FFCC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33129</TotalTime>
  <Words>1021</Words>
  <Application>Microsoft Office PowerPoint</Application>
  <PresentationFormat>全屏显示(4:3)</PresentationFormat>
  <Paragraphs>104</Paragraphs>
  <Slides>12</Slides>
  <Notes>0</Notes>
  <HiddenSlides>6</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Verdana</vt:lpstr>
      <vt:lpstr>宋体</vt:lpstr>
      <vt:lpstr>Arial</vt:lpstr>
      <vt:lpstr>Wingdings</vt:lpstr>
      <vt:lpstr>Times New Roman</vt:lpstr>
      <vt:lpstr>Globe</vt:lpstr>
      <vt:lpstr>类作为模块</vt:lpstr>
      <vt:lpstr>什么是模块？</vt:lpstr>
      <vt:lpstr>PowerPoint 演示文稿</vt:lpstr>
      <vt:lpstr>如何划分模块</vt:lpstr>
      <vt:lpstr>类作为模块</vt:lpstr>
      <vt:lpstr>类模块的例子</vt:lpstr>
      <vt:lpstr>良好的面向对象程序设计风格</vt:lpstr>
      <vt:lpstr>Demeter法则（Law of Demeter）</vt:lpstr>
      <vt:lpstr>PowerPoint 演示文稿</vt:lpstr>
      <vt:lpstr>PowerPoint 演示文稿</vt:lpstr>
      <vt:lpstr>Demeter法则的类表达形式</vt:lpstr>
      <vt:lpstr>Demeter法则的对象表达形式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chenjj</dc:creator>
  <cp:lastModifiedBy>润泽 颜</cp:lastModifiedBy>
  <cp:revision>622</cp:revision>
  <dcterms:created xsi:type="dcterms:W3CDTF">1999-05-22T12:40:20Z</dcterms:created>
  <dcterms:modified xsi:type="dcterms:W3CDTF">2026-06-18T00:20:40Z</dcterms:modified>
</cp:coreProperties>
</file>