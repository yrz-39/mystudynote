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8"/>
  </p:notesMasterIdLst>
  <p:handoutMasterIdLst>
    <p:handoutMasterId r:id="rId9"/>
  </p:handoutMasterIdLst>
  <p:sldIdLst>
    <p:sldId id="931" r:id="rId2"/>
    <p:sldId id="784" r:id="rId3"/>
    <p:sldId id="949" r:id="rId4"/>
    <p:sldId id="785" r:id="rId5"/>
    <p:sldId id="950" r:id="rId6"/>
    <p:sldId id="951" r:id="rId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4B96"/>
    <a:srgbClr val="FF9900"/>
    <a:srgbClr val="000000"/>
    <a:srgbClr val="00FFFF"/>
    <a:srgbClr val="85EDA0"/>
    <a:srgbClr val="00CCFF"/>
    <a:srgbClr val="FFFF99"/>
    <a:srgbClr val="FDA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3" autoAdjust="0"/>
    <p:restoredTop sz="88874" autoAdjust="0"/>
  </p:normalViewPr>
  <p:slideViewPr>
    <p:cSldViewPr>
      <p:cViewPr varScale="1">
        <p:scale>
          <a:sx n="94" d="100"/>
          <a:sy n="94" d="100"/>
        </p:scale>
        <p:origin x="78" y="30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21348"/>
    </p:cViewPr>
  </p:sorterViewPr>
  <p:notesViewPr>
    <p:cSldViewPr>
      <p:cViewPr>
        <p:scale>
          <a:sx n="75" d="100"/>
          <a:sy n="75" d="100"/>
        </p:scale>
        <p:origin x="-726" y="63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8B59E428-A97F-56F9-9ABA-CAE292C1CAE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82DABB45-A410-F0DC-087B-6BA484740DA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8788" name="Rectangle 4">
            <a:extLst>
              <a:ext uri="{FF2B5EF4-FFF2-40B4-BE49-F238E27FC236}">
                <a16:creationId xmlns:a16="http://schemas.microsoft.com/office/drawing/2014/main" id="{23ABBF76-1648-7A88-1DCA-92F28041CAA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8789" name="Rectangle 5">
            <a:extLst>
              <a:ext uri="{FF2B5EF4-FFF2-40B4-BE49-F238E27FC236}">
                <a16:creationId xmlns:a16="http://schemas.microsoft.com/office/drawing/2014/main" id="{3D1C5FBE-82E6-AF04-69B3-514353C00AA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fld id="{3B9131D4-6463-481A-B9DD-82EA640F518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A0BA4BBA-09AA-F84B-1E47-34F98208B5A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F0579316-AB44-05AB-DD0C-840A5DF1B70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C3F26D2C-A8A4-0F52-9535-043C00F5B9E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99EE90D5-1664-F24D-B361-789C2BB7916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07A81137-A628-6851-79AD-8D60858DCB5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23" name="Rectangle 7">
            <a:extLst>
              <a:ext uri="{FF2B5EF4-FFF2-40B4-BE49-F238E27FC236}">
                <a16:creationId xmlns:a16="http://schemas.microsoft.com/office/drawing/2014/main" id="{09D4A33B-A64E-1680-8D72-82857DEFCC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fld id="{FE15AF95-127B-4378-9AE7-1FB0524B777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5AECA18-DFEC-60BA-EF1F-D3E7F2F8A89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AA0C17D-A6DA-634D-8D48-D4713448CF8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E27EF42-8EDE-A676-2E10-2C27D12FA27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7CDA575-9AD3-840A-C53E-9091CE4459F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E532E921-3DCD-BD79-10FD-964BD51877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E4F4EBBF-D9E6-D412-35AD-65E41F2C60A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FFAAE9DA-20DB-558C-DF7C-3A748C8615A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35A57961-B26C-7B51-2287-2C781B1BC7E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4967CFA8-F6A0-F458-2880-849C525D4CD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95392026-D4A7-CDC1-0D16-B9184F9D45A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B796D4D8-BED6-E66C-7F1A-AAF57A33688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026047FE-3E35-A0B5-9B32-09255A03E2E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8030CBCC-6214-C8E2-80DD-AD6F30F99B1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91B1BE3F-AF6C-51C7-0B65-75C032431D8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5" name="Freeform 16">
                <a:extLst>
                  <a:ext uri="{FF2B5EF4-FFF2-40B4-BE49-F238E27FC236}">
                    <a16:creationId xmlns:a16="http://schemas.microsoft.com/office/drawing/2014/main" id="{37844D66-5903-C1AA-9E43-D5E4BE6C94F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53E77A71-6746-0E3D-E3D4-DDE2DD65717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B8B5699B-0C5D-FB19-BECF-826F6441B2D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BF5C9E8B-84A9-30DE-EEE3-2CB5707727F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</p:grpSp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ED8E82AF-CFE5-8475-87C5-988C06B6F80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8" name="Freeform 21">
              <a:extLst>
                <a:ext uri="{FF2B5EF4-FFF2-40B4-BE49-F238E27FC236}">
                  <a16:creationId xmlns:a16="http://schemas.microsoft.com/office/drawing/2014/main" id="{FE35C326-83D4-5741-2324-10D0656D12F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0715748B-A938-F3E9-9BBB-00688F02F52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A5116C02-D389-668F-8CE5-E55E616DE50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990 w 717"/>
                <a:gd name="T1" fmla="*/ 845 h 845"/>
                <a:gd name="T2" fmla="*/ 990 w 717"/>
                <a:gd name="T3" fmla="*/ 821 h 845"/>
                <a:gd name="T4" fmla="*/ 816 w 717"/>
                <a:gd name="T5" fmla="*/ 605 h 845"/>
                <a:gd name="T6" fmla="*/ 527 w 717"/>
                <a:gd name="T7" fmla="*/ 396 h 845"/>
                <a:gd name="T8" fmla="*/ 342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330 w 717"/>
                <a:gd name="T15" fmla="*/ 198 h 845"/>
                <a:gd name="T16" fmla="*/ 521 w 717"/>
                <a:gd name="T17" fmla="*/ 408 h 845"/>
                <a:gd name="T18" fmla="*/ 810 w 717"/>
                <a:gd name="T19" fmla="*/ 623 h 845"/>
                <a:gd name="T20" fmla="*/ 990 w 717"/>
                <a:gd name="T21" fmla="*/ 845 h 845"/>
                <a:gd name="T22" fmla="*/ 990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F5D18DAC-AD1F-BAB8-5471-FD09908FCBE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528 w 407"/>
                <a:gd name="T1" fmla="*/ 414 h 414"/>
                <a:gd name="T2" fmla="*/ 528 w 407"/>
                <a:gd name="T3" fmla="*/ 396 h 414"/>
                <a:gd name="T4" fmla="*/ 343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337 w 407"/>
                <a:gd name="T13" fmla="*/ 204 h 414"/>
                <a:gd name="T14" fmla="*/ 528 w 407"/>
                <a:gd name="T15" fmla="*/ 414 h 414"/>
                <a:gd name="T16" fmla="*/ 528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17596593-F786-CA97-2E51-FD9526568F2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3" name="Freeform 26">
              <a:extLst>
                <a:ext uri="{FF2B5EF4-FFF2-40B4-BE49-F238E27FC236}">
                  <a16:creationId xmlns:a16="http://schemas.microsoft.com/office/drawing/2014/main" id="{3D97D54C-3C8C-D42F-B68C-D958815B6D2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875 w 586"/>
                <a:gd name="T1" fmla="*/ 0 h 599"/>
                <a:gd name="T2" fmla="*/ 848 w 586"/>
                <a:gd name="T3" fmla="*/ 0 h 599"/>
                <a:gd name="T4" fmla="*/ 616 w 586"/>
                <a:gd name="T5" fmla="*/ 132 h 599"/>
                <a:gd name="T6" fmla="*/ 378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78 w 586"/>
                <a:gd name="T17" fmla="*/ 282 h 599"/>
                <a:gd name="T18" fmla="*/ 628 w 586"/>
                <a:gd name="T19" fmla="*/ 138 h 599"/>
                <a:gd name="T20" fmla="*/ 875 w 586"/>
                <a:gd name="T21" fmla="*/ 0 h 599"/>
                <a:gd name="T22" fmla="*/ 875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7">
              <a:extLst>
                <a:ext uri="{FF2B5EF4-FFF2-40B4-BE49-F238E27FC236}">
                  <a16:creationId xmlns:a16="http://schemas.microsoft.com/office/drawing/2014/main" id="{72EF2CCE-7EF0-DFD6-F0F7-B1130A072C1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390 w 269"/>
                <a:gd name="T1" fmla="*/ 0 h 252"/>
                <a:gd name="T2" fmla="*/ 372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390 w 269"/>
                <a:gd name="T15" fmla="*/ 0 h 252"/>
                <a:gd name="T16" fmla="*/ 390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28">
              <a:extLst>
                <a:ext uri="{FF2B5EF4-FFF2-40B4-BE49-F238E27FC236}">
                  <a16:creationId xmlns:a16="http://schemas.microsoft.com/office/drawing/2014/main" id="{BE5C10C4-142D-DF08-6934-7B1D143C75B6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29">
              <a:extLst>
                <a:ext uri="{FF2B5EF4-FFF2-40B4-BE49-F238E27FC236}">
                  <a16:creationId xmlns:a16="http://schemas.microsoft.com/office/drawing/2014/main" id="{64CA42D8-B70B-CFDE-0267-4466F121C165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30">
              <a:extLst>
                <a:ext uri="{FF2B5EF4-FFF2-40B4-BE49-F238E27FC236}">
                  <a16:creationId xmlns:a16="http://schemas.microsoft.com/office/drawing/2014/main" id="{93895F11-435E-372F-4EF6-9EB51B10115C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" name="Group 31">
              <a:extLst>
                <a:ext uri="{FF2B5EF4-FFF2-40B4-BE49-F238E27FC236}">
                  <a16:creationId xmlns:a16="http://schemas.microsoft.com/office/drawing/2014/main" id="{2A900F1E-331F-48A1-8176-78B670CDEE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1" name="Line 32">
                <a:extLst>
                  <a:ext uri="{FF2B5EF4-FFF2-40B4-BE49-F238E27FC236}">
                    <a16:creationId xmlns:a16="http://schemas.microsoft.com/office/drawing/2014/main" id="{D3328A50-DD2E-688E-41E2-524D88F95D3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33">
                <a:extLst>
                  <a:ext uri="{FF2B5EF4-FFF2-40B4-BE49-F238E27FC236}">
                    <a16:creationId xmlns:a16="http://schemas.microsoft.com/office/drawing/2014/main" id="{1B9B40C1-088B-EF11-33C0-9119E4E7AC3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34">
                <a:extLst>
                  <a:ext uri="{FF2B5EF4-FFF2-40B4-BE49-F238E27FC236}">
                    <a16:creationId xmlns:a16="http://schemas.microsoft.com/office/drawing/2014/main" id="{1EE08B35-652D-9DC8-7622-486E78A842D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5">
                <a:extLst>
                  <a:ext uri="{FF2B5EF4-FFF2-40B4-BE49-F238E27FC236}">
                    <a16:creationId xmlns:a16="http://schemas.microsoft.com/office/drawing/2014/main" id="{017D67CC-9D0C-CA2E-4F27-B6149A7AC9D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6">
                <a:extLst>
                  <a:ext uri="{FF2B5EF4-FFF2-40B4-BE49-F238E27FC236}">
                    <a16:creationId xmlns:a16="http://schemas.microsoft.com/office/drawing/2014/main" id="{6CCF3C7E-3BD1-0C72-57ED-79634EDAF21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" name="Line 37">
              <a:extLst>
                <a:ext uri="{FF2B5EF4-FFF2-40B4-BE49-F238E27FC236}">
                  <a16:creationId xmlns:a16="http://schemas.microsoft.com/office/drawing/2014/main" id="{986CF94C-AB10-44CC-5081-7A2ECCD8FAA4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38">
              <a:extLst>
                <a:ext uri="{FF2B5EF4-FFF2-40B4-BE49-F238E27FC236}">
                  <a16:creationId xmlns:a16="http://schemas.microsoft.com/office/drawing/2014/main" id="{756F8E97-3CF5-1F2B-944F-1956E79D503A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6570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26570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9" name="Rectangle 41">
            <a:extLst>
              <a:ext uri="{FF2B5EF4-FFF2-40B4-BE49-F238E27FC236}">
                <a16:creationId xmlns:a16="http://schemas.microsoft.com/office/drawing/2014/main" id="{3DA2BB8C-9482-14B4-3334-6BD4C4D66A6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" name="Rectangle 42">
            <a:extLst>
              <a:ext uri="{FF2B5EF4-FFF2-40B4-BE49-F238E27FC236}">
                <a16:creationId xmlns:a16="http://schemas.microsoft.com/office/drawing/2014/main" id="{54E5F211-B1FA-F36A-DC42-1A3CE1EF3D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74AB64CB-8103-316A-2304-BAA76A94B4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1A0CC5-156C-4710-A0C7-2CB0EDC78A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5949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164110FD-D548-CF64-DAC7-26752D674B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0270CE46-0429-0890-8CA3-9CEAF7D4FC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DC3CFA15-840B-A7A9-C1F7-B2F8C52904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B2A98A-821B-4218-935B-2B43F96BAB8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6604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AE3BFE45-7DF1-DEE8-F4A5-6F44580D93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C0639E3D-FD24-9A9C-3E1E-010FE56F02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8C5CA865-1620-7A48-F299-DF8A30BCBE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A2DCBA-0EEF-4717-B9E9-28394BD9EE6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8373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D1ABD36C-56FE-6E4D-EAAF-DB530DCCB5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1795E2E6-C812-4857-3F02-5283694ADB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2E3CA865-22F4-6CC0-B07C-3045B6E48A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A2B7CC-719C-4437-9469-AD3C5910BC4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1856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0">
            <a:extLst>
              <a:ext uri="{FF2B5EF4-FFF2-40B4-BE49-F238E27FC236}">
                <a16:creationId xmlns:a16="http://schemas.microsoft.com/office/drawing/2014/main" id="{FE673FDC-91B3-2F8D-5403-87A7F378BC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31EDB77B-2903-ADD5-AB2F-36A9642465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>
            <a:extLst>
              <a:ext uri="{FF2B5EF4-FFF2-40B4-BE49-F238E27FC236}">
                <a16:creationId xmlns:a16="http://schemas.microsoft.com/office/drawing/2014/main" id="{64771B2C-4196-48A4-924E-FEF6A0CA80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B1850D-4470-4B44-B815-14BC61AF53A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1359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0">
            <a:extLst>
              <a:ext uri="{FF2B5EF4-FFF2-40B4-BE49-F238E27FC236}">
                <a16:creationId xmlns:a16="http://schemas.microsoft.com/office/drawing/2014/main" id="{58304896-1817-3316-F7BD-00FFC76000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>
            <a:extLst>
              <a:ext uri="{FF2B5EF4-FFF2-40B4-BE49-F238E27FC236}">
                <a16:creationId xmlns:a16="http://schemas.microsoft.com/office/drawing/2014/main" id="{F0F66987-657C-47B7-CAA1-D6941D3FB1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AD16F843-A2A4-AFC4-0395-3FE466AB45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0DAD4B-D691-4F2C-88B1-5D1B09409DD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3205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>
            <a:extLst>
              <a:ext uri="{FF2B5EF4-FFF2-40B4-BE49-F238E27FC236}">
                <a16:creationId xmlns:a16="http://schemas.microsoft.com/office/drawing/2014/main" id="{3BCE3B6E-184F-CC6C-6F3E-4102503C80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>
            <a:extLst>
              <a:ext uri="{FF2B5EF4-FFF2-40B4-BE49-F238E27FC236}">
                <a16:creationId xmlns:a16="http://schemas.microsoft.com/office/drawing/2014/main" id="{31E4BA08-FFCE-DC78-6233-58B2C12121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>
            <a:extLst>
              <a:ext uri="{FF2B5EF4-FFF2-40B4-BE49-F238E27FC236}">
                <a16:creationId xmlns:a16="http://schemas.microsoft.com/office/drawing/2014/main" id="{492AA7BE-02EF-B145-6D56-B1ED0C8D73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81052A-36BB-45A1-94AA-8C6D00EEF89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85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18C008D4-F01A-04F5-A032-88D6DE7B15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50274EDF-A402-A613-445D-8CA02E70D7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536C39B0-7DAD-1414-F907-F9483B5E8D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97D0C2-8F59-49A0-AECD-F5F2654900C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2082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771143AA-79AA-3CF6-DC72-2B50172718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3A02E3BF-5D44-2E4E-7BB5-E00E910C6A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11C2B561-1148-1966-4FAE-D7EEEBBF42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C23E8B-3B71-4AAB-995C-BF87882CB34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7136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04298B34-4AA1-4C60-1C36-0B7ECAB485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4873B212-CFD5-86F3-FF8A-B1D6D82492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40203B59-446D-FC18-754E-BC8E4E35D9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F13865-65AE-41B5-A1F6-648D4CF95A8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55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55B4D87D-EDAB-BA4E-3533-A07A4082BD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A4EE51CB-2F7F-D594-CF03-25F2D30258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9CBA2BC3-4303-A087-0A82-C36A7EC151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5B6E66-D4EB-48A0-B15E-6BB705C065E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5615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4D99"/>
            </a:gs>
            <a:gs pos="100000">
              <a:srgbClr val="00285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D1FB9A88-E95E-9017-03A8-7582A8F359B7}"/>
              </a:ext>
            </a:extLst>
          </p:cNvPr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1264643" name="Freeform 3">
              <a:extLst>
                <a:ext uri="{FF2B5EF4-FFF2-40B4-BE49-F238E27FC236}">
                  <a16:creationId xmlns:a16="http://schemas.microsoft.com/office/drawing/2014/main" id="{CC5C8612-DD99-7900-8CA7-3432F5D6835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264644" name="Freeform 4">
              <a:extLst>
                <a:ext uri="{FF2B5EF4-FFF2-40B4-BE49-F238E27FC236}">
                  <a16:creationId xmlns:a16="http://schemas.microsoft.com/office/drawing/2014/main" id="{577C5FD6-885C-1F3B-11A0-1F7ABBF3D59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264645" name="Freeform 5">
              <a:extLst>
                <a:ext uri="{FF2B5EF4-FFF2-40B4-BE49-F238E27FC236}">
                  <a16:creationId xmlns:a16="http://schemas.microsoft.com/office/drawing/2014/main" id="{5C6671AC-0760-6113-0F3F-B1D270A996D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grpSp>
          <p:nvGrpSpPr>
            <p:cNvPr id="1035" name="Group 6">
              <a:extLst>
                <a:ext uri="{FF2B5EF4-FFF2-40B4-BE49-F238E27FC236}">
                  <a16:creationId xmlns:a16="http://schemas.microsoft.com/office/drawing/2014/main" id="{65CEA218-CB7E-530D-C95D-43B5DFE7DA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264647" name="Freeform 7">
                <a:extLst>
                  <a:ext uri="{FF2B5EF4-FFF2-40B4-BE49-F238E27FC236}">
                    <a16:creationId xmlns:a16="http://schemas.microsoft.com/office/drawing/2014/main" id="{8D12B358-01B4-9692-D726-4AED5AA4B47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48" name="Freeform 8">
                <a:extLst>
                  <a:ext uri="{FF2B5EF4-FFF2-40B4-BE49-F238E27FC236}">
                    <a16:creationId xmlns:a16="http://schemas.microsoft.com/office/drawing/2014/main" id="{16529276-604E-9681-12F0-FF3FA684B22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49" name="Freeform 9">
                <a:extLst>
                  <a:ext uri="{FF2B5EF4-FFF2-40B4-BE49-F238E27FC236}">
                    <a16:creationId xmlns:a16="http://schemas.microsoft.com/office/drawing/2014/main" id="{5B6FC1F9-5F48-D093-8EC0-FC873568D0D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0" name="Freeform 10">
                <a:extLst>
                  <a:ext uri="{FF2B5EF4-FFF2-40B4-BE49-F238E27FC236}">
                    <a16:creationId xmlns:a16="http://schemas.microsoft.com/office/drawing/2014/main" id="{F42EA693-830D-136A-C6D6-C1B84B463F7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1" name="Freeform 11">
                <a:extLst>
                  <a:ext uri="{FF2B5EF4-FFF2-40B4-BE49-F238E27FC236}">
                    <a16:creationId xmlns:a16="http://schemas.microsoft.com/office/drawing/2014/main" id="{D816D750-70CB-AE30-FB5D-AA70C3524CD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2" name="Freeform 12">
                <a:extLst>
                  <a:ext uri="{FF2B5EF4-FFF2-40B4-BE49-F238E27FC236}">
                    <a16:creationId xmlns:a16="http://schemas.microsoft.com/office/drawing/2014/main" id="{F95745FC-06F7-E9D5-3653-599D0C2F399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3" name="Freeform 13">
                <a:extLst>
                  <a:ext uri="{FF2B5EF4-FFF2-40B4-BE49-F238E27FC236}">
                    <a16:creationId xmlns:a16="http://schemas.microsoft.com/office/drawing/2014/main" id="{786501AB-A048-4366-06AA-79C2972CAC1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4" name="Freeform 14">
                <a:extLst>
                  <a:ext uri="{FF2B5EF4-FFF2-40B4-BE49-F238E27FC236}">
                    <a16:creationId xmlns:a16="http://schemas.microsoft.com/office/drawing/2014/main" id="{5E9F67FF-B75F-F028-21B4-549C34644AE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5" name="Freeform 15">
                <a:extLst>
                  <a:ext uri="{FF2B5EF4-FFF2-40B4-BE49-F238E27FC236}">
                    <a16:creationId xmlns:a16="http://schemas.microsoft.com/office/drawing/2014/main" id="{E9AEE30B-7D17-FBC4-08F0-ACC4CB97153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6" name="Freeform 16">
                <a:extLst>
                  <a:ext uri="{FF2B5EF4-FFF2-40B4-BE49-F238E27FC236}">
                    <a16:creationId xmlns:a16="http://schemas.microsoft.com/office/drawing/2014/main" id="{6E152CCE-4383-8CFE-D2FD-590AF10B15C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7" name="Freeform 17">
                <a:extLst>
                  <a:ext uri="{FF2B5EF4-FFF2-40B4-BE49-F238E27FC236}">
                    <a16:creationId xmlns:a16="http://schemas.microsoft.com/office/drawing/2014/main" id="{3AB2F569-65F5-240D-1778-0F1D14682B3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8" name="Freeform 18">
                <a:extLst>
                  <a:ext uri="{FF2B5EF4-FFF2-40B4-BE49-F238E27FC236}">
                    <a16:creationId xmlns:a16="http://schemas.microsoft.com/office/drawing/2014/main" id="{E0D5FA76-CE87-D2EF-62CA-583C0617C93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9" name="Freeform 19">
                <a:extLst>
                  <a:ext uri="{FF2B5EF4-FFF2-40B4-BE49-F238E27FC236}">
                    <a16:creationId xmlns:a16="http://schemas.microsoft.com/office/drawing/2014/main" id="{A28418A2-5397-C1F0-913C-2ED9438F368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</p:grpSp>
        <p:sp>
          <p:nvSpPr>
            <p:cNvPr id="1264660" name="Freeform 20">
              <a:extLst>
                <a:ext uri="{FF2B5EF4-FFF2-40B4-BE49-F238E27FC236}">
                  <a16:creationId xmlns:a16="http://schemas.microsoft.com/office/drawing/2014/main" id="{EE2BE9EF-DE23-3906-5B1A-7353C9589F1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264661" name="Freeform 21">
              <a:extLst>
                <a:ext uri="{FF2B5EF4-FFF2-40B4-BE49-F238E27FC236}">
                  <a16:creationId xmlns:a16="http://schemas.microsoft.com/office/drawing/2014/main" id="{408AAC54-0FDB-BF21-C3EE-F1E4313D9C7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264662" name="Freeform 22">
              <a:extLst>
                <a:ext uri="{FF2B5EF4-FFF2-40B4-BE49-F238E27FC236}">
                  <a16:creationId xmlns:a16="http://schemas.microsoft.com/office/drawing/2014/main" id="{72DDF141-44F1-1FCF-58BF-5F1595C2528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039" name="Freeform 23">
              <a:extLst>
                <a:ext uri="{FF2B5EF4-FFF2-40B4-BE49-F238E27FC236}">
                  <a16:creationId xmlns:a16="http://schemas.microsoft.com/office/drawing/2014/main" id="{837D8755-0DEA-62DA-767D-3B970CE4E15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990 w 717"/>
                <a:gd name="T1" fmla="*/ 845 h 845"/>
                <a:gd name="T2" fmla="*/ 990 w 717"/>
                <a:gd name="T3" fmla="*/ 821 h 845"/>
                <a:gd name="T4" fmla="*/ 816 w 717"/>
                <a:gd name="T5" fmla="*/ 605 h 845"/>
                <a:gd name="T6" fmla="*/ 527 w 717"/>
                <a:gd name="T7" fmla="*/ 396 h 845"/>
                <a:gd name="T8" fmla="*/ 342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330 w 717"/>
                <a:gd name="T15" fmla="*/ 198 h 845"/>
                <a:gd name="T16" fmla="*/ 521 w 717"/>
                <a:gd name="T17" fmla="*/ 408 h 845"/>
                <a:gd name="T18" fmla="*/ 810 w 717"/>
                <a:gd name="T19" fmla="*/ 623 h 845"/>
                <a:gd name="T20" fmla="*/ 990 w 717"/>
                <a:gd name="T21" fmla="*/ 845 h 845"/>
                <a:gd name="T22" fmla="*/ 990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>
              <a:extLst>
                <a:ext uri="{FF2B5EF4-FFF2-40B4-BE49-F238E27FC236}">
                  <a16:creationId xmlns:a16="http://schemas.microsoft.com/office/drawing/2014/main" id="{3DB560A1-DBE8-10B3-CBBA-A6D1E096C03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528 w 407"/>
                <a:gd name="T1" fmla="*/ 414 h 414"/>
                <a:gd name="T2" fmla="*/ 528 w 407"/>
                <a:gd name="T3" fmla="*/ 396 h 414"/>
                <a:gd name="T4" fmla="*/ 343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337 w 407"/>
                <a:gd name="T13" fmla="*/ 204 h 414"/>
                <a:gd name="T14" fmla="*/ 528 w 407"/>
                <a:gd name="T15" fmla="*/ 414 h 414"/>
                <a:gd name="T16" fmla="*/ 528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4665" name="Freeform 25">
              <a:extLst>
                <a:ext uri="{FF2B5EF4-FFF2-40B4-BE49-F238E27FC236}">
                  <a16:creationId xmlns:a16="http://schemas.microsoft.com/office/drawing/2014/main" id="{1CED8B65-8A47-C6A8-F3F8-AD746A87476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042" name="Freeform 26">
              <a:extLst>
                <a:ext uri="{FF2B5EF4-FFF2-40B4-BE49-F238E27FC236}">
                  <a16:creationId xmlns:a16="http://schemas.microsoft.com/office/drawing/2014/main" id="{9EC3314E-2D79-9CBB-B0F4-CA5373F6937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875 w 586"/>
                <a:gd name="T1" fmla="*/ 0 h 599"/>
                <a:gd name="T2" fmla="*/ 848 w 586"/>
                <a:gd name="T3" fmla="*/ 0 h 599"/>
                <a:gd name="T4" fmla="*/ 616 w 586"/>
                <a:gd name="T5" fmla="*/ 132 h 599"/>
                <a:gd name="T6" fmla="*/ 378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78 w 586"/>
                <a:gd name="T17" fmla="*/ 282 h 599"/>
                <a:gd name="T18" fmla="*/ 628 w 586"/>
                <a:gd name="T19" fmla="*/ 138 h 599"/>
                <a:gd name="T20" fmla="*/ 875 w 586"/>
                <a:gd name="T21" fmla="*/ 0 h 599"/>
                <a:gd name="T22" fmla="*/ 875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>
              <a:extLst>
                <a:ext uri="{FF2B5EF4-FFF2-40B4-BE49-F238E27FC236}">
                  <a16:creationId xmlns:a16="http://schemas.microsoft.com/office/drawing/2014/main" id="{D3430CD2-2BE5-57CB-7A00-195CF79BF1F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390 w 269"/>
                <a:gd name="T1" fmla="*/ 0 h 252"/>
                <a:gd name="T2" fmla="*/ 372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390 w 269"/>
                <a:gd name="T15" fmla="*/ 0 h 252"/>
                <a:gd name="T16" fmla="*/ 390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>
              <a:extLst>
                <a:ext uri="{FF2B5EF4-FFF2-40B4-BE49-F238E27FC236}">
                  <a16:creationId xmlns:a16="http://schemas.microsoft.com/office/drawing/2014/main" id="{A1A6C3AC-D56E-5C9F-4142-114D9EA1C5D4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>
              <a:extLst>
                <a:ext uri="{FF2B5EF4-FFF2-40B4-BE49-F238E27FC236}">
                  <a16:creationId xmlns:a16="http://schemas.microsoft.com/office/drawing/2014/main" id="{9CB3A24E-175A-5258-DE8B-6D391B9FF0E5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>
              <a:extLst>
                <a:ext uri="{FF2B5EF4-FFF2-40B4-BE49-F238E27FC236}">
                  <a16:creationId xmlns:a16="http://schemas.microsoft.com/office/drawing/2014/main" id="{11A7363D-7734-309D-8955-B1F3D4FD877D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>
              <a:extLst>
                <a:ext uri="{FF2B5EF4-FFF2-40B4-BE49-F238E27FC236}">
                  <a16:creationId xmlns:a16="http://schemas.microsoft.com/office/drawing/2014/main" id="{FA9ACB32-DC7B-4FC4-2624-1254C686E7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>
                <a:extLst>
                  <a:ext uri="{FF2B5EF4-FFF2-40B4-BE49-F238E27FC236}">
                    <a16:creationId xmlns:a16="http://schemas.microsoft.com/office/drawing/2014/main" id="{BC1675A0-4AE8-1B09-892C-764E25F14AA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>
                <a:extLst>
                  <a:ext uri="{FF2B5EF4-FFF2-40B4-BE49-F238E27FC236}">
                    <a16:creationId xmlns:a16="http://schemas.microsoft.com/office/drawing/2014/main" id="{33AC0E4E-60A6-23E7-6841-954E22C08E7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>
                <a:extLst>
                  <a:ext uri="{FF2B5EF4-FFF2-40B4-BE49-F238E27FC236}">
                    <a16:creationId xmlns:a16="http://schemas.microsoft.com/office/drawing/2014/main" id="{587DF282-0F13-6313-D4D3-7D9621F7E41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>
                <a:extLst>
                  <a:ext uri="{FF2B5EF4-FFF2-40B4-BE49-F238E27FC236}">
                    <a16:creationId xmlns:a16="http://schemas.microsoft.com/office/drawing/2014/main" id="{A78151F4-FE38-D7EC-9954-33A4BA15281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>
                <a:extLst>
                  <a:ext uri="{FF2B5EF4-FFF2-40B4-BE49-F238E27FC236}">
                    <a16:creationId xmlns:a16="http://schemas.microsoft.com/office/drawing/2014/main" id="{940BC34D-AD1E-5635-F72E-CA37E235444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>
              <a:extLst>
                <a:ext uri="{FF2B5EF4-FFF2-40B4-BE49-F238E27FC236}">
                  <a16:creationId xmlns:a16="http://schemas.microsoft.com/office/drawing/2014/main" id="{845D94B8-5D43-AFAD-DA0B-A7E68DE02566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>
              <a:extLst>
                <a:ext uri="{FF2B5EF4-FFF2-40B4-BE49-F238E27FC236}">
                  <a16:creationId xmlns:a16="http://schemas.microsoft.com/office/drawing/2014/main" id="{D6C23FC2-03F5-087F-BA1D-E5B982255A10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64679" name="Rectangle 39">
            <a:extLst>
              <a:ext uri="{FF2B5EF4-FFF2-40B4-BE49-F238E27FC236}">
                <a16:creationId xmlns:a16="http://schemas.microsoft.com/office/drawing/2014/main" id="{92EC8723-DD1B-8E3A-D26B-F17817E0A6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264680" name="Rectangle 40">
            <a:extLst>
              <a:ext uri="{FF2B5EF4-FFF2-40B4-BE49-F238E27FC236}">
                <a16:creationId xmlns:a16="http://schemas.microsoft.com/office/drawing/2014/main" id="{B5CB7F8B-29A7-8A94-9864-A28142E7047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64681" name="Rectangle 41">
            <a:extLst>
              <a:ext uri="{FF2B5EF4-FFF2-40B4-BE49-F238E27FC236}">
                <a16:creationId xmlns:a16="http://schemas.microsoft.com/office/drawing/2014/main" id="{4013CBEB-DA22-B4B7-3599-09C108BB6A2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64682" name="Rectangle 42">
            <a:extLst>
              <a:ext uri="{FF2B5EF4-FFF2-40B4-BE49-F238E27FC236}">
                <a16:creationId xmlns:a16="http://schemas.microsoft.com/office/drawing/2014/main" id="{48D7F4ED-071D-9E46-7A37-12A8E515B0D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2EC1AC7B-879F-472F-ACA3-76EC154449EB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264683" name="Rectangle 43">
            <a:extLst>
              <a:ext uri="{FF2B5EF4-FFF2-40B4-BE49-F238E27FC236}">
                <a16:creationId xmlns:a16="http://schemas.microsoft.com/office/drawing/2014/main" id="{D86EB7BB-7395-53CC-53D6-86058B7796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5260" r:id="rId1"/>
    <p:sldLayoutId id="2147485250" r:id="rId2"/>
    <p:sldLayoutId id="2147485251" r:id="rId3"/>
    <p:sldLayoutId id="2147485252" r:id="rId4"/>
    <p:sldLayoutId id="2147485253" r:id="rId5"/>
    <p:sldLayoutId id="2147485254" r:id="rId6"/>
    <p:sldLayoutId id="2147485255" r:id="rId7"/>
    <p:sldLayoutId id="2147485256" r:id="rId8"/>
    <p:sldLayoutId id="2147485257" r:id="rId9"/>
    <p:sldLayoutId id="2147485258" r:id="rId10"/>
    <p:sldLayoutId id="21474852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714" name="Rectangle 2">
            <a:extLst>
              <a:ext uri="{FF2B5EF4-FFF2-40B4-BE49-F238E27FC236}">
                <a16:creationId xmlns:a16="http://schemas.microsoft.com/office/drawing/2014/main" id="{9E8C963B-6963-9F2E-E39A-33729238FD8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“</a:t>
            </a:r>
            <a:r>
              <a:rPr lang="en-US" altLang="zh-CN" dirty="0"/>
              <a:t>this</a:t>
            </a:r>
            <a:r>
              <a:rPr lang="zh-CN" altLang="en-US" dirty="0"/>
              <a:t>”指针</a:t>
            </a:r>
          </a:p>
        </p:txBody>
      </p:sp>
      <p:sp>
        <p:nvSpPr>
          <p:cNvPr id="1267715" name="Rectangle 3">
            <a:extLst>
              <a:ext uri="{FF2B5EF4-FFF2-40B4-BE49-F238E27FC236}">
                <a16:creationId xmlns:a16="http://schemas.microsoft.com/office/drawing/2014/main" id="{ACB2D922-C285-7E9B-9AF6-5D5C3C7D3DB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43" name="Rectangle 3">
            <a:extLst>
              <a:ext uri="{FF2B5EF4-FFF2-40B4-BE49-F238E27FC236}">
                <a16:creationId xmlns:a16="http://schemas.microsoft.com/office/drawing/2014/main" id="{E9BAA091-98CB-D545-5E09-372DC6BDC7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404813"/>
            <a:ext cx="8642350" cy="630872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GB" dirty="0"/>
              <a:t>类中的数据成员（静态数据成员除外）对该类的每个对象</a:t>
            </a:r>
            <a:r>
              <a:rPr lang="zh-CN" altLang="en-US" dirty="0">
                <a:solidFill>
                  <a:srgbClr val="FFC000"/>
                </a:solidFill>
              </a:rPr>
              <a:t>分别</a:t>
            </a:r>
            <a:r>
              <a:rPr lang="zh-CN" altLang="en-GB" dirty="0">
                <a:solidFill>
                  <a:srgbClr val="FFC000"/>
                </a:solidFill>
              </a:rPr>
              <a:t>有一个拷贝</a:t>
            </a:r>
            <a:r>
              <a:rPr lang="zh-CN" altLang="en-GB" dirty="0"/>
              <a:t>。例如：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/>
              <a:t>class A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/>
              <a:t>{	public: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/>
              <a:t>		void g(</a:t>
            </a:r>
            <a:r>
              <a:rPr lang="en-GB" altLang="zh-CN" sz="2400" dirty="0" err="1"/>
              <a:t>int</a:t>
            </a:r>
            <a:r>
              <a:rPr lang="en-GB" altLang="zh-CN" sz="2400" dirty="0"/>
              <a:t> </a:t>
            </a:r>
            <a:r>
              <a:rPr lang="en-GB" altLang="zh-CN" sz="2400" dirty="0" err="1"/>
              <a:t>i</a:t>
            </a:r>
            <a:r>
              <a:rPr lang="en-GB" altLang="zh-CN" sz="2400" dirty="0"/>
              <a:t>) { x = </a:t>
            </a:r>
            <a:r>
              <a:rPr lang="en-GB" altLang="zh-CN" sz="2400" dirty="0" err="1"/>
              <a:t>i</a:t>
            </a:r>
            <a:r>
              <a:rPr lang="en-GB" altLang="zh-CN" sz="2400" dirty="0"/>
              <a:t>; };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/>
              <a:t>		...... </a:t>
            </a:r>
            <a:r>
              <a:rPr lang="en-US" altLang="zh-CN" sz="2400" dirty="0"/>
              <a:t>//</a:t>
            </a:r>
            <a:r>
              <a:rPr lang="zh-CN" altLang="en-US" sz="2400" dirty="0"/>
              <a:t>其它成员函数</a:t>
            </a:r>
            <a:endParaRPr lang="en-GB" altLang="zh-CN" sz="2400" dirty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/>
              <a:t>	private: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/>
              <a:t>		</a:t>
            </a:r>
            <a:r>
              <a:rPr lang="en-GB" altLang="zh-CN" sz="2400" dirty="0" err="1"/>
              <a:t>int</a:t>
            </a:r>
            <a:r>
              <a:rPr lang="en-GB" altLang="zh-CN" sz="2400" dirty="0"/>
              <a:t> </a:t>
            </a:r>
            <a:r>
              <a:rPr lang="en-GB" altLang="zh-CN" sz="2400" dirty="0" err="1"/>
              <a:t>x,y,z</a:t>
            </a:r>
            <a:r>
              <a:rPr lang="en-GB" altLang="zh-CN" sz="2400" dirty="0"/>
              <a:t>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/>
              <a:t>};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/>
              <a:t>A </a:t>
            </a:r>
            <a:r>
              <a:rPr lang="en-GB" altLang="zh-CN" sz="2400" dirty="0" err="1">
                <a:solidFill>
                  <a:srgbClr val="FFC000"/>
                </a:solidFill>
              </a:rPr>
              <a:t>a</a:t>
            </a:r>
            <a:r>
              <a:rPr lang="en-GB" altLang="zh-CN" sz="2400" dirty="0" err="1"/>
              <a:t>,</a:t>
            </a:r>
            <a:r>
              <a:rPr lang="en-GB" altLang="zh-CN" sz="2400" dirty="0" err="1">
                <a:solidFill>
                  <a:srgbClr val="FFC000"/>
                </a:solidFill>
              </a:rPr>
              <a:t>b</a:t>
            </a:r>
            <a:r>
              <a:rPr lang="en-GB" altLang="zh-CN" sz="2400" dirty="0"/>
              <a:t>;  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 err="1"/>
              <a:t>a.</a:t>
            </a:r>
            <a:r>
              <a:rPr lang="en-GB" altLang="zh-CN" sz="2400" dirty="0" err="1">
                <a:solidFill>
                  <a:srgbClr val="FFC000"/>
                </a:solidFill>
              </a:rPr>
              <a:t>g</a:t>
            </a:r>
            <a:r>
              <a:rPr lang="en-GB" altLang="zh-CN" sz="2400" dirty="0">
                <a:solidFill>
                  <a:srgbClr val="FFC000"/>
                </a:solidFill>
              </a:rPr>
              <a:t>(1)</a:t>
            </a:r>
            <a:r>
              <a:rPr lang="en-GB" altLang="zh-CN" sz="2400" dirty="0"/>
              <a:t>; </a:t>
            </a:r>
            <a:r>
              <a:rPr lang="en-GB" altLang="zh-CN" sz="2400" dirty="0" err="1"/>
              <a:t>b.</a:t>
            </a:r>
            <a:r>
              <a:rPr lang="en-GB" altLang="zh-CN" sz="2400" dirty="0" err="1">
                <a:solidFill>
                  <a:srgbClr val="FFC000"/>
                </a:solidFill>
              </a:rPr>
              <a:t>g</a:t>
            </a:r>
            <a:r>
              <a:rPr lang="en-GB" altLang="zh-CN" sz="2400" dirty="0">
                <a:solidFill>
                  <a:srgbClr val="FFC000"/>
                </a:solidFill>
              </a:rPr>
              <a:t>(2)</a:t>
            </a:r>
            <a:r>
              <a:rPr lang="en-GB" altLang="zh-CN" sz="2400" dirty="0"/>
              <a:t>;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/>
              <a:t>类中的成员函数对该类的对象有几个拷贝呢？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zh-CN" dirty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GB" dirty="0"/>
              <a:t>在函数</a:t>
            </a:r>
            <a:r>
              <a:rPr lang="en-GB" altLang="zh-CN" dirty="0"/>
              <a:t>g</a:t>
            </a:r>
            <a:r>
              <a:rPr lang="zh-CN" altLang="en-GB" dirty="0"/>
              <a:t>中，</a:t>
            </a:r>
            <a:r>
              <a:rPr lang="zh-CN" altLang="en-US" dirty="0"/>
              <a:t>怎么知道</a:t>
            </a:r>
            <a:r>
              <a:rPr lang="en-GB" altLang="zh-CN" dirty="0"/>
              <a:t>x</a:t>
            </a:r>
            <a:r>
              <a:rPr lang="zh-CN" altLang="en-GB" dirty="0"/>
              <a:t>是</a:t>
            </a:r>
            <a:r>
              <a:rPr lang="zh-CN" altLang="en-US" dirty="0"/>
              <a:t>对象</a:t>
            </a:r>
            <a:r>
              <a:rPr lang="en-US" altLang="zh-CN" dirty="0"/>
              <a:t>a</a:t>
            </a:r>
            <a:r>
              <a:rPr lang="zh-CN" altLang="en-US" dirty="0"/>
              <a:t>还是</a:t>
            </a:r>
            <a:r>
              <a:rPr lang="en-US" altLang="zh-CN" dirty="0"/>
              <a:t>b</a:t>
            </a:r>
            <a:r>
              <a:rPr lang="zh-CN" altLang="en-US" dirty="0"/>
              <a:t>的</a:t>
            </a:r>
            <a:r>
              <a:rPr lang="zh-CN" altLang="en-GB" dirty="0"/>
              <a:t>呢？</a:t>
            </a:r>
            <a:endParaRPr lang="en-GB" altLang="zh-CN" dirty="0"/>
          </a:p>
        </p:txBody>
      </p:sp>
      <p:grpSp>
        <p:nvGrpSpPr>
          <p:cNvPr id="6147" name="Group 15">
            <a:extLst>
              <a:ext uri="{FF2B5EF4-FFF2-40B4-BE49-F238E27FC236}">
                <a16:creationId xmlns:a16="http://schemas.microsoft.com/office/drawing/2014/main" id="{947F326D-1E0B-6226-21CC-509168A210F1}"/>
              </a:ext>
            </a:extLst>
          </p:cNvPr>
          <p:cNvGrpSpPr>
            <a:grpSpLocks/>
          </p:cNvGrpSpPr>
          <p:nvPr/>
        </p:nvGrpSpPr>
        <p:grpSpPr bwMode="auto">
          <a:xfrm>
            <a:off x="5408613" y="2684463"/>
            <a:ext cx="3543300" cy="1681162"/>
            <a:chOff x="2205" y="3234"/>
            <a:chExt cx="1893" cy="967"/>
          </a:xfrm>
        </p:grpSpPr>
        <p:grpSp>
          <p:nvGrpSpPr>
            <p:cNvPr id="6151" name="Group 6">
              <a:extLst>
                <a:ext uri="{FF2B5EF4-FFF2-40B4-BE49-F238E27FC236}">
                  <a16:creationId xmlns:a16="http://schemas.microsoft.com/office/drawing/2014/main" id="{50BE83E0-2FA0-812A-9A3D-13F96CCC42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57" y="3566"/>
              <a:ext cx="1541" cy="635"/>
              <a:chOff x="2142" y="3691"/>
              <a:chExt cx="874" cy="374"/>
            </a:xfrm>
          </p:grpSpPr>
          <p:sp>
            <p:nvSpPr>
              <p:cNvPr id="6160" name="Rectangle 0">
                <a:extLst>
                  <a:ext uri="{FF2B5EF4-FFF2-40B4-BE49-F238E27FC236}">
                    <a16:creationId xmlns:a16="http://schemas.microsoft.com/office/drawing/2014/main" id="{B9169046-854B-8BB3-4D82-694ED065E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2" y="3691"/>
                <a:ext cx="288" cy="37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161" name="Line 1">
                <a:extLst>
                  <a:ext uri="{FF2B5EF4-FFF2-40B4-BE49-F238E27FC236}">
                    <a16:creationId xmlns:a16="http://schemas.microsoft.com/office/drawing/2014/main" id="{34E3EE0C-9B79-D65A-BD54-624FE957AB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2" y="3815"/>
                <a:ext cx="288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2" name="Line 2">
                <a:extLst>
                  <a:ext uri="{FF2B5EF4-FFF2-40B4-BE49-F238E27FC236}">
                    <a16:creationId xmlns:a16="http://schemas.microsoft.com/office/drawing/2014/main" id="{47D383EB-8B3E-3D3B-713C-9B0D9885A7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2" y="3940"/>
                <a:ext cx="288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3" name="Rectangle 3">
                <a:extLst>
                  <a:ext uri="{FF2B5EF4-FFF2-40B4-BE49-F238E27FC236}">
                    <a16:creationId xmlns:a16="http://schemas.microsoft.com/office/drawing/2014/main" id="{3843D4C2-3BCC-78B4-2B5B-50D516EBE1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8" y="3691"/>
                <a:ext cx="288" cy="37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164" name="Line 4">
                <a:extLst>
                  <a:ext uri="{FF2B5EF4-FFF2-40B4-BE49-F238E27FC236}">
                    <a16:creationId xmlns:a16="http://schemas.microsoft.com/office/drawing/2014/main" id="{9F23E372-7D8B-0454-58BD-E135737953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28" y="3815"/>
                <a:ext cx="288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5" name="Line 5">
                <a:extLst>
                  <a:ext uri="{FF2B5EF4-FFF2-40B4-BE49-F238E27FC236}">
                    <a16:creationId xmlns:a16="http://schemas.microsoft.com/office/drawing/2014/main" id="{0162F783-7B23-BF61-3F81-8BE2AAE03A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28" y="3940"/>
                <a:ext cx="288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152" name="Text Box 7">
              <a:extLst>
                <a:ext uri="{FF2B5EF4-FFF2-40B4-BE49-F238E27FC236}">
                  <a16:creationId xmlns:a16="http://schemas.microsoft.com/office/drawing/2014/main" id="{B4B1FC43-2127-EF74-1A82-A5CEB5EBC5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5" y="3515"/>
              <a:ext cx="31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a.x</a:t>
              </a:r>
            </a:p>
          </p:txBody>
        </p:sp>
        <p:sp>
          <p:nvSpPr>
            <p:cNvPr id="6153" name="Text Box 8">
              <a:extLst>
                <a:ext uri="{FF2B5EF4-FFF2-40B4-BE49-F238E27FC236}">
                  <a16:creationId xmlns:a16="http://schemas.microsoft.com/office/drawing/2014/main" id="{7A1BE166-7C66-15A6-B56A-A221D3AF8F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8" y="3728"/>
              <a:ext cx="309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a.y</a:t>
              </a:r>
            </a:p>
          </p:txBody>
        </p:sp>
        <p:sp>
          <p:nvSpPr>
            <p:cNvPr id="6154" name="Text Box 9">
              <a:extLst>
                <a:ext uri="{FF2B5EF4-FFF2-40B4-BE49-F238E27FC236}">
                  <a16:creationId xmlns:a16="http://schemas.microsoft.com/office/drawing/2014/main" id="{C552A8F1-D609-E7F1-8E38-C20706AE62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8" y="3959"/>
              <a:ext cx="300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a.z</a:t>
              </a:r>
            </a:p>
          </p:txBody>
        </p:sp>
        <p:sp>
          <p:nvSpPr>
            <p:cNvPr id="6155" name="Text Box 10">
              <a:extLst>
                <a:ext uri="{FF2B5EF4-FFF2-40B4-BE49-F238E27FC236}">
                  <a16:creationId xmlns:a16="http://schemas.microsoft.com/office/drawing/2014/main" id="{19C81DBC-7B9A-6174-94A9-5C5709A605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3244"/>
              <a:ext cx="180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a</a:t>
              </a:r>
            </a:p>
          </p:txBody>
        </p:sp>
        <p:sp>
          <p:nvSpPr>
            <p:cNvPr id="6156" name="Text Box 11">
              <a:extLst>
                <a:ext uri="{FF2B5EF4-FFF2-40B4-BE49-F238E27FC236}">
                  <a16:creationId xmlns:a16="http://schemas.microsoft.com/office/drawing/2014/main" id="{C9D36D66-50EB-C269-AA5F-45AC5CB3DD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9" y="3506"/>
              <a:ext cx="313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b.x</a:t>
              </a:r>
            </a:p>
          </p:txBody>
        </p:sp>
        <p:sp>
          <p:nvSpPr>
            <p:cNvPr id="6157" name="Text Box 12">
              <a:extLst>
                <a:ext uri="{FF2B5EF4-FFF2-40B4-BE49-F238E27FC236}">
                  <a16:creationId xmlns:a16="http://schemas.microsoft.com/office/drawing/2014/main" id="{BAE5BC6B-0D23-C624-3126-6F2D0CF3E6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2" y="3720"/>
              <a:ext cx="313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b.y</a:t>
              </a:r>
            </a:p>
          </p:txBody>
        </p:sp>
        <p:sp>
          <p:nvSpPr>
            <p:cNvPr id="6158" name="Text Box 13">
              <a:extLst>
                <a:ext uri="{FF2B5EF4-FFF2-40B4-BE49-F238E27FC236}">
                  <a16:creationId xmlns:a16="http://schemas.microsoft.com/office/drawing/2014/main" id="{FDCCC756-53DC-36E4-33A4-84EDEB810E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2" y="3951"/>
              <a:ext cx="304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b.z</a:t>
              </a:r>
            </a:p>
          </p:txBody>
        </p:sp>
        <p:sp>
          <p:nvSpPr>
            <p:cNvPr id="6159" name="Text Box 14">
              <a:extLst>
                <a:ext uri="{FF2B5EF4-FFF2-40B4-BE49-F238E27FC236}">
                  <a16:creationId xmlns:a16="http://schemas.microsoft.com/office/drawing/2014/main" id="{D4F270EC-DC94-F5F1-5D94-E811C599F2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2" y="3234"/>
              <a:ext cx="184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b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6CE1AA4-9409-CCB5-B73F-463B5003F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5300663"/>
            <a:ext cx="2698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rgbClr val="FFC000"/>
                </a:solidFill>
              </a:rPr>
              <a:t>只有一个拷贝！</a:t>
            </a:r>
            <a:endParaRPr lang="zh-CN" altLang="en-US" sz="2800"/>
          </a:p>
        </p:txBody>
      </p:sp>
      <p:sp>
        <p:nvSpPr>
          <p:cNvPr id="20" name="Text Box 7">
            <a:extLst>
              <a:ext uri="{FF2B5EF4-FFF2-40B4-BE49-F238E27FC236}">
                <a16:creationId xmlns:a16="http://schemas.microsoft.com/office/drawing/2014/main" id="{6DF1ADBF-121B-07F4-A7BD-46FB45921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3244850"/>
            <a:ext cx="3476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1" name="Text Box 7">
            <a:extLst>
              <a:ext uri="{FF2B5EF4-FFF2-40B4-BE49-F238E27FC236}">
                <a16:creationId xmlns:a16="http://schemas.microsoft.com/office/drawing/2014/main" id="{14866F6B-6624-8BB3-7C16-B6A59F0A0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8025" y="3244850"/>
            <a:ext cx="3476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0000"/>
                </a:solidFill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5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5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854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854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85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85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171" name="Rectangle 3">
            <a:extLst>
              <a:ext uri="{FF2B5EF4-FFF2-40B4-BE49-F238E27FC236}">
                <a16:creationId xmlns:a16="http://schemas.microsoft.com/office/drawing/2014/main" id="{0CF16B4C-80AE-6337-453B-B6215A85CA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260350"/>
            <a:ext cx="8713787" cy="6337300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类的</a:t>
            </a:r>
            <a:r>
              <a:rPr lang="zh-CN" altLang="en-GB" dirty="0"/>
              <a:t>每一个成员函数</a:t>
            </a:r>
            <a:r>
              <a:rPr lang="zh-CN" altLang="en-US" dirty="0"/>
              <a:t>（静态成员函数除外）</a:t>
            </a:r>
            <a:r>
              <a:rPr lang="zh-CN" altLang="en-GB" dirty="0"/>
              <a:t>都有一个</a:t>
            </a:r>
            <a:r>
              <a:rPr lang="zh-CN" altLang="en-GB" dirty="0">
                <a:solidFill>
                  <a:srgbClr val="FFC000"/>
                </a:solidFill>
              </a:rPr>
              <a:t>隐藏</a:t>
            </a:r>
            <a:r>
              <a:rPr lang="zh-CN" altLang="en-GB" dirty="0"/>
              <a:t>的形参</a:t>
            </a:r>
            <a:r>
              <a:rPr lang="en-GB" altLang="zh-CN" dirty="0">
                <a:solidFill>
                  <a:srgbClr val="FFC000"/>
                </a:solidFill>
              </a:rPr>
              <a:t>this</a:t>
            </a:r>
            <a:r>
              <a:rPr lang="zh-CN" altLang="en-GB" dirty="0"/>
              <a:t>，其类型为</a:t>
            </a:r>
            <a:r>
              <a:rPr lang="zh-CN" altLang="en-US" dirty="0"/>
              <a:t>该类对象的指针；</a:t>
            </a:r>
            <a:r>
              <a:rPr lang="zh-CN" altLang="en-GB" dirty="0"/>
              <a:t>在成员函数中对类成员的访问是通过</a:t>
            </a:r>
            <a:r>
              <a:rPr lang="en-GB" altLang="zh-CN" dirty="0"/>
              <a:t>this</a:t>
            </a:r>
            <a:r>
              <a:rPr lang="zh-CN" altLang="en-GB" dirty="0"/>
              <a:t>来进行的。</a:t>
            </a:r>
            <a:r>
              <a:rPr lang="zh-CN" altLang="en-US" dirty="0"/>
              <a:t>例如，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对于前面</a:t>
            </a:r>
            <a:r>
              <a:rPr lang="en-US" altLang="zh-CN" dirty="0"/>
              <a:t>A</a:t>
            </a:r>
            <a:r>
              <a:rPr lang="zh-CN" altLang="en-US" dirty="0"/>
              <a:t>类的成员函数</a:t>
            </a:r>
            <a:r>
              <a:rPr lang="en-US" altLang="zh-CN" dirty="0"/>
              <a:t>g</a:t>
            </a:r>
            <a:r>
              <a:rPr lang="zh-CN" altLang="en-US" dirty="0"/>
              <a:t>：</a:t>
            </a:r>
            <a:endParaRPr lang="en-US" altLang="zh-CN" dirty="0"/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GB" altLang="zh-CN" dirty="0"/>
              <a:t>	void g(</a:t>
            </a:r>
            <a:r>
              <a:rPr lang="en-GB" altLang="zh-CN" dirty="0" err="1"/>
              <a:t>int</a:t>
            </a:r>
            <a:r>
              <a:rPr lang="en-GB" altLang="zh-CN" dirty="0"/>
              <a:t> </a:t>
            </a:r>
            <a:r>
              <a:rPr lang="en-GB" altLang="zh-CN" dirty="0" err="1"/>
              <a:t>i</a:t>
            </a:r>
            <a:r>
              <a:rPr lang="en-GB" altLang="zh-CN" dirty="0"/>
              <a:t>) { x = </a:t>
            </a:r>
            <a:r>
              <a:rPr lang="en-GB" altLang="zh-CN" dirty="0" err="1"/>
              <a:t>i</a:t>
            </a:r>
            <a:r>
              <a:rPr lang="en-GB" altLang="zh-CN" dirty="0"/>
              <a:t>; }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编译程序将会把它编译成：</a:t>
            </a:r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GB" altLang="zh-CN" dirty="0"/>
              <a:t>	void g(A *</a:t>
            </a:r>
            <a:r>
              <a:rPr lang="en-GB" altLang="zh-CN" dirty="0" err="1"/>
              <a:t>const</a:t>
            </a:r>
            <a:r>
              <a:rPr lang="en-GB" altLang="zh-CN" dirty="0"/>
              <a:t> </a:t>
            </a:r>
            <a:r>
              <a:rPr lang="en-GB" altLang="zh-CN" dirty="0">
                <a:solidFill>
                  <a:srgbClr val="FFC000"/>
                </a:solidFill>
              </a:rPr>
              <a:t>this</a:t>
            </a:r>
            <a:r>
              <a:rPr lang="en-GB" altLang="zh-CN" dirty="0"/>
              <a:t>, </a:t>
            </a:r>
            <a:r>
              <a:rPr lang="en-GB" altLang="zh-CN" dirty="0" err="1"/>
              <a:t>int</a:t>
            </a:r>
            <a:r>
              <a:rPr lang="en-GB" altLang="zh-CN" dirty="0"/>
              <a:t> </a:t>
            </a:r>
            <a:r>
              <a:rPr lang="en-GB" altLang="zh-CN" dirty="0" err="1"/>
              <a:t>i</a:t>
            </a:r>
            <a:r>
              <a:rPr lang="en-GB" altLang="zh-CN" dirty="0"/>
              <a:t>) 	{ </a:t>
            </a:r>
            <a:r>
              <a:rPr lang="en-GB" altLang="zh-CN" dirty="0">
                <a:solidFill>
                  <a:srgbClr val="FFC000"/>
                </a:solidFill>
              </a:rPr>
              <a:t>this</a:t>
            </a:r>
            <a:r>
              <a:rPr lang="en-GB" altLang="zh-CN" dirty="0"/>
              <a:t>-&gt;x = </a:t>
            </a:r>
            <a:r>
              <a:rPr lang="en-GB" altLang="zh-CN" dirty="0" err="1"/>
              <a:t>i</a:t>
            </a:r>
            <a:r>
              <a:rPr lang="en-GB" altLang="zh-CN" dirty="0"/>
              <a:t>; };</a:t>
            </a:r>
            <a:r>
              <a:rPr lang="en-US" altLang="zh-CN" dirty="0"/>
              <a:t> 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当通过对象访问类的成员函数时，将会把相应对象的地址传给成员函数的</a:t>
            </a:r>
            <a:r>
              <a:rPr lang="en-US" altLang="zh-CN" dirty="0"/>
              <a:t>this</a:t>
            </a:r>
            <a:r>
              <a:rPr lang="zh-CN" altLang="en-US" dirty="0"/>
              <a:t>参数。例如，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对于下面的成员函数调用：</a:t>
            </a:r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GB" altLang="zh-CN" dirty="0"/>
              <a:t>	</a:t>
            </a:r>
            <a:r>
              <a:rPr lang="en-GB" altLang="zh-CN" dirty="0" err="1"/>
              <a:t>a.g</a:t>
            </a:r>
            <a:r>
              <a:rPr lang="en-GB" altLang="zh-CN" dirty="0"/>
              <a:t>(1)</a:t>
            </a:r>
            <a:r>
              <a:rPr lang="en-US" altLang="zh-CN" dirty="0"/>
              <a:t>; </a:t>
            </a:r>
            <a:r>
              <a:rPr lang="zh-CN" altLang="en-US" dirty="0"/>
              <a:t>和 </a:t>
            </a:r>
            <a:r>
              <a:rPr lang="en-US" altLang="zh-CN" dirty="0" err="1"/>
              <a:t>b.g</a:t>
            </a:r>
            <a:r>
              <a:rPr lang="en-US" altLang="zh-CN" dirty="0"/>
              <a:t>(2);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GB" dirty="0"/>
              <a:t>编译程序将会把它编译成：</a:t>
            </a:r>
            <a:r>
              <a:rPr lang="zh-CN" altLang="en-US" dirty="0"/>
              <a:t> </a:t>
            </a:r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GB" altLang="zh-CN" dirty="0"/>
              <a:t>	g(&amp;a,1);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/>
              <a:t>g(&amp;b,2);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467" name="Rectangle 3">
            <a:extLst>
              <a:ext uri="{FF2B5EF4-FFF2-40B4-BE49-F238E27FC236}">
                <a16:creationId xmlns:a16="http://schemas.microsoft.com/office/drawing/2014/main" id="{0E397848-02D9-BE29-5F07-4ABC2599B4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333375"/>
            <a:ext cx="8642350" cy="6480175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GB" sz="2800" dirty="0"/>
              <a:t>一般情况下，类的成员函数中不必显式使用</a:t>
            </a:r>
            <a:r>
              <a:rPr lang="en-GB" altLang="zh-CN" sz="2800" dirty="0"/>
              <a:t>this</a:t>
            </a:r>
            <a:r>
              <a:rPr lang="zh-CN" altLang="en-GB" sz="2800" dirty="0"/>
              <a:t>指针</a:t>
            </a:r>
            <a:r>
              <a:rPr lang="zh-CN" altLang="en-US" sz="2800" dirty="0"/>
              <a:t>，编译程序会自动加上。</a:t>
            </a:r>
            <a:endParaRPr lang="en-US" altLang="zh-CN" sz="2800" dirty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/>
              <a:t>但</a:t>
            </a:r>
            <a:r>
              <a:rPr lang="zh-CN" altLang="en-GB" sz="2800" dirty="0"/>
              <a:t>如果成员函数中要把</a:t>
            </a:r>
            <a:r>
              <a:rPr lang="en-GB" altLang="zh-CN" sz="2800" dirty="0"/>
              <a:t>this</a:t>
            </a:r>
            <a:r>
              <a:rPr lang="zh-CN" altLang="en-GB" sz="2800" dirty="0"/>
              <a:t>所指向的对象作为整体来操作，则需要显式地使用</a:t>
            </a:r>
            <a:r>
              <a:rPr lang="en-GB" altLang="zh-CN" sz="2800" dirty="0"/>
              <a:t>this</a:t>
            </a:r>
            <a:r>
              <a:rPr lang="zh-CN" altLang="en-GB" sz="2800" dirty="0"/>
              <a:t>指针。例如：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void </a:t>
            </a:r>
            <a:r>
              <a:rPr lang="en-GB" altLang="zh-CN" sz="2400" dirty="0" err="1"/>
              <a:t>func</a:t>
            </a:r>
            <a:r>
              <a:rPr lang="en-GB" altLang="zh-CN" sz="2400" dirty="0"/>
              <a:t>(A *p);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class A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{	</a:t>
            </a:r>
            <a:r>
              <a:rPr lang="en-GB" altLang="zh-CN" sz="2400" dirty="0" err="1"/>
              <a:t>int</a:t>
            </a:r>
            <a:r>
              <a:rPr lang="en-GB" altLang="zh-CN" sz="2400" dirty="0"/>
              <a:t> x;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 public: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	 void g(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</a:t>
            </a:r>
            <a:r>
              <a:rPr lang="en-GB" altLang="zh-CN" sz="2400" dirty="0"/>
              <a:t>) { x = </a:t>
            </a:r>
            <a:r>
              <a:rPr lang="en-GB" altLang="zh-CN" sz="2400" dirty="0" err="1"/>
              <a:t>i</a:t>
            </a:r>
            <a:r>
              <a:rPr lang="en-GB" altLang="zh-CN" sz="2400" dirty="0"/>
              <a:t>;  </a:t>
            </a:r>
            <a:r>
              <a:rPr lang="en-GB" altLang="zh-CN" sz="2400" dirty="0" err="1"/>
              <a:t>func</a:t>
            </a:r>
            <a:r>
              <a:rPr lang="en-GB" altLang="zh-CN" sz="2400" dirty="0"/>
              <a:t>(</a:t>
            </a:r>
            <a:r>
              <a:rPr lang="en-GB" altLang="zh-CN" sz="2400" dirty="0">
                <a:solidFill>
                  <a:schemeClr val="folHlink"/>
                </a:solidFill>
              </a:rPr>
              <a:t>?</a:t>
            </a:r>
            <a:r>
              <a:rPr lang="en-GB" altLang="zh-CN" sz="2400" dirty="0"/>
              <a:t>);    } </a:t>
            </a:r>
            <a:r>
              <a:rPr lang="en-GB" altLang="zh-CN" sz="2400" dirty="0">
                <a:solidFill>
                  <a:schemeClr val="folHlink"/>
                </a:solidFill>
              </a:rPr>
              <a:t>//</a:t>
            </a:r>
            <a:r>
              <a:rPr lang="en-GB" altLang="zh-CN" sz="2400" dirty="0">
                <a:solidFill>
                  <a:schemeClr val="folHlink"/>
                </a:solidFill>
                <a:latin typeface="Arial"/>
              </a:rPr>
              <a:t>“</a:t>
            </a:r>
            <a:r>
              <a:rPr lang="en-GB" altLang="zh-CN" sz="2400" dirty="0">
                <a:solidFill>
                  <a:schemeClr val="folHlink"/>
                </a:solidFill>
              </a:rPr>
              <a:t>?</a:t>
            </a:r>
            <a:r>
              <a:rPr lang="en-GB" altLang="zh-CN" sz="2400" dirty="0">
                <a:solidFill>
                  <a:schemeClr val="folHlink"/>
                </a:solidFill>
                <a:latin typeface="Arial"/>
              </a:rPr>
              <a:t>”</a:t>
            </a:r>
            <a:r>
              <a:rPr lang="zh-CN" altLang="en-GB" sz="2400" dirty="0">
                <a:solidFill>
                  <a:schemeClr val="folHlink"/>
                </a:solidFill>
              </a:rPr>
              <a:t>应写什么？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GB" sz="2400" dirty="0"/>
              <a:t>    </a:t>
            </a:r>
            <a:r>
              <a:rPr lang="en-US" altLang="zh-CN" sz="2400" dirty="0"/>
              <a:t>......</a:t>
            </a:r>
            <a:r>
              <a:rPr lang="en-GB" altLang="zh-CN" sz="2400" dirty="0"/>
              <a:t> 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};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......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A </a:t>
            </a:r>
            <a:r>
              <a:rPr lang="en-GB" altLang="zh-CN" sz="2400" dirty="0" err="1"/>
              <a:t>a,b</a:t>
            </a:r>
            <a:r>
              <a:rPr lang="en-GB" altLang="zh-CN" sz="2400" dirty="0"/>
              <a:t>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 err="1"/>
              <a:t>a.g</a:t>
            </a:r>
            <a:r>
              <a:rPr lang="en-GB" altLang="zh-CN" sz="2400" dirty="0"/>
              <a:t>(1); //</a:t>
            </a:r>
            <a:r>
              <a:rPr lang="zh-CN" altLang="en-GB" sz="2400" dirty="0"/>
              <a:t>要求在</a:t>
            </a:r>
            <a:r>
              <a:rPr lang="en-GB" altLang="zh-CN" sz="2400" dirty="0"/>
              <a:t>g</a:t>
            </a:r>
            <a:r>
              <a:rPr lang="zh-CN" altLang="en-GB" sz="2400" dirty="0"/>
              <a:t>中调用</a:t>
            </a:r>
            <a:r>
              <a:rPr lang="en-GB" altLang="zh-CN" sz="2400" dirty="0" err="1"/>
              <a:t>func</a:t>
            </a:r>
            <a:r>
              <a:rPr lang="en-GB" altLang="zh-CN" sz="2400" dirty="0"/>
              <a:t>(&amp;a)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 err="1"/>
              <a:t>b.g</a:t>
            </a:r>
            <a:r>
              <a:rPr lang="en-GB" altLang="zh-CN" sz="2400" dirty="0"/>
              <a:t>(2); //</a:t>
            </a:r>
            <a:r>
              <a:rPr lang="zh-CN" altLang="en-GB" sz="2400" dirty="0"/>
              <a:t>要求在</a:t>
            </a:r>
            <a:r>
              <a:rPr lang="en-GB" altLang="zh-CN" sz="2400" dirty="0"/>
              <a:t>g</a:t>
            </a:r>
            <a:r>
              <a:rPr lang="zh-CN" altLang="en-GB" sz="2400" dirty="0"/>
              <a:t>中调用</a:t>
            </a:r>
            <a:r>
              <a:rPr lang="en-GB" altLang="zh-CN" sz="2400" dirty="0" err="1"/>
              <a:t>func</a:t>
            </a:r>
            <a:r>
              <a:rPr lang="en-GB" altLang="zh-CN" sz="2400" dirty="0"/>
              <a:t>(&amp;b)</a:t>
            </a:r>
          </a:p>
        </p:txBody>
      </p:sp>
      <p:sp>
        <p:nvSpPr>
          <p:cNvPr id="1394688" name="Text Box 0">
            <a:extLst>
              <a:ext uri="{FF2B5EF4-FFF2-40B4-BE49-F238E27FC236}">
                <a16:creationId xmlns:a16="http://schemas.microsoft.com/office/drawing/2014/main" id="{FD301A2B-CB7E-14F4-602C-0784C9DC0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3759200"/>
            <a:ext cx="1825625" cy="461963"/>
          </a:xfrm>
          <a:prstGeom prst="rect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func(</a:t>
            </a:r>
            <a:r>
              <a:rPr lang="en-US" altLang="zh-CN" sz="2400">
                <a:solidFill>
                  <a:schemeClr val="folHlink"/>
                </a:solidFill>
              </a:rPr>
              <a:t>this</a:t>
            </a:r>
            <a:r>
              <a:rPr lang="en-US" altLang="zh-CN" sz="2400"/>
              <a:t>);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94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94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468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194" name="Rectangle 2">
            <a:extLst>
              <a:ext uri="{FF2B5EF4-FFF2-40B4-BE49-F238E27FC236}">
                <a16:creationId xmlns:a16="http://schemas.microsoft.com/office/drawing/2014/main" id="{F6DC57C9-4DFE-B2ED-AB83-AEE00734C6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用</a:t>
            </a:r>
            <a:r>
              <a:rPr lang="en-US" altLang="zh-CN" dirty="0"/>
              <a:t>C</a:t>
            </a:r>
            <a:r>
              <a:rPr lang="zh-CN" altLang="en-US" dirty="0"/>
              <a:t>语言实现</a:t>
            </a:r>
            <a:r>
              <a:rPr lang="en-US" altLang="zh-CN" dirty="0"/>
              <a:t>C++</a:t>
            </a:r>
            <a:r>
              <a:rPr lang="zh-CN" altLang="en-US" dirty="0"/>
              <a:t>的类</a:t>
            </a:r>
          </a:p>
        </p:txBody>
      </p:sp>
      <p:sp>
        <p:nvSpPr>
          <p:cNvPr id="1288195" name="Rectangle 3">
            <a:extLst>
              <a:ext uri="{FF2B5EF4-FFF2-40B4-BE49-F238E27FC236}">
                <a16:creationId xmlns:a16="http://schemas.microsoft.com/office/drawing/2014/main" id="{DA401F95-EB31-4554-26F8-9AB2AFE022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5257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zh-CN" altLang="en-US" sz="2800" dirty="0"/>
              <a:t>一个</a:t>
            </a:r>
            <a:r>
              <a:rPr lang="en-US" altLang="zh-CN" sz="2800" dirty="0"/>
              <a:t>C++</a:t>
            </a:r>
            <a:r>
              <a:rPr lang="zh-CN" altLang="en-US" sz="2800" dirty="0"/>
              <a:t>程序</a:t>
            </a:r>
          </a:p>
          <a:p>
            <a:pPr lvl="1" eaLnBrk="1" hangingPunct="1">
              <a:lnSpc>
                <a:spcPct val="140000"/>
              </a:lnSpc>
              <a:buFontTx/>
              <a:buNone/>
              <a:defRPr/>
            </a:pPr>
            <a:r>
              <a:rPr lang="en-GB" altLang="zh-CN" sz="2400" dirty="0"/>
              <a:t>class A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{  </a:t>
            </a:r>
            <a:r>
              <a:rPr lang="en-GB" altLang="zh-CN" sz="2400" dirty="0" err="1"/>
              <a:t>int</a:t>
            </a:r>
            <a:r>
              <a:rPr lang="en-GB" altLang="zh-CN" sz="2400" dirty="0"/>
              <a:t> </a:t>
            </a:r>
            <a:r>
              <a:rPr lang="en-GB" altLang="zh-CN" sz="2400" dirty="0" err="1"/>
              <a:t>x,y</a:t>
            </a:r>
            <a:r>
              <a:rPr lang="en-GB" altLang="zh-CN" sz="2400" dirty="0"/>
              <a:t>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  public: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   void f();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   void g(</a:t>
            </a:r>
            <a:r>
              <a:rPr lang="en-GB" altLang="zh-CN" sz="2400" dirty="0" err="1"/>
              <a:t>int</a:t>
            </a:r>
            <a:r>
              <a:rPr lang="en-GB" altLang="zh-CN" sz="2400" dirty="0"/>
              <a:t> </a:t>
            </a:r>
            <a:r>
              <a:rPr lang="en-GB" altLang="zh-CN" sz="2400" dirty="0" err="1"/>
              <a:t>i</a:t>
            </a:r>
            <a:r>
              <a:rPr lang="en-GB" altLang="zh-CN" sz="2400" dirty="0"/>
              <a:t>) { x = </a:t>
            </a:r>
            <a:r>
              <a:rPr lang="en-GB" altLang="zh-CN" sz="2400" dirty="0" err="1"/>
              <a:t>i</a:t>
            </a:r>
            <a:r>
              <a:rPr lang="en-GB" altLang="zh-CN" sz="2400" dirty="0"/>
              <a:t>; f(); }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}</a:t>
            </a:r>
            <a:r>
              <a:rPr lang="zh-CN" altLang="en-GB" sz="2400" dirty="0"/>
              <a:t>；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......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A </a:t>
            </a:r>
            <a:r>
              <a:rPr lang="en-GB" altLang="zh-CN" sz="2400" dirty="0" err="1"/>
              <a:t>a,b</a:t>
            </a:r>
            <a:r>
              <a:rPr lang="en-GB" altLang="zh-CN" sz="2400" dirty="0"/>
              <a:t>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 err="1"/>
              <a:t>a.f</a:t>
            </a:r>
            <a:r>
              <a:rPr lang="en-GB" altLang="zh-CN" sz="2400" dirty="0"/>
              <a:t>();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 err="1"/>
              <a:t>a.g</a:t>
            </a:r>
            <a:r>
              <a:rPr lang="en-GB" altLang="zh-CN" sz="2400" dirty="0"/>
              <a:t>(1);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 err="1"/>
              <a:t>b.f</a:t>
            </a:r>
            <a:r>
              <a:rPr lang="en-GB" altLang="zh-CN" sz="2400" dirty="0"/>
              <a:t>();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 err="1"/>
              <a:t>b.g</a:t>
            </a:r>
            <a:r>
              <a:rPr lang="en-GB" altLang="zh-CN" sz="2400" dirty="0"/>
              <a:t>(2);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219" name="Rectangle 3">
            <a:extLst>
              <a:ext uri="{FF2B5EF4-FFF2-40B4-BE49-F238E27FC236}">
                <a16:creationId xmlns:a16="http://schemas.microsoft.com/office/drawing/2014/main" id="{72778444-1A8C-9D7C-EB4A-E16105BE6D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692150"/>
            <a:ext cx="8229600" cy="5976938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zh-CN" altLang="en-US" sz="2800" dirty="0"/>
              <a:t>功能上与前面</a:t>
            </a:r>
            <a:r>
              <a:rPr lang="en-US" altLang="zh-CN" sz="2800" dirty="0"/>
              <a:t>C++</a:t>
            </a:r>
            <a:r>
              <a:rPr lang="zh-CN" altLang="en-US" sz="2800" dirty="0"/>
              <a:t>程序等价的</a:t>
            </a:r>
            <a:r>
              <a:rPr lang="en-US" altLang="zh-CN" sz="2800" dirty="0"/>
              <a:t>C</a:t>
            </a:r>
            <a:r>
              <a:rPr lang="zh-CN" altLang="en-US" sz="2800" dirty="0"/>
              <a:t>程序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GB" altLang="zh-CN" sz="2400" dirty="0" err="1"/>
              <a:t>struct</a:t>
            </a:r>
            <a:r>
              <a:rPr lang="en-GB" altLang="zh-CN" sz="2400" dirty="0"/>
              <a:t> A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{ </a:t>
            </a:r>
            <a:r>
              <a:rPr lang="en-GB" altLang="zh-CN" sz="2400" dirty="0" err="1"/>
              <a:t>int</a:t>
            </a:r>
            <a:r>
              <a:rPr lang="en-GB" altLang="zh-CN" sz="2400" dirty="0"/>
              <a:t> </a:t>
            </a:r>
            <a:r>
              <a:rPr lang="en-GB" altLang="zh-CN" sz="2400" dirty="0" err="1"/>
              <a:t>x,y</a:t>
            </a:r>
            <a:r>
              <a:rPr lang="en-GB" altLang="zh-CN" sz="2400" dirty="0"/>
              <a:t>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};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void </a:t>
            </a:r>
            <a:r>
              <a:rPr lang="en-GB" altLang="zh-CN" sz="2400" dirty="0" err="1"/>
              <a:t>f_A</a:t>
            </a:r>
            <a:r>
              <a:rPr lang="en-GB" altLang="zh-CN" sz="2400" dirty="0"/>
              <a:t>(</a:t>
            </a:r>
            <a:r>
              <a:rPr lang="en-GB" altLang="zh-CN" sz="2400" dirty="0" err="1"/>
              <a:t>struct</a:t>
            </a:r>
            <a:r>
              <a:rPr lang="en-GB" altLang="zh-CN" sz="2400" dirty="0"/>
              <a:t> A *this);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void </a:t>
            </a:r>
            <a:r>
              <a:rPr lang="en-GB" altLang="zh-CN" sz="2400" dirty="0" err="1"/>
              <a:t>g_A</a:t>
            </a:r>
            <a:r>
              <a:rPr lang="en-GB" altLang="zh-CN" sz="2400" dirty="0"/>
              <a:t>(</a:t>
            </a:r>
            <a:r>
              <a:rPr lang="en-GB" altLang="zh-CN" sz="2400" dirty="0" err="1"/>
              <a:t>struct</a:t>
            </a:r>
            <a:r>
              <a:rPr lang="en-GB" altLang="zh-CN" sz="2400" dirty="0"/>
              <a:t> A *this, </a:t>
            </a:r>
            <a:r>
              <a:rPr lang="en-GB" altLang="zh-CN" sz="2400" dirty="0" err="1"/>
              <a:t>int</a:t>
            </a:r>
            <a:r>
              <a:rPr lang="en-GB" altLang="zh-CN" sz="2400" dirty="0"/>
              <a:t> </a:t>
            </a:r>
            <a:r>
              <a:rPr lang="en-GB" altLang="zh-CN" sz="2400" dirty="0" err="1"/>
              <a:t>i</a:t>
            </a:r>
            <a:r>
              <a:rPr lang="en-GB" altLang="zh-CN" sz="2400" dirty="0"/>
              <a:t>)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{ this-&gt;x = </a:t>
            </a:r>
            <a:r>
              <a:rPr lang="en-GB" altLang="zh-CN" sz="2400" dirty="0" err="1"/>
              <a:t>i</a:t>
            </a:r>
            <a:r>
              <a:rPr lang="en-GB" altLang="zh-CN" sz="2400" dirty="0"/>
              <a:t>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   </a:t>
            </a:r>
            <a:r>
              <a:rPr lang="en-GB" altLang="zh-CN" sz="2400" dirty="0" err="1"/>
              <a:t>f_A</a:t>
            </a:r>
            <a:r>
              <a:rPr lang="en-GB" altLang="zh-CN" sz="2400" dirty="0"/>
              <a:t>(this);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}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......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 err="1"/>
              <a:t>struct</a:t>
            </a:r>
            <a:r>
              <a:rPr lang="en-GB" altLang="zh-CN" sz="2400" dirty="0"/>
              <a:t> A </a:t>
            </a:r>
            <a:r>
              <a:rPr lang="en-GB" altLang="zh-CN" sz="2400" dirty="0" err="1"/>
              <a:t>a,b</a:t>
            </a:r>
            <a:r>
              <a:rPr lang="en-GB" altLang="zh-CN" sz="2400" dirty="0"/>
              <a:t>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 err="1"/>
              <a:t>f_A</a:t>
            </a:r>
            <a:r>
              <a:rPr lang="en-GB" altLang="zh-CN" sz="2400" dirty="0"/>
              <a:t>(&amp;a);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 err="1"/>
              <a:t>g_A</a:t>
            </a:r>
            <a:r>
              <a:rPr lang="en-GB" altLang="zh-CN" sz="2400" dirty="0"/>
              <a:t>(&amp;a,1);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 err="1"/>
              <a:t>f_A</a:t>
            </a:r>
            <a:r>
              <a:rPr lang="en-GB" altLang="zh-CN" sz="2400" dirty="0"/>
              <a:t>(&amp;b);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 err="1"/>
              <a:t>g_A</a:t>
            </a:r>
            <a:r>
              <a:rPr lang="en-GB" altLang="zh-CN" sz="2400" dirty="0"/>
              <a:t>(&amp;b,2);</a:t>
            </a:r>
            <a:endParaRPr lang="en-US" altLang="zh-CN" sz="2400" dirty="0"/>
          </a:p>
        </p:txBody>
      </p:sp>
      <p:sp>
        <p:nvSpPr>
          <p:cNvPr id="46084" name="Text Box 4">
            <a:extLst>
              <a:ext uri="{FF2B5EF4-FFF2-40B4-BE49-F238E27FC236}">
                <a16:creationId xmlns:a16="http://schemas.microsoft.com/office/drawing/2014/main" id="{6A299E7A-D34F-9F52-2E22-CD87AD187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4144963"/>
            <a:ext cx="5078412" cy="2308225"/>
          </a:xfrm>
          <a:prstGeom prst="rect">
            <a:avLst/>
          </a:prstGeom>
          <a:solidFill>
            <a:srgbClr val="004B96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结论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</a:p>
          <a:p>
            <a:pPr eaLnBrk="1" hangingPunct="1">
              <a:buFontTx/>
              <a:buChar char="•"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面向对象是一种程序设计思想，</a:t>
            </a:r>
          </a:p>
          <a:p>
            <a:pPr eaLnBrk="1" hangingPunct="1"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用任何语言都可以实现！</a:t>
            </a:r>
          </a:p>
          <a:p>
            <a:pPr eaLnBrk="1" hangingPunct="1">
              <a:buFontTx/>
              <a:buChar char="•"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采用面向对象语言会使得面向对象</a:t>
            </a:r>
          </a:p>
          <a:p>
            <a:pPr eaLnBrk="1" hangingPunct="1"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程序设计更加容易，语言也能提供</a:t>
            </a:r>
          </a:p>
          <a:p>
            <a:pPr eaLnBrk="1" hangingPunct="1"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更多的面向对象保障！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 animBg="1"/>
    </p:bldLst>
  </p:timing>
</p:sld>
</file>

<file path=ppt/theme/theme1.xml><?xml version="1.0" encoding="utf-8"?>
<a:theme xmlns:a="http://schemas.openxmlformats.org/drawingml/2006/main" name="Globe">
  <a:themeElements>
    <a:clrScheme name="Globe 11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ln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CC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10">
        <a:dk1>
          <a:srgbClr val="003B76"/>
        </a:dk1>
        <a:lt1>
          <a:srgbClr val="FFFFFF"/>
        </a:lt1>
        <a:dk2>
          <a:srgbClr val="0066CC"/>
        </a:dk2>
        <a:lt2>
          <a:srgbClr val="FFCC66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11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33428</TotalTime>
  <Words>651</Words>
  <Application>Microsoft Office PowerPoint</Application>
  <PresentationFormat>全屏显示(4:3)</PresentationFormat>
  <Paragraphs>84</Paragraphs>
  <Slides>6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Verdana</vt:lpstr>
      <vt:lpstr>宋体</vt:lpstr>
      <vt:lpstr>Arial</vt:lpstr>
      <vt:lpstr>Wingdings</vt:lpstr>
      <vt:lpstr>Times New Roman</vt:lpstr>
      <vt:lpstr>Globe</vt:lpstr>
      <vt:lpstr>“this”指针</vt:lpstr>
      <vt:lpstr>PowerPoint 演示文稿</vt:lpstr>
      <vt:lpstr>PowerPoint 演示文稿</vt:lpstr>
      <vt:lpstr>PowerPoint 演示文稿</vt:lpstr>
      <vt:lpstr>用C语言实现C++的类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chenjj</dc:creator>
  <cp:lastModifiedBy>润泽 颜</cp:lastModifiedBy>
  <cp:revision>574</cp:revision>
  <dcterms:created xsi:type="dcterms:W3CDTF">1999-05-22T12:40:20Z</dcterms:created>
  <dcterms:modified xsi:type="dcterms:W3CDTF">2026-06-18T00:20:38Z</dcterms:modified>
</cp:coreProperties>
</file>