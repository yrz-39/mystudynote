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notesMasterIdLst>
    <p:notesMasterId r:id="rId17"/>
  </p:notesMasterIdLst>
  <p:handoutMasterIdLst>
    <p:handoutMasterId r:id="rId18"/>
  </p:handoutMasterIdLst>
  <p:sldIdLst>
    <p:sldId id="931" r:id="rId2"/>
    <p:sldId id="843" r:id="rId3"/>
    <p:sldId id="1028" r:id="rId4"/>
    <p:sldId id="850" r:id="rId5"/>
    <p:sldId id="980" r:id="rId6"/>
    <p:sldId id="981" r:id="rId7"/>
    <p:sldId id="982" r:id="rId8"/>
    <p:sldId id="983" r:id="rId9"/>
    <p:sldId id="984" r:id="rId10"/>
    <p:sldId id="985" r:id="rId11"/>
    <p:sldId id="987" r:id="rId12"/>
    <p:sldId id="988" r:id="rId13"/>
    <p:sldId id="991" r:id="rId14"/>
    <p:sldId id="989" r:id="rId15"/>
    <p:sldId id="990" r:id="rId16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9900"/>
    <a:srgbClr val="000000"/>
    <a:srgbClr val="00FFFF"/>
    <a:srgbClr val="85EDA0"/>
    <a:srgbClr val="00CCFF"/>
    <a:srgbClr val="FFFF99"/>
    <a:srgbClr val="FDAFB5"/>
    <a:srgbClr val="00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73" autoAdjust="0"/>
    <p:restoredTop sz="99887" autoAdjust="0"/>
  </p:normalViewPr>
  <p:slideViewPr>
    <p:cSldViewPr>
      <p:cViewPr varScale="1">
        <p:scale>
          <a:sx n="162" d="100"/>
          <a:sy n="162" d="100"/>
        </p:scale>
        <p:origin x="4338" y="1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21348"/>
    </p:cViewPr>
  </p:sorterViewPr>
  <p:notesViewPr>
    <p:cSldViewPr>
      <p:cViewPr>
        <p:scale>
          <a:sx n="75" d="100"/>
          <a:sy n="75" d="100"/>
        </p:scale>
        <p:origin x="-726" y="63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>
            <a:extLst>
              <a:ext uri="{FF2B5EF4-FFF2-40B4-BE49-F238E27FC236}">
                <a16:creationId xmlns:a16="http://schemas.microsoft.com/office/drawing/2014/main" id="{77B70DA0-6213-1BB4-F900-1B611175D3D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8787" name="Rectangle 3">
            <a:extLst>
              <a:ext uri="{FF2B5EF4-FFF2-40B4-BE49-F238E27FC236}">
                <a16:creationId xmlns:a16="http://schemas.microsoft.com/office/drawing/2014/main" id="{07A0A04F-815C-1438-808E-FF2C81843DBB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8788" name="Rectangle 4">
            <a:extLst>
              <a:ext uri="{FF2B5EF4-FFF2-40B4-BE49-F238E27FC236}">
                <a16:creationId xmlns:a16="http://schemas.microsoft.com/office/drawing/2014/main" id="{C95F4A8D-CC7D-B15E-BEFC-941EA6EC2E4B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8789" name="Rectangle 5">
            <a:extLst>
              <a:ext uri="{FF2B5EF4-FFF2-40B4-BE49-F238E27FC236}">
                <a16:creationId xmlns:a16="http://schemas.microsoft.com/office/drawing/2014/main" id="{0F964AD3-A9D6-F01E-2E89-6CC895D5E15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fld id="{E96E7692-E79D-4729-9A26-B26EA389171F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095E23A3-AA29-F7DF-57F5-076440A58EE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2DD9E92A-0427-8B44-452B-322885E27879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C84303B4-3790-5A34-5BEB-BEC182CAF262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0421" name="Rectangle 5">
            <a:extLst>
              <a:ext uri="{FF2B5EF4-FFF2-40B4-BE49-F238E27FC236}">
                <a16:creationId xmlns:a16="http://schemas.microsoft.com/office/drawing/2014/main" id="{E0B3C6C3-C291-DBB8-4108-C580FFB32AF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0422" name="Rectangle 6">
            <a:extLst>
              <a:ext uri="{FF2B5EF4-FFF2-40B4-BE49-F238E27FC236}">
                <a16:creationId xmlns:a16="http://schemas.microsoft.com/office/drawing/2014/main" id="{15CDAAEC-2D67-7305-D9CD-3835A69E4E3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0423" name="Rectangle 7">
            <a:extLst>
              <a:ext uri="{FF2B5EF4-FFF2-40B4-BE49-F238E27FC236}">
                <a16:creationId xmlns:a16="http://schemas.microsoft.com/office/drawing/2014/main" id="{0F010DA0-E46E-C522-6A07-ADC158AD287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fld id="{FBCAE9BB-6C07-4F60-A838-32EFA6BD0063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ED4BAB9C-9F7F-CA4E-842A-D47B34513A4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32BA41D-2952-4576-BDE6-17894E4DC05F}" type="slidenum">
              <a:rPr lang="en-US" altLang="zh-CN"/>
              <a:pPr>
                <a:spcBef>
                  <a:spcPct val="0"/>
                </a:spcBef>
              </a:pPr>
              <a:t>2</a:t>
            </a:fld>
            <a:endParaRPr lang="en-US" altLang="zh-CN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20CD37F8-D754-0485-22D3-CEF74DD35DC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E4D189C5-0429-AF77-3948-5913078B5A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0D79761-D5D5-CE4E-F2F3-0681C4F27FA1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8763" cy="6851650"/>
            <a:chOff x="1" y="0"/>
            <a:chExt cx="5763" cy="431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DEC5945-E45E-3DF7-7D42-CACD7635AF3A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45" y="2626"/>
              <a:ext cx="719" cy="1690"/>
            </a:xfrm>
            <a:custGeom>
              <a:avLst/>
              <a:gdLst/>
              <a:ahLst/>
              <a:cxnLst>
                <a:cxn ang="0">
                  <a:pos x="717" y="72"/>
                </a:cxn>
                <a:cxn ang="0">
                  <a:pos x="717" y="0"/>
                </a:cxn>
                <a:cxn ang="0">
                  <a:pos x="699" y="101"/>
                </a:cxn>
                <a:cxn ang="0">
                  <a:pos x="675" y="209"/>
                </a:cxn>
                <a:cxn ang="0">
                  <a:pos x="627" y="389"/>
                </a:cxn>
                <a:cxn ang="0">
                  <a:pos x="574" y="569"/>
                </a:cxn>
                <a:cxn ang="0">
                  <a:pos x="502" y="749"/>
                </a:cxn>
                <a:cxn ang="0">
                  <a:pos x="424" y="935"/>
                </a:cxn>
                <a:cxn ang="0">
                  <a:pos x="334" y="1121"/>
                </a:cxn>
                <a:cxn ang="0">
                  <a:pos x="233" y="1312"/>
                </a:cxn>
                <a:cxn ang="0">
                  <a:pos x="125" y="1498"/>
                </a:cxn>
                <a:cxn ang="0">
                  <a:pos x="0" y="1690"/>
                </a:cxn>
                <a:cxn ang="0">
                  <a:pos x="11" y="1690"/>
                </a:cxn>
                <a:cxn ang="0">
                  <a:pos x="137" y="1498"/>
                </a:cxn>
                <a:cxn ang="0">
                  <a:pos x="245" y="1312"/>
                </a:cxn>
                <a:cxn ang="0">
                  <a:pos x="346" y="1121"/>
                </a:cxn>
                <a:cxn ang="0">
                  <a:pos x="436" y="935"/>
                </a:cxn>
                <a:cxn ang="0">
                  <a:pos x="514" y="749"/>
                </a:cxn>
                <a:cxn ang="0">
                  <a:pos x="585" y="569"/>
                </a:cxn>
                <a:cxn ang="0">
                  <a:pos x="639" y="389"/>
                </a:cxn>
                <a:cxn ang="0">
                  <a:pos x="687" y="209"/>
                </a:cxn>
                <a:cxn ang="0">
                  <a:pos x="705" y="143"/>
                </a:cxn>
                <a:cxn ang="0">
                  <a:pos x="717" y="72"/>
                </a:cxn>
                <a:cxn ang="0">
                  <a:pos x="717" y="72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 sz="1800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35B80B80-B5C7-8F4E-B020-DD8B869AF2FD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386" y="3794"/>
              <a:ext cx="378" cy="522"/>
            </a:xfrm>
            <a:custGeom>
              <a:avLst/>
              <a:gdLst/>
              <a:ahLst/>
              <a:cxnLst>
                <a:cxn ang="0">
                  <a:pos x="377" y="0"/>
                </a:cxn>
                <a:cxn ang="0">
                  <a:pos x="293" y="132"/>
                </a:cxn>
                <a:cxn ang="0">
                  <a:pos x="204" y="264"/>
                </a:cxn>
                <a:cxn ang="0">
                  <a:pos x="102" y="396"/>
                </a:cxn>
                <a:cxn ang="0">
                  <a:pos x="0" y="522"/>
                </a:cxn>
                <a:cxn ang="0">
                  <a:pos x="12" y="522"/>
                </a:cxn>
                <a:cxn ang="0">
                  <a:pos x="114" y="402"/>
                </a:cxn>
                <a:cxn ang="0">
                  <a:pos x="204" y="282"/>
                </a:cxn>
                <a:cxn ang="0">
                  <a:pos x="377" y="24"/>
                </a:cxn>
                <a:cxn ang="0">
                  <a:pos x="377" y="0"/>
                </a:cxn>
                <a:cxn ang="0">
                  <a:pos x="377" y="0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 sz="1800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3115415A-FC16-50A1-B445-80F681EF5740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680" y="4214"/>
              <a:ext cx="84" cy="102"/>
            </a:xfrm>
            <a:custGeom>
              <a:avLst/>
              <a:gdLst/>
              <a:ahLst/>
              <a:cxnLst>
                <a:cxn ang="0">
                  <a:pos x="0" y="102"/>
                </a:cxn>
                <a:cxn ang="0">
                  <a:pos x="18" y="102"/>
                </a:cxn>
                <a:cxn ang="0">
                  <a:pos x="48" y="60"/>
                </a:cxn>
                <a:cxn ang="0">
                  <a:pos x="84" y="24"/>
                </a:cxn>
                <a:cxn ang="0">
                  <a:pos x="84" y="0"/>
                </a:cxn>
                <a:cxn ang="0">
                  <a:pos x="42" y="54"/>
                </a:cxn>
                <a:cxn ang="0">
                  <a:pos x="0" y="102"/>
                </a:cxn>
                <a:cxn ang="0">
                  <a:pos x="0" y="102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 sz="1800"/>
            </a:p>
          </p:txBody>
        </p: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FFC3DC35-599C-C56D-4B0C-BB42CC6598F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26" name="Freeform 7">
                <a:extLst>
                  <a:ext uri="{FF2B5EF4-FFF2-40B4-BE49-F238E27FC236}">
                    <a16:creationId xmlns:a16="http://schemas.microsoft.com/office/drawing/2014/main" id="{D094D4BF-6C63-ECA5-7175-D3D06315534D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789" y="0"/>
                <a:ext cx="72" cy="431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0" y="4316"/>
                  </a:cxn>
                  <a:cxn ang="0">
                    <a:pos x="72" y="4316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27" name="Freeform 8">
                <a:extLst>
                  <a:ext uri="{FF2B5EF4-FFF2-40B4-BE49-F238E27FC236}">
                    <a16:creationId xmlns:a16="http://schemas.microsoft.com/office/drawing/2014/main" id="{F98D9A69-7DE2-6BB0-CD8F-CB5117F8CB5D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089" y="0"/>
                <a:ext cx="174" cy="4316"/>
              </a:xfrm>
              <a:custGeom>
                <a:avLst/>
                <a:gdLst/>
                <a:ahLst/>
                <a:cxnLst>
                  <a:cxn ang="0">
                    <a:pos x="24" y="0"/>
                  </a:cxn>
                  <a:cxn ang="0">
                    <a:pos x="12" y="0"/>
                  </a:cxn>
                  <a:cxn ang="0">
                    <a:pos x="42" y="216"/>
                  </a:cxn>
                  <a:cxn ang="0">
                    <a:pos x="72" y="444"/>
                  </a:cxn>
                  <a:cxn ang="0">
                    <a:pos x="96" y="689"/>
                  </a:cxn>
                  <a:cxn ang="0">
                    <a:pos x="120" y="947"/>
                  </a:cxn>
                  <a:cxn ang="0">
                    <a:pos x="132" y="1211"/>
                  </a:cxn>
                  <a:cxn ang="0">
                    <a:pos x="150" y="1487"/>
                  </a:cxn>
                  <a:cxn ang="0">
                    <a:pos x="156" y="1768"/>
                  </a:cxn>
                  <a:cxn ang="0">
                    <a:pos x="162" y="2062"/>
                  </a:cxn>
                  <a:cxn ang="0">
                    <a:pos x="156" y="2644"/>
                  </a:cxn>
                  <a:cxn ang="0">
                    <a:pos x="126" y="3225"/>
                  </a:cxn>
                  <a:cxn ang="0">
                    <a:pos x="108" y="3507"/>
                  </a:cxn>
                  <a:cxn ang="0">
                    <a:pos x="78" y="3788"/>
                  </a:cxn>
                  <a:cxn ang="0">
                    <a:pos x="42" y="4058"/>
                  </a:cxn>
                  <a:cxn ang="0">
                    <a:pos x="0" y="4316"/>
                  </a:cxn>
                  <a:cxn ang="0">
                    <a:pos x="12" y="4316"/>
                  </a:cxn>
                  <a:cxn ang="0">
                    <a:pos x="54" y="4058"/>
                  </a:cxn>
                  <a:cxn ang="0">
                    <a:pos x="90" y="3782"/>
                  </a:cxn>
                  <a:cxn ang="0">
                    <a:pos x="120" y="3507"/>
                  </a:cxn>
                  <a:cxn ang="0">
                    <a:pos x="138" y="3219"/>
                  </a:cxn>
                  <a:cxn ang="0">
                    <a:pos x="168" y="2638"/>
                  </a:cxn>
                  <a:cxn ang="0">
                    <a:pos x="174" y="2056"/>
                  </a:cxn>
                  <a:cxn ang="0">
                    <a:pos x="168" y="1768"/>
                  </a:cxn>
                  <a:cxn ang="0">
                    <a:pos x="162" y="1487"/>
                  </a:cxn>
                  <a:cxn ang="0">
                    <a:pos x="144" y="1211"/>
                  </a:cxn>
                  <a:cxn ang="0">
                    <a:pos x="132" y="941"/>
                  </a:cxn>
                  <a:cxn ang="0">
                    <a:pos x="108" y="689"/>
                  </a:cxn>
                  <a:cxn ang="0">
                    <a:pos x="84" y="444"/>
                  </a:cxn>
                  <a:cxn ang="0">
                    <a:pos x="54" y="216"/>
                  </a:cxn>
                  <a:cxn ang="0">
                    <a:pos x="24" y="0"/>
                  </a:cxn>
                  <a:cxn ang="0">
                    <a:pos x="24" y="0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28" name="Freeform 9">
                <a:extLst>
                  <a:ext uri="{FF2B5EF4-FFF2-40B4-BE49-F238E27FC236}">
                    <a16:creationId xmlns:a16="http://schemas.microsoft.com/office/drawing/2014/main" id="{90421F4D-F856-21A7-1DDE-7BDF7E0D17FB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358" y="0"/>
                <a:ext cx="337" cy="4316"/>
              </a:xfrm>
              <a:custGeom>
                <a:avLst/>
                <a:gdLst/>
                <a:ahLst/>
                <a:cxnLst>
                  <a:cxn ang="0">
                    <a:pos x="329" y="2014"/>
                  </a:cxn>
                  <a:cxn ang="0">
                    <a:pos x="317" y="1726"/>
                  </a:cxn>
                  <a:cxn ang="0">
                    <a:pos x="293" y="1445"/>
                  </a:cxn>
                  <a:cxn ang="0">
                    <a:pos x="263" y="1175"/>
                  </a:cxn>
                  <a:cxn ang="0">
                    <a:pos x="228" y="917"/>
                  </a:cxn>
                  <a:cxn ang="0">
                    <a:pos x="186" y="665"/>
                  </a:cxn>
                  <a:cxn ang="0">
                    <a:pos x="132" y="432"/>
                  </a:cxn>
                  <a:cxn ang="0">
                    <a:pos x="78" y="204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66" y="204"/>
                  </a:cxn>
                  <a:cxn ang="0">
                    <a:pos x="120" y="432"/>
                  </a:cxn>
                  <a:cxn ang="0">
                    <a:pos x="174" y="665"/>
                  </a:cxn>
                  <a:cxn ang="0">
                    <a:pos x="216" y="917"/>
                  </a:cxn>
                  <a:cxn ang="0">
                    <a:pos x="251" y="1175"/>
                  </a:cxn>
                  <a:cxn ang="0">
                    <a:pos x="281" y="1445"/>
                  </a:cxn>
                  <a:cxn ang="0">
                    <a:pos x="305" y="1726"/>
                  </a:cxn>
                  <a:cxn ang="0">
                    <a:pos x="317" y="2014"/>
                  </a:cxn>
                  <a:cxn ang="0">
                    <a:pos x="323" y="2314"/>
                  </a:cxn>
                  <a:cxn ang="0">
                    <a:pos x="317" y="2608"/>
                  </a:cxn>
                  <a:cxn ang="0">
                    <a:pos x="305" y="2907"/>
                  </a:cxn>
                  <a:cxn ang="0">
                    <a:pos x="281" y="3201"/>
                  </a:cxn>
                  <a:cxn ang="0">
                    <a:pos x="257" y="3489"/>
                  </a:cxn>
                  <a:cxn ang="0">
                    <a:pos x="216" y="3777"/>
                  </a:cxn>
                  <a:cxn ang="0">
                    <a:pos x="174" y="4052"/>
                  </a:cxn>
                  <a:cxn ang="0">
                    <a:pos x="120" y="4316"/>
                  </a:cxn>
                  <a:cxn ang="0">
                    <a:pos x="132" y="4316"/>
                  </a:cxn>
                  <a:cxn ang="0">
                    <a:pos x="186" y="4052"/>
                  </a:cxn>
                  <a:cxn ang="0">
                    <a:pos x="228" y="3777"/>
                  </a:cxn>
                  <a:cxn ang="0">
                    <a:pos x="269" y="3489"/>
                  </a:cxn>
                  <a:cxn ang="0">
                    <a:pos x="293" y="3201"/>
                  </a:cxn>
                  <a:cxn ang="0">
                    <a:pos x="317" y="2907"/>
                  </a:cxn>
                  <a:cxn ang="0">
                    <a:pos x="329" y="2608"/>
                  </a:cxn>
                  <a:cxn ang="0">
                    <a:pos x="335" y="2314"/>
                  </a:cxn>
                  <a:cxn ang="0">
                    <a:pos x="329" y="2014"/>
                  </a:cxn>
                  <a:cxn ang="0">
                    <a:pos x="329" y="2014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29" name="Freeform 10">
                <a:extLst>
                  <a:ext uri="{FF2B5EF4-FFF2-40B4-BE49-F238E27FC236}">
                    <a16:creationId xmlns:a16="http://schemas.microsoft.com/office/drawing/2014/main" id="{C926C4C9-4802-A8E2-296F-ECD501A7FA67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676" y="0"/>
                <a:ext cx="427" cy="4316"/>
              </a:xfrm>
              <a:custGeom>
                <a:avLst/>
                <a:gdLst/>
                <a:ahLst/>
                <a:cxnLst>
                  <a:cxn ang="0">
                    <a:pos x="413" y="1924"/>
                  </a:cxn>
                  <a:cxn ang="0">
                    <a:pos x="395" y="1690"/>
                  </a:cxn>
                  <a:cxn ang="0">
                    <a:pos x="365" y="1457"/>
                  </a:cxn>
                  <a:cxn ang="0">
                    <a:pos x="329" y="1229"/>
                  </a:cxn>
                  <a:cxn ang="0">
                    <a:pos x="281" y="1001"/>
                  </a:cxn>
                  <a:cxn ang="0">
                    <a:pos x="227" y="761"/>
                  </a:cxn>
                  <a:cxn ang="0">
                    <a:pos x="162" y="522"/>
                  </a:cxn>
                  <a:cxn ang="0">
                    <a:pos x="90" y="270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84" y="270"/>
                  </a:cxn>
                  <a:cxn ang="0">
                    <a:pos x="156" y="522"/>
                  </a:cxn>
                  <a:cxn ang="0">
                    <a:pos x="216" y="767"/>
                  </a:cxn>
                  <a:cxn ang="0">
                    <a:pos x="275" y="1001"/>
                  </a:cxn>
                  <a:cxn ang="0">
                    <a:pos x="317" y="1235"/>
                  </a:cxn>
                  <a:cxn ang="0">
                    <a:pos x="353" y="1463"/>
                  </a:cxn>
                  <a:cxn ang="0">
                    <a:pos x="383" y="1690"/>
                  </a:cxn>
                  <a:cxn ang="0">
                    <a:pos x="401" y="1924"/>
                  </a:cxn>
                  <a:cxn ang="0">
                    <a:pos x="413" y="2188"/>
                  </a:cxn>
                  <a:cxn ang="0">
                    <a:pos x="407" y="2458"/>
                  </a:cxn>
                  <a:cxn ang="0">
                    <a:pos x="395" y="2733"/>
                  </a:cxn>
                  <a:cxn ang="0">
                    <a:pos x="365" y="3021"/>
                  </a:cxn>
                  <a:cxn ang="0">
                    <a:pos x="329" y="3321"/>
                  </a:cxn>
                  <a:cxn ang="0">
                    <a:pos x="275" y="3639"/>
                  </a:cxn>
                  <a:cxn ang="0">
                    <a:pos x="204" y="3968"/>
                  </a:cxn>
                  <a:cxn ang="0">
                    <a:pos x="126" y="4316"/>
                  </a:cxn>
                  <a:cxn ang="0">
                    <a:pos x="138" y="4316"/>
                  </a:cxn>
                  <a:cxn ang="0">
                    <a:pos x="216" y="3968"/>
                  </a:cxn>
                  <a:cxn ang="0">
                    <a:pos x="287" y="3639"/>
                  </a:cxn>
                  <a:cxn ang="0">
                    <a:pos x="341" y="3321"/>
                  </a:cxn>
                  <a:cxn ang="0">
                    <a:pos x="377" y="3021"/>
                  </a:cxn>
                  <a:cxn ang="0">
                    <a:pos x="407" y="2733"/>
                  </a:cxn>
                  <a:cxn ang="0">
                    <a:pos x="419" y="2458"/>
                  </a:cxn>
                  <a:cxn ang="0">
                    <a:pos x="425" y="2188"/>
                  </a:cxn>
                  <a:cxn ang="0">
                    <a:pos x="413" y="1924"/>
                  </a:cxn>
                  <a:cxn ang="0">
                    <a:pos x="413" y="1924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30" name="Freeform 11">
                <a:extLst>
                  <a:ext uri="{FF2B5EF4-FFF2-40B4-BE49-F238E27FC236}">
                    <a16:creationId xmlns:a16="http://schemas.microsoft.com/office/drawing/2014/main" id="{1BB4B53B-35D4-DCDE-E541-D9CA45EDA519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946" y="0"/>
                <a:ext cx="558" cy="4316"/>
              </a:xfrm>
              <a:custGeom>
                <a:avLst/>
                <a:gdLst/>
                <a:ahLst/>
                <a:cxnLst>
                  <a:cxn ang="0">
                    <a:pos x="556" y="2020"/>
                  </a:cxn>
                  <a:cxn ang="0">
                    <a:pos x="538" y="1732"/>
                  </a:cxn>
                  <a:cxn ang="0">
                    <a:pos x="503" y="1445"/>
                  </a:cxn>
                  <a:cxn ang="0">
                    <a:pos x="455" y="1175"/>
                  </a:cxn>
                  <a:cxn ang="0">
                    <a:pos x="395" y="911"/>
                  </a:cxn>
                  <a:cxn ang="0">
                    <a:pos x="317" y="659"/>
                  </a:cxn>
                  <a:cxn ang="0">
                    <a:pos x="228" y="426"/>
                  </a:cxn>
                  <a:cxn ang="0">
                    <a:pos x="126" y="204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14" y="204"/>
                  </a:cxn>
                  <a:cxn ang="0">
                    <a:pos x="216" y="426"/>
                  </a:cxn>
                  <a:cxn ang="0">
                    <a:pos x="305" y="659"/>
                  </a:cxn>
                  <a:cxn ang="0">
                    <a:pos x="383" y="911"/>
                  </a:cxn>
                  <a:cxn ang="0">
                    <a:pos x="443" y="1175"/>
                  </a:cxn>
                  <a:cxn ang="0">
                    <a:pos x="491" y="1445"/>
                  </a:cxn>
                  <a:cxn ang="0">
                    <a:pos x="526" y="1732"/>
                  </a:cxn>
                  <a:cxn ang="0">
                    <a:pos x="544" y="2020"/>
                  </a:cxn>
                  <a:cxn ang="0">
                    <a:pos x="544" y="2326"/>
                  </a:cxn>
                  <a:cxn ang="0">
                    <a:pos x="532" y="2632"/>
                  </a:cxn>
                  <a:cxn ang="0">
                    <a:pos x="503" y="2931"/>
                  </a:cxn>
                  <a:cxn ang="0">
                    <a:pos x="455" y="3225"/>
                  </a:cxn>
                  <a:cxn ang="0">
                    <a:pos x="389" y="3513"/>
                  </a:cxn>
                  <a:cxn ang="0">
                    <a:pos x="311" y="3788"/>
                  </a:cxn>
                  <a:cxn ang="0">
                    <a:pos x="216" y="4058"/>
                  </a:cxn>
                  <a:cxn ang="0">
                    <a:pos x="102" y="4316"/>
                  </a:cxn>
                  <a:cxn ang="0">
                    <a:pos x="114" y="4316"/>
                  </a:cxn>
                  <a:cxn ang="0">
                    <a:pos x="228" y="4058"/>
                  </a:cxn>
                  <a:cxn ang="0">
                    <a:pos x="323" y="3788"/>
                  </a:cxn>
                  <a:cxn ang="0">
                    <a:pos x="401" y="3513"/>
                  </a:cxn>
                  <a:cxn ang="0">
                    <a:pos x="467" y="3225"/>
                  </a:cxn>
                  <a:cxn ang="0">
                    <a:pos x="515" y="2931"/>
                  </a:cxn>
                  <a:cxn ang="0">
                    <a:pos x="544" y="2632"/>
                  </a:cxn>
                  <a:cxn ang="0">
                    <a:pos x="556" y="2326"/>
                  </a:cxn>
                  <a:cxn ang="0">
                    <a:pos x="556" y="2020"/>
                  </a:cxn>
                  <a:cxn ang="0">
                    <a:pos x="556" y="2020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31" name="Freeform 12">
                <a:extLst>
                  <a:ext uri="{FF2B5EF4-FFF2-40B4-BE49-F238E27FC236}">
                    <a16:creationId xmlns:a16="http://schemas.microsoft.com/office/drawing/2014/main" id="{57024E9A-A770-6CEF-B989-3116C1DE384B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246" y="0"/>
                <a:ext cx="690" cy="4316"/>
              </a:xfrm>
              <a:custGeom>
                <a:avLst/>
                <a:gdLst/>
                <a:ahLst/>
                <a:cxnLst>
                  <a:cxn ang="0">
                    <a:pos x="688" y="2086"/>
                  </a:cxn>
                  <a:cxn ang="0">
                    <a:pos x="670" y="1810"/>
                  </a:cxn>
                  <a:cxn ang="0">
                    <a:pos x="634" y="1541"/>
                  </a:cxn>
                  <a:cxn ang="0">
                    <a:pos x="574" y="1271"/>
                  </a:cxn>
                  <a:cxn ang="0">
                    <a:pos x="497" y="1007"/>
                  </a:cxn>
                  <a:cxn ang="0">
                    <a:pos x="401" y="749"/>
                  </a:cxn>
                  <a:cxn ang="0">
                    <a:pos x="293" y="492"/>
                  </a:cxn>
                  <a:cxn ang="0">
                    <a:pos x="162" y="240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50" y="240"/>
                  </a:cxn>
                  <a:cxn ang="0">
                    <a:pos x="281" y="492"/>
                  </a:cxn>
                  <a:cxn ang="0">
                    <a:pos x="389" y="749"/>
                  </a:cxn>
                  <a:cxn ang="0">
                    <a:pos x="485" y="1007"/>
                  </a:cxn>
                  <a:cxn ang="0">
                    <a:pos x="562" y="1271"/>
                  </a:cxn>
                  <a:cxn ang="0">
                    <a:pos x="622" y="1541"/>
                  </a:cxn>
                  <a:cxn ang="0">
                    <a:pos x="658" y="1810"/>
                  </a:cxn>
                  <a:cxn ang="0">
                    <a:pos x="676" y="2086"/>
                  </a:cxn>
                  <a:cxn ang="0">
                    <a:pos x="676" y="2368"/>
                  </a:cxn>
                  <a:cxn ang="0">
                    <a:pos x="658" y="2650"/>
                  </a:cxn>
                  <a:cxn ang="0">
                    <a:pos x="616" y="2931"/>
                  </a:cxn>
                  <a:cxn ang="0">
                    <a:pos x="556" y="3213"/>
                  </a:cxn>
                  <a:cxn ang="0">
                    <a:pos x="473" y="3495"/>
                  </a:cxn>
                  <a:cxn ang="0">
                    <a:pos x="371" y="3777"/>
                  </a:cxn>
                  <a:cxn ang="0">
                    <a:pos x="251" y="4046"/>
                  </a:cxn>
                  <a:cxn ang="0">
                    <a:pos x="114" y="4316"/>
                  </a:cxn>
                  <a:cxn ang="0">
                    <a:pos x="126" y="4316"/>
                  </a:cxn>
                  <a:cxn ang="0">
                    <a:pos x="263" y="4046"/>
                  </a:cxn>
                  <a:cxn ang="0">
                    <a:pos x="383" y="3777"/>
                  </a:cxn>
                  <a:cxn ang="0">
                    <a:pos x="485" y="3495"/>
                  </a:cxn>
                  <a:cxn ang="0">
                    <a:pos x="568" y="3219"/>
                  </a:cxn>
                  <a:cxn ang="0">
                    <a:pos x="628" y="2937"/>
                  </a:cxn>
                  <a:cxn ang="0">
                    <a:pos x="670" y="2656"/>
                  </a:cxn>
                  <a:cxn ang="0">
                    <a:pos x="688" y="2368"/>
                  </a:cxn>
                  <a:cxn ang="0">
                    <a:pos x="688" y="2086"/>
                  </a:cxn>
                  <a:cxn ang="0">
                    <a:pos x="688" y="2086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32" name="Freeform 13">
                <a:extLst>
                  <a:ext uri="{FF2B5EF4-FFF2-40B4-BE49-F238E27FC236}">
                    <a16:creationId xmlns:a16="http://schemas.microsoft.com/office/drawing/2014/main" id="{9EDA7C7A-5085-A15D-0298-081A81547B0A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522" y="0"/>
                <a:ext cx="864" cy="4316"/>
              </a:xfrm>
              <a:custGeom>
                <a:avLst/>
                <a:gdLst/>
                <a:ahLst/>
                <a:cxnLst>
                  <a:cxn ang="0">
                    <a:pos x="855" y="2128"/>
                  </a:cxn>
                  <a:cxn ang="0">
                    <a:pos x="831" y="1834"/>
                  </a:cxn>
                  <a:cxn ang="0">
                    <a:pos x="808" y="1684"/>
                  </a:cxn>
                  <a:cxn ang="0">
                    <a:pos x="784" y="1541"/>
                  </a:cxn>
                  <a:cxn ang="0">
                    <a:pos x="748" y="1397"/>
                  </a:cxn>
                  <a:cxn ang="0">
                    <a:pos x="712" y="1253"/>
                  </a:cxn>
                  <a:cxn ang="0">
                    <a:pos x="664" y="1115"/>
                  </a:cxn>
                  <a:cxn ang="0">
                    <a:pos x="610" y="977"/>
                  </a:cxn>
                  <a:cxn ang="0">
                    <a:pos x="491" y="719"/>
                  </a:cxn>
                  <a:cxn ang="0">
                    <a:pos x="353" y="468"/>
                  </a:cxn>
                  <a:cxn ang="0">
                    <a:pos x="192" y="228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80" y="228"/>
                  </a:cxn>
                  <a:cxn ang="0">
                    <a:pos x="341" y="468"/>
                  </a:cxn>
                  <a:cxn ang="0">
                    <a:pos x="479" y="719"/>
                  </a:cxn>
                  <a:cxn ang="0">
                    <a:pos x="598" y="983"/>
                  </a:cxn>
                  <a:cxn ang="0">
                    <a:pos x="652" y="1121"/>
                  </a:cxn>
                  <a:cxn ang="0">
                    <a:pos x="700" y="1259"/>
                  </a:cxn>
                  <a:cxn ang="0">
                    <a:pos x="736" y="1403"/>
                  </a:cxn>
                  <a:cxn ang="0">
                    <a:pos x="772" y="1547"/>
                  </a:cxn>
                  <a:cxn ang="0">
                    <a:pos x="802" y="1690"/>
                  </a:cxn>
                  <a:cxn ang="0">
                    <a:pos x="819" y="1834"/>
                  </a:cxn>
                  <a:cxn ang="0">
                    <a:pos x="837" y="1984"/>
                  </a:cxn>
                  <a:cxn ang="0">
                    <a:pos x="843" y="2128"/>
                  </a:cxn>
                  <a:cxn ang="0">
                    <a:pos x="849" y="2278"/>
                  </a:cxn>
                  <a:cxn ang="0">
                    <a:pos x="843" y="2428"/>
                  </a:cxn>
                  <a:cxn ang="0">
                    <a:pos x="831" y="2572"/>
                  </a:cxn>
                  <a:cxn ang="0">
                    <a:pos x="819" y="2721"/>
                  </a:cxn>
                  <a:cxn ang="0">
                    <a:pos x="796" y="2865"/>
                  </a:cxn>
                  <a:cxn ang="0">
                    <a:pos x="766" y="3015"/>
                  </a:cxn>
                  <a:cxn ang="0">
                    <a:pos x="724" y="3159"/>
                  </a:cxn>
                  <a:cxn ang="0">
                    <a:pos x="682" y="3303"/>
                  </a:cxn>
                  <a:cxn ang="0">
                    <a:pos x="586" y="3567"/>
                  </a:cxn>
                  <a:cxn ang="0">
                    <a:pos x="473" y="3824"/>
                  </a:cxn>
                  <a:cxn ang="0">
                    <a:pos x="335" y="4076"/>
                  </a:cxn>
                  <a:cxn ang="0">
                    <a:pos x="180" y="4316"/>
                  </a:cxn>
                  <a:cxn ang="0">
                    <a:pos x="192" y="4316"/>
                  </a:cxn>
                  <a:cxn ang="0">
                    <a:pos x="347" y="4076"/>
                  </a:cxn>
                  <a:cxn ang="0">
                    <a:pos x="485" y="3824"/>
                  </a:cxn>
                  <a:cxn ang="0">
                    <a:pos x="598" y="3573"/>
                  </a:cxn>
                  <a:cxn ang="0">
                    <a:pos x="694" y="3309"/>
                  </a:cxn>
                  <a:cxn ang="0">
                    <a:pos x="736" y="3165"/>
                  </a:cxn>
                  <a:cxn ang="0">
                    <a:pos x="778" y="3021"/>
                  </a:cxn>
                  <a:cxn ang="0">
                    <a:pos x="808" y="2871"/>
                  </a:cxn>
                  <a:cxn ang="0">
                    <a:pos x="831" y="2727"/>
                  </a:cxn>
                  <a:cxn ang="0">
                    <a:pos x="843" y="2578"/>
                  </a:cxn>
                  <a:cxn ang="0">
                    <a:pos x="855" y="2428"/>
                  </a:cxn>
                  <a:cxn ang="0">
                    <a:pos x="861" y="2278"/>
                  </a:cxn>
                  <a:cxn ang="0">
                    <a:pos x="855" y="2128"/>
                  </a:cxn>
                  <a:cxn ang="0">
                    <a:pos x="855" y="2128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33" name="Freeform 14">
                <a:extLst>
                  <a:ext uri="{FF2B5EF4-FFF2-40B4-BE49-F238E27FC236}">
                    <a16:creationId xmlns:a16="http://schemas.microsoft.com/office/drawing/2014/main" id="{AA35B69D-254F-E5F5-402A-A85DAFB32FD5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399" y="0"/>
                <a:ext cx="150" cy="4316"/>
              </a:xfrm>
              <a:custGeom>
                <a:avLst/>
                <a:gdLst/>
                <a:ahLst/>
                <a:cxnLst>
                  <a:cxn ang="0">
                    <a:pos x="18" y="1942"/>
                  </a:cxn>
                  <a:cxn ang="0">
                    <a:pos x="30" y="1630"/>
                  </a:cxn>
                  <a:cxn ang="0">
                    <a:pos x="42" y="1331"/>
                  </a:cxn>
                  <a:cxn ang="0">
                    <a:pos x="59" y="1055"/>
                  </a:cxn>
                  <a:cxn ang="0">
                    <a:pos x="77" y="791"/>
                  </a:cxn>
                  <a:cxn ang="0">
                    <a:pos x="83" y="671"/>
                  </a:cxn>
                  <a:cxn ang="0">
                    <a:pos x="95" y="557"/>
                  </a:cxn>
                  <a:cxn ang="0">
                    <a:pos x="107" y="444"/>
                  </a:cxn>
                  <a:cxn ang="0">
                    <a:pos x="113" y="342"/>
                  </a:cxn>
                  <a:cxn ang="0">
                    <a:pos x="125" y="246"/>
                  </a:cxn>
                  <a:cxn ang="0">
                    <a:pos x="131" y="156"/>
                  </a:cxn>
                  <a:cxn ang="0">
                    <a:pos x="143" y="72"/>
                  </a:cxn>
                  <a:cxn ang="0">
                    <a:pos x="149" y="0"/>
                  </a:cxn>
                  <a:cxn ang="0">
                    <a:pos x="137" y="0"/>
                  </a:cxn>
                  <a:cxn ang="0">
                    <a:pos x="131" y="72"/>
                  </a:cxn>
                  <a:cxn ang="0">
                    <a:pos x="119" y="156"/>
                  </a:cxn>
                  <a:cxn ang="0">
                    <a:pos x="113" y="246"/>
                  </a:cxn>
                  <a:cxn ang="0">
                    <a:pos x="101" y="342"/>
                  </a:cxn>
                  <a:cxn ang="0">
                    <a:pos x="95" y="444"/>
                  </a:cxn>
                  <a:cxn ang="0">
                    <a:pos x="83" y="557"/>
                  </a:cxn>
                  <a:cxn ang="0">
                    <a:pos x="71" y="671"/>
                  </a:cxn>
                  <a:cxn ang="0">
                    <a:pos x="65" y="791"/>
                  </a:cxn>
                  <a:cxn ang="0">
                    <a:pos x="48" y="1055"/>
                  </a:cxn>
                  <a:cxn ang="0">
                    <a:pos x="30" y="1331"/>
                  </a:cxn>
                  <a:cxn ang="0">
                    <a:pos x="18" y="1630"/>
                  </a:cxn>
                  <a:cxn ang="0">
                    <a:pos x="6" y="1942"/>
                  </a:cxn>
                  <a:cxn ang="0">
                    <a:pos x="0" y="2278"/>
                  </a:cxn>
                  <a:cxn ang="0">
                    <a:pos x="6" y="2602"/>
                  </a:cxn>
                  <a:cxn ang="0">
                    <a:pos x="12" y="2919"/>
                  </a:cxn>
                  <a:cxn ang="0">
                    <a:pos x="24" y="3219"/>
                  </a:cxn>
                  <a:cxn ang="0">
                    <a:pos x="36" y="3513"/>
                  </a:cxn>
                  <a:cxn ang="0">
                    <a:pos x="59" y="3794"/>
                  </a:cxn>
                  <a:cxn ang="0">
                    <a:pos x="89" y="4058"/>
                  </a:cxn>
                  <a:cxn ang="0">
                    <a:pos x="125" y="4316"/>
                  </a:cxn>
                  <a:cxn ang="0">
                    <a:pos x="137" y="4316"/>
                  </a:cxn>
                  <a:cxn ang="0">
                    <a:pos x="101" y="4058"/>
                  </a:cxn>
                  <a:cxn ang="0">
                    <a:pos x="71" y="3794"/>
                  </a:cxn>
                  <a:cxn ang="0">
                    <a:pos x="48" y="3513"/>
                  </a:cxn>
                  <a:cxn ang="0">
                    <a:pos x="36" y="3225"/>
                  </a:cxn>
                  <a:cxn ang="0">
                    <a:pos x="24" y="2919"/>
                  </a:cxn>
                  <a:cxn ang="0">
                    <a:pos x="18" y="2608"/>
                  </a:cxn>
                  <a:cxn ang="0">
                    <a:pos x="12" y="2278"/>
                  </a:cxn>
                  <a:cxn ang="0">
                    <a:pos x="18" y="1942"/>
                  </a:cxn>
                  <a:cxn ang="0">
                    <a:pos x="18" y="1942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34" name="Freeform 15">
                <a:extLst>
                  <a:ext uri="{FF2B5EF4-FFF2-40B4-BE49-F238E27FC236}">
                    <a16:creationId xmlns:a16="http://schemas.microsoft.com/office/drawing/2014/main" id="{B4E0A1FE-7217-BA59-43C8-A89F335DCED1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967" y="0"/>
                <a:ext cx="300" cy="4316"/>
              </a:xfrm>
              <a:custGeom>
                <a:avLst/>
                <a:gdLst/>
                <a:ahLst/>
                <a:cxnLst>
                  <a:cxn ang="0">
                    <a:pos x="18" y="2062"/>
                  </a:cxn>
                  <a:cxn ang="0">
                    <a:pos x="30" y="1750"/>
                  </a:cxn>
                  <a:cxn ang="0">
                    <a:pos x="54" y="1451"/>
                  </a:cxn>
                  <a:cxn ang="0">
                    <a:pos x="84" y="1169"/>
                  </a:cxn>
                  <a:cxn ang="0">
                    <a:pos x="126" y="899"/>
                  </a:cxn>
                  <a:cxn ang="0">
                    <a:pos x="162" y="641"/>
                  </a:cxn>
                  <a:cxn ang="0">
                    <a:pos x="209" y="408"/>
                  </a:cxn>
                  <a:cxn ang="0">
                    <a:pos x="251" y="192"/>
                  </a:cxn>
                  <a:cxn ang="0">
                    <a:pos x="299" y="0"/>
                  </a:cxn>
                  <a:cxn ang="0">
                    <a:pos x="287" y="0"/>
                  </a:cxn>
                  <a:cxn ang="0">
                    <a:pos x="239" y="192"/>
                  </a:cxn>
                  <a:cxn ang="0">
                    <a:pos x="198" y="408"/>
                  </a:cxn>
                  <a:cxn ang="0">
                    <a:pos x="156" y="641"/>
                  </a:cxn>
                  <a:cxn ang="0">
                    <a:pos x="114" y="899"/>
                  </a:cxn>
                  <a:cxn ang="0">
                    <a:pos x="78" y="1169"/>
                  </a:cxn>
                  <a:cxn ang="0">
                    <a:pos x="48" y="1451"/>
                  </a:cxn>
                  <a:cxn ang="0">
                    <a:pos x="24" y="1750"/>
                  </a:cxn>
                  <a:cxn ang="0">
                    <a:pos x="6" y="2062"/>
                  </a:cxn>
                  <a:cxn ang="0">
                    <a:pos x="0" y="2374"/>
                  </a:cxn>
                  <a:cxn ang="0">
                    <a:pos x="12" y="2674"/>
                  </a:cxn>
                  <a:cxn ang="0">
                    <a:pos x="30" y="2973"/>
                  </a:cxn>
                  <a:cxn ang="0">
                    <a:pos x="54" y="3255"/>
                  </a:cxn>
                  <a:cxn ang="0">
                    <a:pos x="96" y="3537"/>
                  </a:cxn>
                  <a:cxn ang="0">
                    <a:pos x="144" y="3806"/>
                  </a:cxn>
                  <a:cxn ang="0">
                    <a:pos x="203" y="4064"/>
                  </a:cxn>
                  <a:cxn ang="0">
                    <a:pos x="275" y="4316"/>
                  </a:cxn>
                  <a:cxn ang="0">
                    <a:pos x="287" y="4316"/>
                  </a:cxn>
                  <a:cxn ang="0">
                    <a:pos x="215" y="4064"/>
                  </a:cxn>
                  <a:cxn ang="0">
                    <a:pos x="156" y="3806"/>
                  </a:cxn>
                  <a:cxn ang="0">
                    <a:pos x="108" y="3537"/>
                  </a:cxn>
                  <a:cxn ang="0">
                    <a:pos x="66" y="3261"/>
                  </a:cxn>
                  <a:cxn ang="0">
                    <a:pos x="42" y="2973"/>
                  </a:cxn>
                  <a:cxn ang="0">
                    <a:pos x="24" y="2680"/>
                  </a:cxn>
                  <a:cxn ang="0">
                    <a:pos x="12" y="2374"/>
                  </a:cxn>
                  <a:cxn ang="0">
                    <a:pos x="18" y="2062"/>
                  </a:cxn>
                  <a:cxn ang="0">
                    <a:pos x="18" y="2062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35" name="Freeform 16">
                <a:extLst>
                  <a:ext uri="{FF2B5EF4-FFF2-40B4-BE49-F238E27FC236}">
                    <a16:creationId xmlns:a16="http://schemas.microsoft.com/office/drawing/2014/main" id="{35A57CC3-2736-9D43-DC6D-83C325C6CD50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566" y="0"/>
                <a:ext cx="425" cy="4316"/>
              </a:xfrm>
              <a:custGeom>
                <a:avLst/>
                <a:gdLst/>
                <a:ahLst/>
                <a:cxnLst>
                  <a:cxn ang="0">
                    <a:pos x="424" y="0"/>
                  </a:cxn>
                  <a:cxn ang="0">
                    <a:pos x="412" y="0"/>
                  </a:cxn>
                  <a:cxn ang="0">
                    <a:pos x="316" y="222"/>
                  </a:cxn>
                  <a:cxn ang="0">
                    <a:pos x="239" y="462"/>
                  </a:cxn>
                  <a:cxn ang="0">
                    <a:pos x="167" y="707"/>
                  </a:cxn>
                  <a:cxn ang="0">
                    <a:pos x="107" y="971"/>
                  </a:cxn>
                  <a:cxn ang="0">
                    <a:pos x="65" y="1247"/>
                  </a:cxn>
                  <a:cxn ang="0">
                    <a:pos x="29" y="1529"/>
                  </a:cxn>
                  <a:cxn ang="0">
                    <a:pos x="6" y="1822"/>
                  </a:cxn>
                  <a:cxn ang="0">
                    <a:pos x="0" y="2122"/>
                  </a:cxn>
                  <a:cxn ang="0">
                    <a:pos x="6" y="2404"/>
                  </a:cxn>
                  <a:cxn ang="0">
                    <a:pos x="24" y="2686"/>
                  </a:cxn>
                  <a:cxn ang="0">
                    <a:pos x="47" y="2961"/>
                  </a:cxn>
                  <a:cxn ang="0">
                    <a:pos x="89" y="3243"/>
                  </a:cxn>
                  <a:cxn ang="0">
                    <a:pos x="137" y="3519"/>
                  </a:cxn>
                  <a:cxn ang="0">
                    <a:pos x="197" y="3788"/>
                  </a:cxn>
                  <a:cxn ang="0">
                    <a:pos x="269" y="4058"/>
                  </a:cxn>
                  <a:cxn ang="0">
                    <a:pos x="346" y="4316"/>
                  </a:cxn>
                  <a:cxn ang="0">
                    <a:pos x="358" y="4316"/>
                  </a:cxn>
                  <a:cxn ang="0">
                    <a:pos x="281" y="4058"/>
                  </a:cxn>
                  <a:cxn ang="0">
                    <a:pos x="209" y="3788"/>
                  </a:cxn>
                  <a:cxn ang="0">
                    <a:pos x="149" y="3519"/>
                  </a:cxn>
                  <a:cxn ang="0">
                    <a:pos x="101" y="3243"/>
                  </a:cxn>
                  <a:cxn ang="0">
                    <a:pos x="59" y="2961"/>
                  </a:cxn>
                  <a:cxn ang="0">
                    <a:pos x="35" y="2686"/>
                  </a:cxn>
                  <a:cxn ang="0">
                    <a:pos x="18" y="2404"/>
                  </a:cxn>
                  <a:cxn ang="0">
                    <a:pos x="12" y="2122"/>
                  </a:cxn>
                  <a:cxn ang="0">
                    <a:pos x="18" y="1822"/>
                  </a:cxn>
                  <a:cxn ang="0">
                    <a:pos x="41" y="1529"/>
                  </a:cxn>
                  <a:cxn ang="0">
                    <a:pos x="71" y="1247"/>
                  </a:cxn>
                  <a:cxn ang="0">
                    <a:pos x="119" y="971"/>
                  </a:cxn>
                  <a:cxn ang="0">
                    <a:pos x="179" y="707"/>
                  </a:cxn>
                  <a:cxn ang="0">
                    <a:pos x="245" y="462"/>
                  </a:cxn>
                  <a:cxn ang="0">
                    <a:pos x="328" y="222"/>
                  </a:cxn>
                  <a:cxn ang="0">
                    <a:pos x="424" y="0"/>
                  </a:cxn>
                  <a:cxn ang="0">
                    <a:pos x="424" y="0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36" name="Freeform 17">
                <a:extLst>
                  <a:ext uri="{FF2B5EF4-FFF2-40B4-BE49-F238E27FC236}">
                    <a16:creationId xmlns:a16="http://schemas.microsoft.com/office/drawing/2014/main" id="{FC6E9BA0-DEB8-E863-C1D9-5289E7627E5D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128" y="0"/>
                <a:ext cx="575" cy="4316"/>
              </a:xfrm>
              <a:custGeom>
                <a:avLst/>
                <a:gdLst/>
                <a:ahLst/>
                <a:cxnLst>
                  <a:cxn ang="0">
                    <a:pos x="12" y="2146"/>
                  </a:cxn>
                  <a:cxn ang="0">
                    <a:pos x="24" y="1846"/>
                  </a:cxn>
                  <a:cxn ang="0">
                    <a:pos x="54" y="1559"/>
                  </a:cxn>
                  <a:cxn ang="0">
                    <a:pos x="96" y="1277"/>
                  </a:cxn>
                  <a:cxn ang="0">
                    <a:pos x="162" y="1001"/>
                  </a:cxn>
                  <a:cxn ang="0">
                    <a:pos x="239" y="731"/>
                  </a:cxn>
                  <a:cxn ang="0">
                    <a:pos x="335" y="480"/>
                  </a:cxn>
                  <a:cxn ang="0">
                    <a:pos x="449" y="234"/>
                  </a:cxn>
                  <a:cxn ang="0">
                    <a:pos x="574" y="0"/>
                  </a:cxn>
                  <a:cxn ang="0">
                    <a:pos x="562" y="0"/>
                  </a:cxn>
                  <a:cxn ang="0">
                    <a:pos x="437" y="234"/>
                  </a:cxn>
                  <a:cxn ang="0">
                    <a:pos x="323" y="480"/>
                  </a:cxn>
                  <a:cxn ang="0">
                    <a:pos x="227" y="737"/>
                  </a:cxn>
                  <a:cxn ang="0">
                    <a:pos x="150" y="1001"/>
                  </a:cxn>
                  <a:cxn ang="0">
                    <a:pos x="84" y="1277"/>
                  </a:cxn>
                  <a:cxn ang="0">
                    <a:pos x="42" y="1559"/>
                  </a:cxn>
                  <a:cxn ang="0">
                    <a:pos x="12" y="1852"/>
                  </a:cxn>
                  <a:cxn ang="0">
                    <a:pos x="0" y="2146"/>
                  </a:cxn>
                  <a:cxn ang="0">
                    <a:pos x="6" y="2434"/>
                  </a:cxn>
                  <a:cxn ang="0">
                    <a:pos x="30" y="2715"/>
                  </a:cxn>
                  <a:cxn ang="0">
                    <a:pos x="66" y="2997"/>
                  </a:cxn>
                  <a:cxn ang="0">
                    <a:pos x="120" y="3273"/>
                  </a:cxn>
                  <a:cxn ang="0">
                    <a:pos x="191" y="3549"/>
                  </a:cxn>
                  <a:cxn ang="0">
                    <a:pos x="275" y="3812"/>
                  </a:cxn>
                  <a:cxn ang="0">
                    <a:pos x="371" y="4070"/>
                  </a:cxn>
                  <a:cxn ang="0">
                    <a:pos x="484" y="4316"/>
                  </a:cxn>
                  <a:cxn ang="0">
                    <a:pos x="496" y="4316"/>
                  </a:cxn>
                  <a:cxn ang="0">
                    <a:pos x="383" y="4070"/>
                  </a:cxn>
                  <a:cxn ang="0">
                    <a:pos x="287" y="3812"/>
                  </a:cxn>
                  <a:cxn ang="0">
                    <a:pos x="203" y="3549"/>
                  </a:cxn>
                  <a:cxn ang="0">
                    <a:pos x="132" y="3273"/>
                  </a:cxn>
                  <a:cxn ang="0">
                    <a:pos x="78" y="2997"/>
                  </a:cxn>
                  <a:cxn ang="0">
                    <a:pos x="42" y="2715"/>
                  </a:cxn>
                  <a:cxn ang="0">
                    <a:pos x="18" y="2434"/>
                  </a:cxn>
                  <a:cxn ang="0">
                    <a:pos x="12" y="2146"/>
                  </a:cxn>
                  <a:cxn ang="0">
                    <a:pos x="12" y="2146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37" name="Freeform 18">
                <a:extLst>
                  <a:ext uri="{FF2B5EF4-FFF2-40B4-BE49-F238E27FC236}">
                    <a16:creationId xmlns:a16="http://schemas.microsoft.com/office/drawing/2014/main" id="{7D8613CD-3D39-B3DB-A2EE-CF46F2FA717A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702" y="0"/>
                <a:ext cx="737" cy="4316"/>
              </a:xfrm>
              <a:custGeom>
                <a:avLst/>
                <a:gdLst/>
                <a:ahLst/>
                <a:cxnLst>
                  <a:cxn ang="0">
                    <a:pos x="12" y="2098"/>
                  </a:cxn>
                  <a:cxn ang="0">
                    <a:pos x="29" y="1798"/>
                  </a:cxn>
                  <a:cxn ang="0">
                    <a:pos x="71" y="1505"/>
                  </a:cxn>
                  <a:cxn ang="0">
                    <a:pos x="131" y="1223"/>
                  </a:cxn>
                  <a:cxn ang="0">
                    <a:pos x="215" y="941"/>
                  </a:cxn>
                  <a:cxn ang="0">
                    <a:pos x="316" y="689"/>
                  </a:cxn>
                  <a:cxn ang="0">
                    <a:pos x="442" y="444"/>
                  </a:cxn>
                  <a:cxn ang="0">
                    <a:pos x="580" y="216"/>
                  </a:cxn>
                  <a:cxn ang="0">
                    <a:pos x="735" y="0"/>
                  </a:cxn>
                  <a:cxn ang="0">
                    <a:pos x="723" y="0"/>
                  </a:cxn>
                  <a:cxn ang="0">
                    <a:pos x="568" y="210"/>
                  </a:cxn>
                  <a:cxn ang="0">
                    <a:pos x="430" y="438"/>
                  </a:cxn>
                  <a:cxn ang="0">
                    <a:pos x="311" y="683"/>
                  </a:cxn>
                  <a:cxn ang="0">
                    <a:pos x="209" y="941"/>
                  </a:cxn>
                  <a:cxn ang="0">
                    <a:pos x="125" y="1217"/>
                  </a:cxn>
                  <a:cxn ang="0">
                    <a:pos x="59" y="1505"/>
                  </a:cxn>
                  <a:cxn ang="0">
                    <a:pos x="18" y="1798"/>
                  </a:cxn>
                  <a:cxn ang="0">
                    <a:pos x="0" y="2098"/>
                  </a:cxn>
                  <a:cxn ang="0">
                    <a:pos x="6" y="2404"/>
                  </a:cxn>
                  <a:cxn ang="0">
                    <a:pos x="29" y="2709"/>
                  </a:cxn>
                  <a:cxn ang="0">
                    <a:pos x="77" y="3015"/>
                  </a:cxn>
                  <a:cxn ang="0">
                    <a:pos x="149" y="3315"/>
                  </a:cxn>
                  <a:cxn ang="0">
                    <a:pos x="227" y="3573"/>
                  </a:cxn>
                  <a:cxn ang="0">
                    <a:pos x="316" y="3824"/>
                  </a:cxn>
                  <a:cxn ang="0">
                    <a:pos x="424" y="4076"/>
                  </a:cxn>
                  <a:cxn ang="0">
                    <a:pos x="544" y="4316"/>
                  </a:cxn>
                  <a:cxn ang="0">
                    <a:pos x="556" y="4316"/>
                  </a:cxn>
                  <a:cxn ang="0">
                    <a:pos x="436" y="4076"/>
                  </a:cxn>
                  <a:cxn ang="0">
                    <a:pos x="328" y="3824"/>
                  </a:cxn>
                  <a:cxn ang="0">
                    <a:pos x="239" y="3573"/>
                  </a:cxn>
                  <a:cxn ang="0">
                    <a:pos x="161" y="3315"/>
                  </a:cxn>
                  <a:cxn ang="0">
                    <a:pos x="89" y="3015"/>
                  </a:cxn>
                  <a:cxn ang="0">
                    <a:pos x="41" y="2709"/>
                  </a:cxn>
                  <a:cxn ang="0">
                    <a:pos x="18" y="2404"/>
                  </a:cxn>
                  <a:cxn ang="0">
                    <a:pos x="12" y="2098"/>
                  </a:cxn>
                  <a:cxn ang="0">
                    <a:pos x="12" y="2098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38" name="Freeform 19">
                <a:extLst>
                  <a:ext uri="{FF2B5EF4-FFF2-40B4-BE49-F238E27FC236}">
                    <a16:creationId xmlns:a16="http://schemas.microsoft.com/office/drawing/2014/main" id="{1A6195DD-A176-E4E3-F1FA-32D506B53EAE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88" y="0"/>
                <a:ext cx="840" cy="4316"/>
              </a:xfrm>
              <a:custGeom>
                <a:avLst/>
                <a:gdLst/>
                <a:ahLst/>
                <a:cxnLst>
                  <a:cxn ang="0">
                    <a:pos x="18" y="1948"/>
                  </a:cxn>
                  <a:cxn ang="0">
                    <a:pos x="48" y="1708"/>
                  </a:cxn>
                  <a:cxn ang="0">
                    <a:pos x="96" y="1475"/>
                  </a:cxn>
                  <a:cxn ang="0">
                    <a:pos x="161" y="1235"/>
                  </a:cxn>
                  <a:cxn ang="0">
                    <a:pos x="251" y="995"/>
                  </a:cxn>
                  <a:cxn ang="0">
                    <a:pos x="365" y="755"/>
                  </a:cxn>
                  <a:cxn ang="0">
                    <a:pos x="496" y="510"/>
                  </a:cxn>
                  <a:cxn ang="0">
                    <a:pos x="658" y="258"/>
                  </a:cxn>
                  <a:cxn ang="0">
                    <a:pos x="741" y="132"/>
                  </a:cxn>
                  <a:cxn ang="0">
                    <a:pos x="837" y="0"/>
                  </a:cxn>
                  <a:cxn ang="0">
                    <a:pos x="825" y="0"/>
                  </a:cxn>
                  <a:cxn ang="0">
                    <a:pos x="729" y="132"/>
                  </a:cxn>
                  <a:cxn ang="0">
                    <a:pos x="640" y="258"/>
                  </a:cxn>
                  <a:cxn ang="0">
                    <a:pos x="562" y="384"/>
                  </a:cxn>
                  <a:cxn ang="0">
                    <a:pos x="484" y="510"/>
                  </a:cxn>
                  <a:cxn ang="0">
                    <a:pos x="353" y="755"/>
                  </a:cxn>
                  <a:cxn ang="0">
                    <a:pos x="239" y="995"/>
                  </a:cxn>
                  <a:cxn ang="0">
                    <a:pos x="150" y="1235"/>
                  </a:cxn>
                  <a:cxn ang="0">
                    <a:pos x="84" y="1469"/>
                  </a:cxn>
                  <a:cxn ang="0">
                    <a:pos x="36" y="1702"/>
                  </a:cxn>
                  <a:cxn ang="0">
                    <a:pos x="6" y="1942"/>
                  </a:cxn>
                  <a:cxn ang="0">
                    <a:pos x="0" y="2200"/>
                  </a:cxn>
                  <a:cxn ang="0">
                    <a:pos x="12" y="2470"/>
                  </a:cxn>
                  <a:cxn ang="0">
                    <a:pos x="48" y="2739"/>
                  </a:cxn>
                  <a:cxn ang="0">
                    <a:pos x="114" y="3027"/>
                  </a:cxn>
                  <a:cxn ang="0">
                    <a:pos x="150" y="3171"/>
                  </a:cxn>
                  <a:cxn ang="0">
                    <a:pos x="197" y="3321"/>
                  </a:cxn>
                  <a:cxn ang="0">
                    <a:pos x="245" y="3477"/>
                  </a:cxn>
                  <a:cxn ang="0">
                    <a:pos x="305" y="3639"/>
                  </a:cxn>
                  <a:cxn ang="0">
                    <a:pos x="365" y="3800"/>
                  </a:cxn>
                  <a:cxn ang="0">
                    <a:pos x="437" y="3968"/>
                  </a:cxn>
                  <a:cxn ang="0">
                    <a:pos x="508" y="4136"/>
                  </a:cxn>
                  <a:cxn ang="0">
                    <a:pos x="592" y="4316"/>
                  </a:cxn>
                  <a:cxn ang="0">
                    <a:pos x="604" y="4316"/>
                  </a:cxn>
                  <a:cxn ang="0">
                    <a:pos x="520" y="4136"/>
                  </a:cxn>
                  <a:cxn ang="0">
                    <a:pos x="448" y="3968"/>
                  </a:cxn>
                  <a:cxn ang="0">
                    <a:pos x="377" y="3800"/>
                  </a:cxn>
                  <a:cxn ang="0">
                    <a:pos x="317" y="3639"/>
                  </a:cxn>
                  <a:cxn ang="0">
                    <a:pos x="257" y="3477"/>
                  </a:cxn>
                  <a:cxn ang="0">
                    <a:pos x="209" y="3327"/>
                  </a:cxn>
                  <a:cxn ang="0">
                    <a:pos x="161" y="3171"/>
                  </a:cxn>
                  <a:cxn ang="0">
                    <a:pos x="126" y="3027"/>
                  </a:cxn>
                  <a:cxn ang="0">
                    <a:pos x="60" y="2739"/>
                  </a:cxn>
                  <a:cxn ang="0">
                    <a:pos x="24" y="2470"/>
                  </a:cxn>
                  <a:cxn ang="0">
                    <a:pos x="12" y="2206"/>
                  </a:cxn>
                  <a:cxn ang="0">
                    <a:pos x="18" y="1948"/>
                  </a:cxn>
                  <a:cxn ang="0">
                    <a:pos x="18" y="1948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</p:grpSp>
        <p:sp>
          <p:nvSpPr>
            <p:cNvPr id="7" name="Freeform 20">
              <a:extLst>
                <a:ext uri="{FF2B5EF4-FFF2-40B4-BE49-F238E27FC236}">
                  <a16:creationId xmlns:a16="http://schemas.microsoft.com/office/drawing/2014/main" id="{4DE0B0C2-67BE-10AD-2DD7-16D09AFA43C0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2901"/>
              <a:ext cx="606" cy="1415"/>
            </a:xfrm>
            <a:custGeom>
              <a:avLst/>
              <a:gdLst/>
              <a:ahLst/>
              <a:cxnLst>
                <a:cxn ang="0">
                  <a:pos x="0" y="54"/>
                </a:cxn>
                <a:cxn ang="0">
                  <a:pos x="42" y="228"/>
                </a:cxn>
                <a:cxn ang="0">
                  <a:pos x="96" y="402"/>
                </a:cxn>
                <a:cxn ang="0">
                  <a:pos x="161" y="576"/>
                </a:cxn>
                <a:cxn ang="0">
                  <a:pos x="227" y="744"/>
                </a:cxn>
                <a:cxn ang="0">
                  <a:pos x="305" y="917"/>
                </a:cxn>
                <a:cxn ang="0">
                  <a:pos x="389" y="1085"/>
                </a:cxn>
                <a:cxn ang="0">
                  <a:pos x="484" y="1253"/>
                </a:cxn>
                <a:cxn ang="0">
                  <a:pos x="586" y="1415"/>
                </a:cxn>
                <a:cxn ang="0">
                  <a:pos x="604" y="1415"/>
                </a:cxn>
                <a:cxn ang="0">
                  <a:pos x="496" y="1247"/>
                </a:cxn>
                <a:cxn ang="0">
                  <a:pos x="401" y="1073"/>
                </a:cxn>
                <a:cxn ang="0">
                  <a:pos x="311" y="899"/>
                </a:cxn>
                <a:cxn ang="0">
                  <a:pos x="233" y="720"/>
                </a:cxn>
                <a:cxn ang="0">
                  <a:pos x="161" y="546"/>
                </a:cxn>
                <a:cxn ang="0">
                  <a:pos x="102" y="366"/>
                </a:cxn>
                <a:cxn ang="0">
                  <a:pos x="48" y="180"/>
                </a:cxn>
                <a:cxn ang="0">
                  <a:pos x="0" y="0"/>
                </a:cxn>
                <a:cxn ang="0">
                  <a:pos x="0" y="54"/>
                </a:cxn>
                <a:cxn ang="0">
                  <a:pos x="0" y="54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 sz="1800"/>
            </a:p>
          </p:txBody>
        </p:sp>
        <p:sp>
          <p:nvSpPr>
            <p:cNvPr id="8" name="Freeform 21">
              <a:extLst>
                <a:ext uri="{FF2B5EF4-FFF2-40B4-BE49-F238E27FC236}">
                  <a16:creationId xmlns:a16="http://schemas.microsoft.com/office/drawing/2014/main" id="{19A6C60A-99B7-030A-D34D-A832D63F54B1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3890"/>
              <a:ext cx="228" cy="426"/>
            </a:xfrm>
            <a:custGeom>
              <a:avLst/>
              <a:gdLst/>
              <a:ahLst/>
              <a:cxnLst>
                <a:cxn ang="0">
                  <a:pos x="0" y="30"/>
                </a:cxn>
                <a:cxn ang="0">
                  <a:pos x="108" y="240"/>
                </a:cxn>
                <a:cxn ang="0">
                  <a:pos x="215" y="426"/>
                </a:cxn>
                <a:cxn ang="0">
                  <a:pos x="227" y="426"/>
                </a:cxn>
                <a:cxn ang="0">
                  <a:pos x="167" y="330"/>
                </a:cxn>
                <a:cxn ang="0">
                  <a:pos x="114" y="222"/>
                </a:cxn>
                <a:cxn ang="0">
                  <a:pos x="0" y="0"/>
                </a:cxn>
                <a:cxn ang="0">
                  <a:pos x="0" y="30"/>
                </a:cxn>
                <a:cxn ang="0">
                  <a:pos x="0" y="30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 sz="1800"/>
            </a:p>
          </p:txBody>
        </p:sp>
        <p:sp>
          <p:nvSpPr>
            <p:cNvPr id="9" name="Freeform 22">
              <a:extLst>
                <a:ext uri="{FF2B5EF4-FFF2-40B4-BE49-F238E27FC236}">
                  <a16:creationId xmlns:a16="http://schemas.microsoft.com/office/drawing/2014/main" id="{95B117EF-433E-1467-816D-7FA645E89292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776" y="0"/>
              <a:ext cx="984" cy="1786"/>
            </a:xfrm>
            <a:custGeom>
              <a:avLst/>
              <a:gdLst/>
              <a:ahLst/>
              <a:cxnLst>
                <a:cxn ang="0">
                  <a:pos x="981" y="1786"/>
                </a:cxn>
                <a:cxn ang="0">
                  <a:pos x="981" y="1720"/>
                </a:cxn>
                <a:cxn ang="0">
                  <a:pos x="969" y="1666"/>
                </a:cxn>
                <a:cxn ang="0">
                  <a:pos x="957" y="1613"/>
                </a:cxn>
                <a:cxn ang="0">
                  <a:pos x="921" y="1487"/>
                </a:cxn>
                <a:cxn ang="0">
                  <a:pos x="885" y="1361"/>
                </a:cxn>
                <a:cxn ang="0">
                  <a:pos x="796" y="1121"/>
                </a:cxn>
                <a:cxn ang="0">
                  <a:pos x="682" y="899"/>
                </a:cxn>
                <a:cxn ang="0">
                  <a:pos x="562" y="689"/>
                </a:cxn>
                <a:cxn ang="0">
                  <a:pos x="431" y="498"/>
                </a:cxn>
                <a:cxn ang="0">
                  <a:pos x="293" y="318"/>
                </a:cxn>
                <a:cxn ang="0">
                  <a:pos x="150" y="150"/>
                </a:cxn>
                <a:cxn ang="0">
                  <a:pos x="12" y="0"/>
                </a:cxn>
                <a:cxn ang="0">
                  <a:pos x="0" y="0"/>
                </a:cxn>
                <a:cxn ang="0">
                  <a:pos x="138" y="150"/>
                </a:cxn>
                <a:cxn ang="0">
                  <a:pos x="275" y="318"/>
                </a:cxn>
                <a:cxn ang="0">
                  <a:pos x="413" y="498"/>
                </a:cxn>
                <a:cxn ang="0">
                  <a:pos x="545" y="689"/>
                </a:cxn>
                <a:cxn ang="0">
                  <a:pos x="670" y="899"/>
                </a:cxn>
                <a:cxn ang="0">
                  <a:pos x="778" y="1121"/>
                </a:cxn>
                <a:cxn ang="0">
                  <a:pos x="873" y="1361"/>
                </a:cxn>
                <a:cxn ang="0">
                  <a:pos x="909" y="1487"/>
                </a:cxn>
                <a:cxn ang="0">
                  <a:pos x="945" y="1619"/>
                </a:cxn>
                <a:cxn ang="0">
                  <a:pos x="963" y="1702"/>
                </a:cxn>
                <a:cxn ang="0">
                  <a:pos x="981" y="1786"/>
                </a:cxn>
                <a:cxn ang="0">
                  <a:pos x="981" y="1786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 sz="1800"/>
            </a:p>
          </p:txBody>
        </p:sp>
        <p:sp>
          <p:nvSpPr>
            <p:cNvPr id="10" name="Freeform 23">
              <a:extLst>
                <a:ext uri="{FF2B5EF4-FFF2-40B4-BE49-F238E27FC236}">
                  <a16:creationId xmlns:a16="http://schemas.microsoft.com/office/drawing/2014/main" id="{50A55C9C-CBD6-EEE0-89F1-FD09EE2FC922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41" y="0"/>
              <a:ext cx="719" cy="845"/>
            </a:xfrm>
            <a:custGeom>
              <a:avLst/>
              <a:gdLst>
                <a:gd name="T0" fmla="*/ 1002 w 717"/>
                <a:gd name="T1" fmla="*/ 845 h 845"/>
                <a:gd name="T2" fmla="*/ 1002 w 717"/>
                <a:gd name="T3" fmla="*/ 821 h 845"/>
                <a:gd name="T4" fmla="*/ 824 w 717"/>
                <a:gd name="T5" fmla="*/ 605 h 845"/>
                <a:gd name="T6" fmla="*/ 531 w 717"/>
                <a:gd name="T7" fmla="*/ 396 h 845"/>
                <a:gd name="T8" fmla="*/ 346 w 717"/>
                <a:gd name="T9" fmla="*/ 192 h 845"/>
                <a:gd name="T10" fmla="*/ 17 w 717"/>
                <a:gd name="T11" fmla="*/ 0 h 845"/>
                <a:gd name="T12" fmla="*/ 0 w 717"/>
                <a:gd name="T13" fmla="*/ 0 h 845"/>
                <a:gd name="T14" fmla="*/ 334 w 717"/>
                <a:gd name="T15" fmla="*/ 198 h 845"/>
                <a:gd name="T16" fmla="*/ 525 w 717"/>
                <a:gd name="T17" fmla="*/ 408 h 845"/>
                <a:gd name="T18" fmla="*/ 818 w 717"/>
                <a:gd name="T19" fmla="*/ 623 h 845"/>
                <a:gd name="T20" fmla="*/ 1002 w 717"/>
                <a:gd name="T21" fmla="*/ 845 h 845"/>
                <a:gd name="T22" fmla="*/ 1002 w 717"/>
                <a:gd name="T23" fmla="*/ 845 h 84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Freeform 24">
              <a:extLst>
                <a:ext uri="{FF2B5EF4-FFF2-40B4-BE49-F238E27FC236}">
                  <a16:creationId xmlns:a16="http://schemas.microsoft.com/office/drawing/2014/main" id="{B5A7CE75-3B61-C132-D0BA-BA6EB44CE970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352" y="0"/>
              <a:ext cx="408" cy="414"/>
            </a:xfrm>
            <a:custGeom>
              <a:avLst/>
              <a:gdLst>
                <a:gd name="T0" fmla="*/ 532 w 407"/>
                <a:gd name="T1" fmla="*/ 414 h 414"/>
                <a:gd name="T2" fmla="*/ 532 w 407"/>
                <a:gd name="T3" fmla="*/ 396 h 414"/>
                <a:gd name="T4" fmla="*/ 347 w 407"/>
                <a:gd name="T5" fmla="*/ 192 h 414"/>
                <a:gd name="T6" fmla="*/ 12 w 407"/>
                <a:gd name="T7" fmla="*/ 0 h 414"/>
                <a:gd name="T8" fmla="*/ 0 w 407"/>
                <a:gd name="T9" fmla="*/ 0 h 414"/>
                <a:gd name="T10" fmla="*/ 108 w 407"/>
                <a:gd name="T11" fmla="*/ 102 h 414"/>
                <a:gd name="T12" fmla="*/ 341 w 407"/>
                <a:gd name="T13" fmla="*/ 204 h 414"/>
                <a:gd name="T14" fmla="*/ 532 w 407"/>
                <a:gd name="T15" fmla="*/ 414 h 414"/>
                <a:gd name="T16" fmla="*/ 532 w 407"/>
                <a:gd name="T17" fmla="*/ 414 h 41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Freeform 25">
              <a:extLst>
                <a:ext uri="{FF2B5EF4-FFF2-40B4-BE49-F238E27FC236}">
                  <a16:creationId xmlns:a16="http://schemas.microsoft.com/office/drawing/2014/main" id="{6176F196-812A-689F-A8DA-990B50DCEFA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858" cy="1409"/>
            </a:xfrm>
            <a:custGeom>
              <a:avLst/>
              <a:gdLst/>
              <a:ahLst/>
              <a:cxnLst>
                <a:cxn ang="0">
                  <a:pos x="0" y="1361"/>
                </a:cxn>
                <a:cxn ang="0">
                  <a:pos x="0" y="1409"/>
                </a:cxn>
                <a:cxn ang="0">
                  <a:pos x="54" y="1211"/>
                </a:cxn>
                <a:cxn ang="0">
                  <a:pos x="126" y="1013"/>
                </a:cxn>
                <a:cxn ang="0">
                  <a:pos x="215" y="827"/>
                </a:cxn>
                <a:cxn ang="0">
                  <a:pos x="311" y="647"/>
                </a:cxn>
                <a:cxn ang="0">
                  <a:pos x="431" y="474"/>
                </a:cxn>
                <a:cxn ang="0">
                  <a:pos x="556" y="312"/>
                </a:cxn>
                <a:cxn ang="0">
                  <a:pos x="700" y="150"/>
                </a:cxn>
                <a:cxn ang="0">
                  <a:pos x="855" y="0"/>
                </a:cxn>
                <a:cxn ang="0">
                  <a:pos x="837" y="0"/>
                </a:cxn>
                <a:cxn ang="0">
                  <a:pos x="688" y="144"/>
                </a:cxn>
                <a:cxn ang="0">
                  <a:pos x="550" y="300"/>
                </a:cxn>
                <a:cxn ang="0">
                  <a:pos x="425" y="462"/>
                </a:cxn>
                <a:cxn ang="0">
                  <a:pos x="311" y="629"/>
                </a:cxn>
                <a:cxn ang="0">
                  <a:pos x="215" y="803"/>
                </a:cxn>
                <a:cxn ang="0">
                  <a:pos x="132" y="983"/>
                </a:cxn>
                <a:cxn ang="0">
                  <a:pos x="60" y="1169"/>
                </a:cxn>
                <a:cxn ang="0">
                  <a:pos x="0" y="1361"/>
                </a:cxn>
                <a:cxn ang="0">
                  <a:pos x="0" y="1361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 sz="1800"/>
            </a:p>
          </p:txBody>
        </p:sp>
        <p:sp>
          <p:nvSpPr>
            <p:cNvPr id="13" name="Freeform 26">
              <a:extLst>
                <a:ext uri="{FF2B5EF4-FFF2-40B4-BE49-F238E27FC236}">
                  <a16:creationId xmlns:a16="http://schemas.microsoft.com/office/drawing/2014/main" id="{663661EE-E539-9CC6-FAF8-89702697286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588" cy="599"/>
            </a:xfrm>
            <a:custGeom>
              <a:avLst/>
              <a:gdLst>
                <a:gd name="T0" fmla="*/ 887 w 586"/>
                <a:gd name="T1" fmla="*/ 0 h 599"/>
                <a:gd name="T2" fmla="*/ 860 w 586"/>
                <a:gd name="T3" fmla="*/ 0 h 599"/>
                <a:gd name="T4" fmla="*/ 624 w 586"/>
                <a:gd name="T5" fmla="*/ 132 h 599"/>
                <a:gd name="T6" fmla="*/ 382 w 586"/>
                <a:gd name="T7" fmla="*/ 270 h 599"/>
                <a:gd name="T8" fmla="*/ 120 w 586"/>
                <a:gd name="T9" fmla="*/ 420 h 599"/>
                <a:gd name="T10" fmla="*/ 0 w 586"/>
                <a:gd name="T11" fmla="*/ 575 h 599"/>
                <a:gd name="T12" fmla="*/ 0 w 586"/>
                <a:gd name="T13" fmla="*/ 599 h 599"/>
                <a:gd name="T14" fmla="*/ 120 w 586"/>
                <a:gd name="T15" fmla="*/ 432 h 599"/>
                <a:gd name="T16" fmla="*/ 382 w 586"/>
                <a:gd name="T17" fmla="*/ 282 h 599"/>
                <a:gd name="T18" fmla="*/ 636 w 586"/>
                <a:gd name="T19" fmla="*/ 138 h 599"/>
                <a:gd name="T20" fmla="*/ 887 w 586"/>
                <a:gd name="T21" fmla="*/ 0 h 599"/>
                <a:gd name="T22" fmla="*/ 887 w 586"/>
                <a:gd name="T23" fmla="*/ 0 h 59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27">
              <a:extLst>
                <a:ext uri="{FF2B5EF4-FFF2-40B4-BE49-F238E27FC236}">
                  <a16:creationId xmlns:a16="http://schemas.microsoft.com/office/drawing/2014/main" id="{E2E3102D-D854-A695-0647-C01FB0CE4712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270" cy="252"/>
            </a:xfrm>
            <a:custGeom>
              <a:avLst/>
              <a:gdLst>
                <a:gd name="T0" fmla="*/ 394 w 269"/>
                <a:gd name="T1" fmla="*/ 0 h 252"/>
                <a:gd name="T2" fmla="*/ 376 w 269"/>
                <a:gd name="T3" fmla="*/ 0 h 252"/>
                <a:gd name="T4" fmla="*/ 120 w 269"/>
                <a:gd name="T5" fmla="*/ 114 h 252"/>
                <a:gd name="T6" fmla="*/ 60 w 269"/>
                <a:gd name="T7" fmla="*/ 174 h 252"/>
                <a:gd name="T8" fmla="*/ 0 w 269"/>
                <a:gd name="T9" fmla="*/ 234 h 252"/>
                <a:gd name="T10" fmla="*/ 0 w 269"/>
                <a:gd name="T11" fmla="*/ 252 h 252"/>
                <a:gd name="T12" fmla="*/ 126 w 269"/>
                <a:gd name="T13" fmla="*/ 120 h 252"/>
                <a:gd name="T14" fmla="*/ 394 w 269"/>
                <a:gd name="T15" fmla="*/ 0 h 252"/>
                <a:gd name="T16" fmla="*/ 394 w 269"/>
                <a:gd name="T17" fmla="*/ 0 h 25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Line 28">
              <a:extLst>
                <a:ext uri="{FF2B5EF4-FFF2-40B4-BE49-F238E27FC236}">
                  <a16:creationId xmlns:a16="http://schemas.microsoft.com/office/drawing/2014/main" id="{41256489-E764-0477-BF91-42E49603D53B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2749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29">
              <a:extLst>
                <a:ext uri="{FF2B5EF4-FFF2-40B4-BE49-F238E27FC236}">
                  <a16:creationId xmlns:a16="http://schemas.microsoft.com/office/drawing/2014/main" id="{E162EEB4-F6FA-54DD-2382-73A51A62F433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2356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30">
              <a:extLst>
                <a:ext uri="{FF2B5EF4-FFF2-40B4-BE49-F238E27FC236}">
                  <a16:creationId xmlns:a16="http://schemas.microsoft.com/office/drawing/2014/main" id="{3E7A6B19-A7E7-A39D-C960-528AB7DE109A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142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8" name="Group 31">
              <a:extLst>
                <a:ext uri="{FF2B5EF4-FFF2-40B4-BE49-F238E27FC236}">
                  <a16:creationId xmlns:a16="http://schemas.microsoft.com/office/drawing/2014/main" id="{B0EBA709-8FFB-C25A-1EBA-23A14A169D1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21" name="Line 32">
                <a:extLst>
                  <a:ext uri="{FF2B5EF4-FFF2-40B4-BE49-F238E27FC236}">
                    <a16:creationId xmlns:a16="http://schemas.microsoft.com/office/drawing/2014/main" id="{D9D6EDB6-548F-96FD-78DC-54C2F3542C22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784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" name="Line 33">
                <a:extLst>
                  <a:ext uri="{FF2B5EF4-FFF2-40B4-BE49-F238E27FC236}">
                    <a16:creationId xmlns:a16="http://schemas.microsoft.com/office/drawing/2014/main" id="{313B57BE-C6F6-1731-5A31-B3F6BEE0DC1A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963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" name="Line 34">
                <a:extLst>
                  <a:ext uri="{FF2B5EF4-FFF2-40B4-BE49-F238E27FC236}">
                    <a16:creationId xmlns:a16="http://schemas.microsoft.com/office/drawing/2014/main" id="{FA4A8C4B-D923-B928-F42F-06487A69F18A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570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" name="Line 35">
                <a:extLst>
                  <a:ext uri="{FF2B5EF4-FFF2-40B4-BE49-F238E27FC236}">
                    <a16:creationId xmlns:a16="http://schemas.microsoft.com/office/drawing/2014/main" id="{174B70AD-EE73-AE4A-01B2-83905F7EEA01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177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" name="Line 36">
                <a:extLst>
                  <a:ext uri="{FF2B5EF4-FFF2-40B4-BE49-F238E27FC236}">
                    <a16:creationId xmlns:a16="http://schemas.microsoft.com/office/drawing/2014/main" id="{DFF77F48-D006-176F-85F8-BFB1F3DCC625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392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9" name="Line 37">
              <a:extLst>
                <a:ext uri="{FF2B5EF4-FFF2-40B4-BE49-F238E27FC236}">
                  <a16:creationId xmlns:a16="http://schemas.microsoft.com/office/drawing/2014/main" id="{E283A8FD-DC70-F393-969E-8BB532A29961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928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38">
              <a:extLst>
                <a:ext uri="{FF2B5EF4-FFF2-40B4-BE49-F238E27FC236}">
                  <a16:creationId xmlns:a16="http://schemas.microsoft.com/office/drawing/2014/main" id="{5B82405D-79BB-8BED-DA4C-BE643839E663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535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265703" name="Rectangle 39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692275"/>
            <a:ext cx="7772400" cy="1736725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265704" name="Rectangle 40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39" name="Rectangle 41">
            <a:extLst>
              <a:ext uri="{FF2B5EF4-FFF2-40B4-BE49-F238E27FC236}">
                <a16:creationId xmlns:a16="http://schemas.microsoft.com/office/drawing/2014/main" id="{4743325F-0EDE-AB24-E691-8B3433DA8A0A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0" name="Rectangle 42">
            <a:extLst>
              <a:ext uri="{FF2B5EF4-FFF2-40B4-BE49-F238E27FC236}">
                <a16:creationId xmlns:a16="http://schemas.microsoft.com/office/drawing/2014/main" id="{DD36B9CB-AE24-93BC-C7C1-E17D4DD6C31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" name="Rectangle 43">
            <a:extLst>
              <a:ext uri="{FF2B5EF4-FFF2-40B4-BE49-F238E27FC236}">
                <a16:creationId xmlns:a16="http://schemas.microsoft.com/office/drawing/2014/main" id="{734D70D3-9A60-8A5F-58CD-D1AE1693F19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971930F-D02F-49C5-9F6A-B3CB340367C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315884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0">
            <a:extLst>
              <a:ext uri="{FF2B5EF4-FFF2-40B4-BE49-F238E27FC236}">
                <a16:creationId xmlns:a16="http://schemas.microsoft.com/office/drawing/2014/main" id="{ADD7EE56-2303-F138-E33B-D8DFFF43BA3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>
            <a:extLst>
              <a:ext uri="{FF2B5EF4-FFF2-40B4-BE49-F238E27FC236}">
                <a16:creationId xmlns:a16="http://schemas.microsoft.com/office/drawing/2014/main" id="{5A49A1BC-9E11-D22E-421B-A40B8EFC06B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>
            <a:extLst>
              <a:ext uri="{FF2B5EF4-FFF2-40B4-BE49-F238E27FC236}">
                <a16:creationId xmlns:a16="http://schemas.microsoft.com/office/drawing/2014/main" id="{55A86366-7396-77D8-A52B-E162ED470A6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F84689-64F7-4F47-BA72-3856D3EEE9A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53139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0">
            <a:extLst>
              <a:ext uri="{FF2B5EF4-FFF2-40B4-BE49-F238E27FC236}">
                <a16:creationId xmlns:a16="http://schemas.microsoft.com/office/drawing/2014/main" id="{A6E551B7-0809-F7FE-27F2-68EAD1778E3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>
            <a:extLst>
              <a:ext uri="{FF2B5EF4-FFF2-40B4-BE49-F238E27FC236}">
                <a16:creationId xmlns:a16="http://schemas.microsoft.com/office/drawing/2014/main" id="{85E13361-F073-80DC-FC2D-C81EFB7A1A7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>
            <a:extLst>
              <a:ext uri="{FF2B5EF4-FFF2-40B4-BE49-F238E27FC236}">
                <a16:creationId xmlns:a16="http://schemas.microsoft.com/office/drawing/2014/main" id="{7B2D7813-E9DA-0477-F710-728E2FFAD19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68BD50E-837D-4265-8FAD-0A75868153D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68774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60AAD0F8-C25A-0D34-D277-DF6E6AC89A3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>
            <a:extLst>
              <a:ext uri="{FF2B5EF4-FFF2-40B4-BE49-F238E27FC236}">
                <a16:creationId xmlns:a16="http://schemas.microsoft.com/office/drawing/2014/main" id="{CE08369B-7FBD-C649-C651-24E67CB4693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>
            <a:extLst>
              <a:ext uri="{FF2B5EF4-FFF2-40B4-BE49-F238E27FC236}">
                <a16:creationId xmlns:a16="http://schemas.microsoft.com/office/drawing/2014/main" id="{776D3277-CF31-F96B-14D6-953AF29762A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88B0BDB-BF88-492B-8AA1-519CECEA140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02518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0">
            <a:extLst>
              <a:ext uri="{FF2B5EF4-FFF2-40B4-BE49-F238E27FC236}">
                <a16:creationId xmlns:a16="http://schemas.microsoft.com/office/drawing/2014/main" id="{4E6FD0BE-0153-5BC6-8161-69759D74FD5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41">
            <a:extLst>
              <a:ext uri="{FF2B5EF4-FFF2-40B4-BE49-F238E27FC236}">
                <a16:creationId xmlns:a16="http://schemas.microsoft.com/office/drawing/2014/main" id="{E9D44F18-503F-704C-77BB-1AAE46B89D4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42">
            <a:extLst>
              <a:ext uri="{FF2B5EF4-FFF2-40B4-BE49-F238E27FC236}">
                <a16:creationId xmlns:a16="http://schemas.microsoft.com/office/drawing/2014/main" id="{EEB030C8-FD04-131A-7D66-38A034FD7C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A80C86A-AB3D-4639-8D7C-4CB45447F32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008769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0">
            <a:extLst>
              <a:ext uri="{FF2B5EF4-FFF2-40B4-BE49-F238E27FC236}">
                <a16:creationId xmlns:a16="http://schemas.microsoft.com/office/drawing/2014/main" id="{0DC10F97-39EF-9FF0-9AC3-4D44838D0DA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1">
            <a:extLst>
              <a:ext uri="{FF2B5EF4-FFF2-40B4-BE49-F238E27FC236}">
                <a16:creationId xmlns:a16="http://schemas.microsoft.com/office/drawing/2014/main" id="{677EE94E-3BA6-A33F-DECB-4064AD99726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2">
            <a:extLst>
              <a:ext uri="{FF2B5EF4-FFF2-40B4-BE49-F238E27FC236}">
                <a16:creationId xmlns:a16="http://schemas.microsoft.com/office/drawing/2014/main" id="{6A6C5CBD-445A-EB25-F93D-DBB17A274F0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5165D5F-F105-4E83-8D83-50864FDBD10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61968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0">
            <a:extLst>
              <a:ext uri="{FF2B5EF4-FFF2-40B4-BE49-F238E27FC236}">
                <a16:creationId xmlns:a16="http://schemas.microsoft.com/office/drawing/2014/main" id="{C99329CD-DF76-4D95-50A1-386074FFBD7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41">
            <a:extLst>
              <a:ext uri="{FF2B5EF4-FFF2-40B4-BE49-F238E27FC236}">
                <a16:creationId xmlns:a16="http://schemas.microsoft.com/office/drawing/2014/main" id="{26A018C6-9113-6049-019B-21A8A6466F7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2">
            <a:extLst>
              <a:ext uri="{FF2B5EF4-FFF2-40B4-BE49-F238E27FC236}">
                <a16:creationId xmlns:a16="http://schemas.microsoft.com/office/drawing/2014/main" id="{1575EE2D-FBD3-6328-2630-BB752765F2D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F3D984D-51DE-440B-AE73-A7F333CFF44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742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078FE16A-0E04-8BBF-0529-1128F813CA4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>
            <a:extLst>
              <a:ext uri="{FF2B5EF4-FFF2-40B4-BE49-F238E27FC236}">
                <a16:creationId xmlns:a16="http://schemas.microsoft.com/office/drawing/2014/main" id="{B72EACE4-2591-C5E6-97F3-6DA00FA197C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>
            <a:extLst>
              <a:ext uri="{FF2B5EF4-FFF2-40B4-BE49-F238E27FC236}">
                <a16:creationId xmlns:a16="http://schemas.microsoft.com/office/drawing/2014/main" id="{B43E4BD5-79DF-314D-7834-2F86099880E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7702526-D48E-4E0C-8C1B-D248D70389D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85164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A4D7989C-D12C-644B-9B3C-915B5D457C6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>
            <a:extLst>
              <a:ext uri="{FF2B5EF4-FFF2-40B4-BE49-F238E27FC236}">
                <a16:creationId xmlns:a16="http://schemas.microsoft.com/office/drawing/2014/main" id="{73CB110D-AD61-BD75-2D1B-DFE8953DA1E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>
            <a:extLst>
              <a:ext uri="{FF2B5EF4-FFF2-40B4-BE49-F238E27FC236}">
                <a16:creationId xmlns:a16="http://schemas.microsoft.com/office/drawing/2014/main" id="{2318C0F3-1BD1-69A6-2C3D-217B3470859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ADCF48F-9B66-4CB8-93E1-6E86134C487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973407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0">
            <a:extLst>
              <a:ext uri="{FF2B5EF4-FFF2-40B4-BE49-F238E27FC236}">
                <a16:creationId xmlns:a16="http://schemas.microsoft.com/office/drawing/2014/main" id="{20971828-134F-2384-1636-48B22149700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>
            <a:extLst>
              <a:ext uri="{FF2B5EF4-FFF2-40B4-BE49-F238E27FC236}">
                <a16:creationId xmlns:a16="http://schemas.microsoft.com/office/drawing/2014/main" id="{2C07144F-2EFE-5E63-C0BC-9ACF1DE5A66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>
            <a:extLst>
              <a:ext uri="{FF2B5EF4-FFF2-40B4-BE49-F238E27FC236}">
                <a16:creationId xmlns:a16="http://schemas.microsoft.com/office/drawing/2014/main" id="{DCE1FCB3-6A26-704D-0F59-D74D04947EC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8FDD026-43A1-41FD-907C-FA446171F93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92825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0">
            <a:extLst>
              <a:ext uri="{FF2B5EF4-FFF2-40B4-BE49-F238E27FC236}">
                <a16:creationId xmlns:a16="http://schemas.microsoft.com/office/drawing/2014/main" id="{0A9B66FC-BA7F-B5FA-FE9F-D6BB1B52133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>
            <a:extLst>
              <a:ext uri="{FF2B5EF4-FFF2-40B4-BE49-F238E27FC236}">
                <a16:creationId xmlns:a16="http://schemas.microsoft.com/office/drawing/2014/main" id="{8EAB1A9F-DA63-BEF3-30CB-DE63E342332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>
            <a:extLst>
              <a:ext uri="{FF2B5EF4-FFF2-40B4-BE49-F238E27FC236}">
                <a16:creationId xmlns:a16="http://schemas.microsoft.com/office/drawing/2014/main" id="{475A4F70-D923-8927-AF74-F681EC81CDC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7FACF52-FCF2-4FAE-91E0-839EF894F3E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81505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4D99"/>
            </a:gs>
            <a:gs pos="100000">
              <a:srgbClr val="00285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>
            <a:extLst>
              <a:ext uri="{FF2B5EF4-FFF2-40B4-BE49-F238E27FC236}">
                <a16:creationId xmlns:a16="http://schemas.microsoft.com/office/drawing/2014/main" id="{20502E5D-A50E-EC1E-BCD6-724D57815307}"/>
              </a:ext>
            </a:extLst>
          </p:cNvPr>
          <p:cNvGrpSpPr>
            <a:grpSpLocks/>
          </p:cNvGrpSpPr>
          <p:nvPr/>
        </p:nvGrpSpPr>
        <p:grpSpPr bwMode="auto">
          <a:xfrm>
            <a:off x="1588" y="0"/>
            <a:ext cx="9148762" cy="6851650"/>
            <a:chOff x="1" y="0"/>
            <a:chExt cx="5763" cy="4316"/>
          </a:xfrm>
        </p:grpSpPr>
        <p:sp>
          <p:nvSpPr>
            <p:cNvPr id="1264643" name="Freeform 3">
              <a:extLst>
                <a:ext uri="{FF2B5EF4-FFF2-40B4-BE49-F238E27FC236}">
                  <a16:creationId xmlns:a16="http://schemas.microsoft.com/office/drawing/2014/main" id="{BFA47F76-F08E-7ED4-1918-467589830FC5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45" y="2626"/>
              <a:ext cx="719" cy="1690"/>
            </a:xfrm>
            <a:custGeom>
              <a:avLst/>
              <a:gdLst/>
              <a:ahLst/>
              <a:cxnLst>
                <a:cxn ang="0">
                  <a:pos x="717" y="72"/>
                </a:cxn>
                <a:cxn ang="0">
                  <a:pos x="717" y="0"/>
                </a:cxn>
                <a:cxn ang="0">
                  <a:pos x="699" y="101"/>
                </a:cxn>
                <a:cxn ang="0">
                  <a:pos x="675" y="209"/>
                </a:cxn>
                <a:cxn ang="0">
                  <a:pos x="627" y="389"/>
                </a:cxn>
                <a:cxn ang="0">
                  <a:pos x="574" y="569"/>
                </a:cxn>
                <a:cxn ang="0">
                  <a:pos x="502" y="749"/>
                </a:cxn>
                <a:cxn ang="0">
                  <a:pos x="424" y="935"/>
                </a:cxn>
                <a:cxn ang="0">
                  <a:pos x="334" y="1121"/>
                </a:cxn>
                <a:cxn ang="0">
                  <a:pos x="233" y="1312"/>
                </a:cxn>
                <a:cxn ang="0">
                  <a:pos x="125" y="1498"/>
                </a:cxn>
                <a:cxn ang="0">
                  <a:pos x="0" y="1690"/>
                </a:cxn>
                <a:cxn ang="0">
                  <a:pos x="11" y="1690"/>
                </a:cxn>
                <a:cxn ang="0">
                  <a:pos x="137" y="1498"/>
                </a:cxn>
                <a:cxn ang="0">
                  <a:pos x="245" y="1312"/>
                </a:cxn>
                <a:cxn ang="0">
                  <a:pos x="346" y="1121"/>
                </a:cxn>
                <a:cxn ang="0">
                  <a:pos x="436" y="935"/>
                </a:cxn>
                <a:cxn ang="0">
                  <a:pos x="514" y="749"/>
                </a:cxn>
                <a:cxn ang="0">
                  <a:pos x="585" y="569"/>
                </a:cxn>
                <a:cxn ang="0">
                  <a:pos x="639" y="389"/>
                </a:cxn>
                <a:cxn ang="0">
                  <a:pos x="687" y="209"/>
                </a:cxn>
                <a:cxn ang="0">
                  <a:pos x="705" y="143"/>
                </a:cxn>
                <a:cxn ang="0">
                  <a:pos x="717" y="72"/>
                </a:cxn>
                <a:cxn ang="0">
                  <a:pos x="717" y="72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 sz="1800"/>
            </a:p>
          </p:txBody>
        </p:sp>
        <p:sp>
          <p:nvSpPr>
            <p:cNvPr id="1264644" name="Freeform 4">
              <a:extLst>
                <a:ext uri="{FF2B5EF4-FFF2-40B4-BE49-F238E27FC236}">
                  <a16:creationId xmlns:a16="http://schemas.microsoft.com/office/drawing/2014/main" id="{AA274C3A-0197-5776-9CF7-E6B359BCD343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386" y="3794"/>
              <a:ext cx="378" cy="522"/>
            </a:xfrm>
            <a:custGeom>
              <a:avLst/>
              <a:gdLst/>
              <a:ahLst/>
              <a:cxnLst>
                <a:cxn ang="0">
                  <a:pos x="377" y="0"/>
                </a:cxn>
                <a:cxn ang="0">
                  <a:pos x="293" y="132"/>
                </a:cxn>
                <a:cxn ang="0">
                  <a:pos x="204" y="264"/>
                </a:cxn>
                <a:cxn ang="0">
                  <a:pos x="102" y="396"/>
                </a:cxn>
                <a:cxn ang="0">
                  <a:pos x="0" y="522"/>
                </a:cxn>
                <a:cxn ang="0">
                  <a:pos x="12" y="522"/>
                </a:cxn>
                <a:cxn ang="0">
                  <a:pos x="114" y="402"/>
                </a:cxn>
                <a:cxn ang="0">
                  <a:pos x="204" y="282"/>
                </a:cxn>
                <a:cxn ang="0">
                  <a:pos x="377" y="24"/>
                </a:cxn>
                <a:cxn ang="0">
                  <a:pos x="377" y="0"/>
                </a:cxn>
                <a:cxn ang="0">
                  <a:pos x="377" y="0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 sz="1800"/>
            </a:p>
          </p:txBody>
        </p:sp>
        <p:sp>
          <p:nvSpPr>
            <p:cNvPr id="1264645" name="Freeform 5">
              <a:extLst>
                <a:ext uri="{FF2B5EF4-FFF2-40B4-BE49-F238E27FC236}">
                  <a16:creationId xmlns:a16="http://schemas.microsoft.com/office/drawing/2014/main" id="{259C3BC1-AA09-35E0-2198-02B6CBB2EE6A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680" y="4214"/>
              <a:ext cx="84" cy="102"/>
            </a:xfrm>
            <a:custGeom>
              <a:avLst/>
              <a:gdLst/>
              <a:ahLst/>
              <a:cxnLst>
                <a:cxn ang="0">
                  <a:pos x="0" y="102"/>
                </a:cxn>
                <a:cxn ang="0">
                  <a:pos x="18" y="102"/>
                </a:cxn>
                <a:cxn ang="0">
                  <a:pos x="48" y="60"/>
                </a:cxn>
                <a:cxn ang="0">
                  <a:pos x="84" y="24"/>
                </a:cxn>
                <a:cxn ang="0">
                  <a:pos x="84" y="0"/>
                </a:cxn>
                <a:cxn ang="0">
                  <a:pos x="42" y="54"/>
                </a:cxn>
                <a:cxn ang="0">
                  <a:pos x="0" y="102"/>
                </a:cxn>
                <a:cxn ang="0">
                  <a:pos x="0" y="102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 sz="1800"/>
            </a:p>
          </p:txBody>
        </p:sp>
        <p:grpSp>
          <p:nvGrpSpPr>
            <p:cNvPr id="1035" name="Group 6">
              <a:extLst>
                <a:ext uri="{FF2B5EF4-FFF2-40B4-BE49-F238E27FC236}">
                  <a16:creationId xmlns:a16="http://schemas.microsoft.com/office/drawing/2014/main" id="{C1485023-E9F7-5133-27ED-EDA7294A2E3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1264647" name="Freeform 7">
                <a:extLst>
                  <a:ext uri="{FF2B5EF4-FFF2-40B4-BE49-F238E27FC236}">
                    <a16:creationId xmlns:a16="http://schemas.microsoft.com/office/drawing/2014/main" id="{11ACB6C3-17DD-E688-77B0-3F594EF799FF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789" y="0"/>
                <a:ext cx="72" cy="431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0" y="4316"/>
                  </a:cxn>
                  <a:cxn ang="0">
                    <a:pos x="72" y="4316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1264648" name="Freeform 8">
                <a:extLst>
                  <a:ext uri="{FF2B5EF4-FFF2-40B4-BE49-F238E27FC236}">
                    <a16:creationId xmlns:a16="http://schemas.microsoft.com/office/drawing/2014/main" id="{F0ABBC0E-291A-4978-EB06-A8EC36F5A0FF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089" y="0"/>
                <a:ext cx="174" cy="4316"/>
              </a:xfrm>
              <a:custGeom>
                <a:avLst/>
                <a:gdLst/>
                <a:ahLst/>
                <a:cxnLst>
                  <a:cxn ang="0">
                    <a:pos x="24" y="0"/>
                  </a:cxn>
                  <a:cxn ang="0">
                    <a:pos x="12" y="0"/>
                  </a:cxn>
                  <a:cxn ang="0">
                    <a:pos x="42" y="216"/>
                  </a:cxn>
                  <a:cxn ang="0">
                    <a:pos x="72" y="444"/>
                  </a:cxn>
                  <a:cxn ang="0">
                    <a:pos x="96" y="689"/>
                  </a:cxn>
                  <a:cxn ang="0">
                    <a:pos x="120" y="947"/>
                  </a:cxn>
                  <a:cxn ang="0">
                    <a:pos x="132" y="1211"/>
                  </a:cxn>
                  <a:cxn ang="0">
                    <a:pos x="150" y="1487"/>
                  </a:cxn>
                  <a:cxn ang="0">
                    <a:pos x="156" y="1768"/>
                  </a:cxn>
                  <a:cxn ang="0">
                    <a:pos x="162" y="2062"/>
                  </a:cxn>
                  <a:cxn ang="0">
                    <a:pos x="156" y="2644"/>
                  </a:cxn>
                  <a:cxn ang="0">
                    <a:pos x="126" y="3225"/>
                  </a:cxn>
                  <a:cxn ang="0">
                    <a:pos x="108" y="3507"/>
                  </a:cxn>
                  <a:cxn ang="0">
                    <a:pos x="78" y="3788"/>
                  </a:cxn>
                  <a:cxn ang="0">
                    <a:pos x="42" y="4058"/>
                  </a:cxn>
                  <a:cxn ang="0">
                    <a:pos x="0" y="4316"/>
                  </a:cxn>
                  <a:cxn ang="0">
                    <a:pos x="12" y="4316"/>
                  </a:cxn>
                  <a:cxn ang="0">
                    <a:pos x="54" y="4058"/>
                  </a:cxn>
                  <a:cxn ang="0">
                    <a:pos x="90" y="3782"/>
                  </a:cxn>
                  <a:cxn ang="0">
                    <a:pos x="120" y="3507"/>
                  </a:cxn>
                  <a:cxn ang="0">
                    <a:pos x="138" y="3219"/>
                  </a:cxn>
                  <a:cxn ang="0">
                    <a:pos x="168" y="2638"/>
                  </a:cxn>
                  <a:cxn ang="0">
                    <a:pos x="174" y="2056"/>
                  </a:cxn>
                  <a:cxn ang="0">
                    <a:pos x="168" y="1768"/>
                  </a:cxn>
                  <a:cxn ang="0">
                    <a:pos x="162" y="1487"/>
                  </a:cxn>
                  <a:cxn ang="0">
                    <a:pos x="144" y="1211"/>
                  </a:cxn>
                  <a:cxn ang="0">
                    <a:pos x="132" y="941"/>
                  </a:cxn>
                  <a:cxn ang="0">
                    <a:pos x="108" y="689"/>
                  </a:cxn>
                  <a:cxn ang="0">
                    <a:pos x="84" y="444"/>
                  </a:cxn>
                  <a:cxn ang="0">
                    <a:pos x="54" y="216"/>
                  </a:cxn>
                  <a:cxn ang="0">
                    <a:pos x="24" y="0"/>
                  </a:cxn>
                  <a:cxn ang="0">
                    <a:pos x="24" y="0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1264649" name="Freeform 9">
                <a:extLst>
                  <a:ext uri="{FF2B5EF4-FFF2-40B4-BE49-F238E27FC236}">
                    <a16:creationId xmlns:a16="http://schemas.microsoft.com/office/drawing/2014/main" id="{5429C5B9-C7C6-5B21-ABB3-D0288BE811A7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358" y="0"/>
                <a:ext cx="337" cy="4316"/>
              </a:xfrm>
              <a:custGeom>
                <a:avLst/>
                <a:gdLst/>
                <a:ahLst/>
                <a:cxnLst>
                  <a:cxn ang="0">
                    <a:pos x="329" y="2014"/>
                  </a:cxn>
                  <a:cxn ang="0">
                    <a:pos x="317" y="1726"/>
                  </a:cxn>
                  <a:cxn ang="0">
                    <a:pos x="293" y="1445"/>
                  </a:cxn>
                  <a:cxn ang="0">
                    <a:pos x="263" y="1175"/>
                  </a:cxn>
                  <a:cxn ang="0">
                    <a:pos x="228" y="917"/>
                  </a:cxn>
                  <a:cxn ang="0">
                    <a:pos x="186" y="665"/>
                  </a:cxn>
                  <a:cxn ang="0">
                    <a:pos x="132" y="432"/>
                  </a:cxn>
                  <a:cxn ang="0">
                    <a:pos x="78" y="204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66" y="204"/>
                  </a:cxn>
                  <a:cxn ang="0">
                    <a:pos x="120" y="432"/>
                  </a:cxn>
                  <a:cxn ang="0">
                    <a:pos x="174" y="665"/>
                  </a:cxn>
                  <a:cxn ang="0">
                    <a:pos x="216" y="917"/>
                  </a:cxn>
                  <a:cxn ang="0">
                    <a:pos x="251" y="1175"/>
                  </a:cxn>
                  <a:cxn ang="0">
                    <a:pos x="281" y="1445"/>
                  </a:cxn>
                  <a:cxn ang="0">
                    <a:pos x="305" y="1726"/>
                  </a:cxn>
                  <a:cxn ang="0">
                    <a:pos x="317" y="2014"/>
                  </a:cxn>
                  <a:cxn ang="0">
                    <a:pos x="323" y="2314"/>
                  </a:cxn>
                  <a:cxn ang="0">
                    <a:pos x="317" y="2608"/>
                  </a:cxn>
                  <a:cxn ang="0">
                    <a:pos x="305" y="2907"/>
                  </a:cxn>
                  <a:cxn ang="0">
                    <a:pos x="281" y="3201"/>
                  </a:cxn>
                  <a:cxn ang="0">
                    <a:pos x="257" y="3489"/>
                  </a:cxn>
                  <a:cxn ang="0">
                    <a:pos x="216" y="3777"/>
                  </a:cxn>
                  <a:cxn ang="0">
                    <a:pos x="174" y="4052"/>
                  </a:cxn>
                  <a:cxn ang="0">
                    <a:pos x="120" y="4316"/>
                  </a:cxn>
                  <a:cxn ang="0">
                    <a:pos x="132" y="4316"/>
                  </a:cxn>
                  <a:cxn ang="0">
                    <a:pos x="186" y="4052"/>
                  </a:cxn>
                  <a:cxn ang="0">
                    <a:pos x="228" y="3777"/>
                  </a:cxn>
                  <a:cxn ang="0">
                    <a:pos x="269" y="3489"/>
                  </a:cxn>
                  <a:cxn ang="0">
                    <a:pos x="293" y="3201"/>
                  </a:cxn>
                  <a:cxn ang="0">
                    <a:pos x="317" y="2907"/>
                  </a:cxn>
                  <a:cxn ang="0">
                    <a:pos x="329" y="2608"/>
                  </a:cxn>
                  <a:cxn ang="0">
                    <a:pos x="335" y="2314"/>
                  </a:cxn>
                  <a:cxn ang="0">
                    <a:pos x="329" y="2014"/>
                  </a:cxn>
                  <a:cxn ang="0">
                    <a:pos x="329" y="2014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1264650" name="Freeform 10">
                <a:extLst>
                  <a:ext uri="{FF2B5EF4-FFF2-40B4-BE49-F238E27FC236}">
                    <a16:creationId xmlns:a16="http://schemas.microsoft.com/office/drawing/2014/main" id="{7160DAE8-527B-277D-7067-DBF120A8BC45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676" y="0"/>
                <a:ext cx="427" cy="4316"/>
              </a:xfrm>
              <a:custGeom>
                <a:avLst/>
                <a:gdLst/>
                <a:ahLst/>
                <a:cxnLst>
                  <a:cxn ang="0">
                    <a:pos x="413" y="1924"/>
                  </a:cxn>
                  <a:cxn ang="0">
                    <a:pos x="395" y="1690"/>
                  </a:cxn>
                  <a:cxn ang="0">
                    <a:pos x="365" y="1457"/>
                  </a:cxn>
                  <a:cxn ang="0">
                    <a:pos x="329" y="1229"/>
                  </a:cxn>
                  <a:cxn ang="0">
                    <a:pos x="281" y="1001"/>
                  </a:cxn>
                  <a:cxn ang="0">
                    <a:pos x="227" y="761"/>
                  </a:cxn>
                  <a:cxn ang="0">
                    <a:pos x="162" y="522"/>
                  </a:cxn>
                  <a:cxn ang="0">
                    <a:pos x="90" y="270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84" y="270"/>
                  </a:cxn>
                  <a:cxn ang="0">
                    <a:pos x="156" y="522"/>
                  </a:cxn>
                  <a:cxn ang="0">
                    <a:pos x="216" y="767"/>
                  </a:cxn>
                  <a:cxn ang="0">
                    <a:pos x="275" y="1001"/>
                  </a:cxn>
                  <a:cxn ang="0">
                    <a:pos x="317" y="1235"/>
                  </a:cxn>
                  <a:cxn ang="0">
                    <a:pos x="353" y="1463"/>
                  </a:cxn>
                  <a:cxn ang="0">
                    <a:pos x="383" y="1690"/>
                  </a:cxn>
                  <a:cxn ang="0">
                    <a:pos x="401" y="1924"/>
                  </a:cxn>
                  <a:cxn ang="0">
                    <a:pos x="413" y="2188"/>
                  </a:cxn>
                  <a:cxn ang="0">
                    <a:pos x="407" y="2458"/>
                  </a:cxn>
                  <a:cxn ang="0">
                    <a:pos x="395" y="2733"/>
                  </a:cxn>
                  <a:cxn ang="0">
                    <a:pos x="365" y="3021"/>
                  </a:cxn>
                  <a:cxn ang="0">
                    <a:pos x="329" y="3321"/>
                  </a:cxn>
                  <a:cxn ang="0">
                    <a:pos x="275" y="3639"/>
                  </a:cxn>
                  <a:cxn ang="0">
                    <a:pos x="204" y="3968"/>
                  </a:cxn>
                  <a:cxn ang="0">
                    <a:pos x="126" y="4316"/>
                  </a:cxn>
                  <a:cxn ang="0">
                    <a:pos x="138" y="4316"/>
                  </a:cxn>
                  <a:cxn ang="0">
                    <a:pos x="216" y="3968"/>
                  </a:cxn>
                  <a:cxn ang="0">
                    <a:pos x="287" y="3639"/>
                  </a:cxn>
                  <a:cxn ang="0">
                    <a:pos x="341" y="3321"/>
                  </a:cxn>
                  <a:cxn ang="0">
                    <a:pos x="377" y="3021"/>
                  </a:cxn>
                  <a:cxn ang="0">
                    <a:pos x="407" y="2733"/>
                  </a:cxn>
                  <a:cxn ang="0">
                    <a:pos x="419" y="2458"/>
                  </a:cxn>
                  <a:cxn ang="0">
                    <a:pos x="425" y="2188"/>
                  </a:cxn>
                  <a:cxn ang="0">
                    <a:pos x="413" y="1924"/>
                  </a:cxn>
                  <a:cxn ang="0">
                    <a:pos x="413" y="1924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1264651" name="Freeform 11">
                <a:extLst>
                  <a:ext uri="{FF2B5EF4-FFF2-40B4-BE49-F238E27FC236}">
                    <a16:creationId xmlns:a16="http://schemas.microsoft.com/office/drawing/2014/main" id="{4679296E-1691-FE7A-8A1A-4E52E00C6914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946" y="0"/>
                <a:ext cx="558" cy="4316"/>
              </a:xfrm>
              <a:custGeom>
                <a:avLst/>
                <a:gdLst/>
                <a:ahLst/>
                <a:cxnLst>
                  <a:cxn ang="0">
                    <a:pos x="556" y="2020"/>
                  </a:cxn>
                  <a:cxn ang="0">
                    <a:pos x="538" y="1732"/>
                  </a:cxn>
                  <a:cxn ang="0">
                    <a:pos x="503" y="1445"/>
                  </a:cxn>
                  <a:cxn ang="0">
                    <a:pos x="455" y="1175"/>
                  </a:cxn>
                  <a:cxn ang="0">
                    <a:pos x="395" y="911"/>
                  </a:cxn>
                  <a:cxn ang="0">
                    <a:pos x="317" y="659"/>
                  </a:cxn>
                  <a:cxn ang="0">
                    <a:pos x="228" y="426"/>
                  </a:cxn>
                  <a:cxn ang="0">
                    <a:pos x="126" y="204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14" y="204"/>
                  </a:cxn>
                  <a:cxn ang="0">
                    <a:pos x="216" y="426"/>
                  </a:cxn>
                  <a:cxn ang="0">
                    <a:pos x="305" y="659"/>
                  </a:cxn>
                  <a:cxn ang="0">
                    <a:pos x="383" y="911"/>
                  </a:cxn>
                  <a:cxn ang="0">
                    <a:pos x="443" y="1175"/>
                  </a:cxn>
                  <a:cxn ang="0">
                    <a:pos x="491" y="1445"/>
                  </a:cxn>
                  <a:cxn ang="0">
                    <a:pos x="526" y="1732"/>
                  </a:cxn>
                  <a:cxn ang="0">
                    <a:pos x="544" y="2020"/>
                  </a:cxn>
                  <a:cxn ang="0">
                    <a:pos x="544" y="2326"/>
                  </a:cxn>
                  <a:cxn ang="0">
                    <a:pos x="532" y="2632"/>
                  </a:cxn>
                  <a:cxn ang="0">
                    <a:pos x="503" y="2931"/>
                  </a:cxn>
                  <a:cxn ang="0">
                    <a:pos x="455" y="3225"/>
                  </a:cxn>
                  <a:cxn ang="0">
                    <a:pos x="389" y="3513"/>
                  </a:cxn>
                  <a:cxn ang="0">
                    <a:pos x="311" y="3788"/>
                  </a:cxn>
                  <a:cxn ang="0">
                    <a:pos x="216" y="4058"/>
                  </a:cxn>
                  <a:cxn ang="0">
                    <a:pos x="102" y="4316"/>
                  </a:cxn>
                  <a:cxn ang="0">
                    <a:pos x="114" y="4316"/>
                  </a:cxn>
                  <a:cxn ang="0">
                    <a:pos x="228" y="4058"/>
                  </a:cxn>
                  <a:cxn ang="0">
                    <a:pos x="323" y="3788"/>
                  </a:cxn>
                  <a:cxn ang="0">
                    <a:pos x="401" y="3513"/>
                  </a:cxn>
                  <a:cxn ang="0">
                    <a:pos x="467" y="3225"/>
                  </a:cxn>
                  <a:cxn ang="0">
                    <a:pos x="515" y="2931"/>
                  </a:cxn>
                  <a:cxn ang="0">
                    <a:pos x="544" y="2632"/>
                  </a:cxn>
                  <a:cxn ang="0">
                    <a:pos x="556" y="2326"/>
                  </a:cxn>
                  <a:cxn ang="0">
                    <a:pos x="556" y="2020"/>
                  </a:cxn>
                  <a:cxn ang="0">
                    <a:pos x="556" y="2020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1264652" name="Freeform 12">
                <a:extLst>
                  <a:ext uri="{FF2B5EF4-FFF2-40B4-BE49-F238E27FC236}">
                    <a16:creationId xmlns:a16="http://schemas.microsoft.com/office/drawing/2014/main" id="{14DE3F50-EBAC-D282-A363-A1ADF0DA8460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246" y="0"/>
                <a:ext cx="690" cy="4316"/>
              </a:xfrm>
              <a:custGeom>
                <a:avLst/>
                <a:gdLst/>
                <a:ahLst/>
                <a:cxnLst>
                  <a:cxn ang="0">
                    <a:pos x="688" y="2086"/>
                  </a:cxn>
                  <a:cxn ang="0">
                    <a:pos x="670" y="1810"/>
                  </a:cxn>
                  <a:cxn ang="0">
                    <a:pos x="634" y="1541"/>
                  </a:cxn>
                  <a:cxn ang="0">
                    <a:pos x="574" y="1271"/>
                  </a:cxn>
                  <a:cxn ang="0">
                    <a:pos x="497" y="1007"/>
                  </a:cxn>
                  <a:cxn ang="0">
                    <a:pos x="401" y="749"/>
                  </a:cxn>
                  <a:cxn ang="0">
                    <a:pos x="293" y="492"/>
                  </a:cxn>
                  <a:cxn ang="0">
                    <a:pos x="162" y="240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50" y="240"/>
                  </a:cxn>
                  <a:cxn ang="0">
                    <a:pos x="281" y="492"/>
                  </a:cxn>
                  <a:cxn ang="0">
                    <a:pos x="389" y="749"/>
                  </a:cxn>
                  <a:cxn ang="0">
                    <a:pos x="485" y="1007"/>
                  </a:cxn>
                  <a:cxn ang="0">
                    <a:pos x="562" y="1271"/>
                  </a:cxn>
                  <a:cxn ang="0">
                    <a:pos x="622" y="1541"/>
                  </a:cxn>
                  <a:cxn ang="0">
                    <a:pos x="658" y="1810"/>
                  </a:cxn>
                  <a:cxn ang="0">
                    <a:pos x="676" y="2086"/>
                  </a:cxn>
                  <a:cxn ang="0">
                    <a:pos x="676" y="2368"/>
                  </a:cxn>
                  <a:cxn ang="0">
                    <a:pos x="658" y="2650"/>
                  </a:cxn>
                  <a:cxn ang="0">
                    <a:pos x="616" y="2931"/>
                  </a:cxn>
                  <a:cxn ang="0">
                    <a:pos x="556" y="3213"/>
                  </a:cxn>
                  <a:cxn ang="0">
                    <a:pos x="473" y="3495"/>
                  </a:cxn>
                  <a:cxn ang="0">
                    <a:pos x="371" y="3777"/>
                  </a:cxn>
                  <a:cxn ang="0">
                    <a:pos x="251" y="4046"/>
                  </a:cxn>
                  <a:cxn ang="0">
                    <a:pos x="114" y="4316"/>
                  </a:cxn>
                  <a:cxn ang="0">
                    <a:pos x="126" y="4316"/>
                  </a:cxn>
                  <a:cxn ang="0">
                    <a:pos x="263" y="4046"/>
                  </a:cxn>
                  <a:cxn ang="0">
                    <a:pos x="383" y="3777"/>
                  </a:cxn>
                  <a:cxn ang="0">
                    <a:pos x="485" y="3495"/>
                  </a:cxn>
                  <a:cxn ang="0">
                    <a:pos x="568" y="3219"/>
                  </a:cxn>
                  <a:cxn ang="0">
                    <a:pos x="628" y="2937"/>
                  </a:cxn>
                  <a:cxn ang="0">
                    <a:pos x="670" y="2656"/>
                  </a:cxn>
                  <a:cxn ang="0">
                    <a:pos x="688" y="2368"/>
                  </a:cxn>
                  <a:cxn ang="0">
                    <a:pos x="688" y="2086"/>
                  </a:cxn>
                  <a:cxn ang="0">
                    <a:pos x="688" y="2086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1264653" name="Freeform 13">
                <a:extLst>
                  <a:ext uri="{FF2B5EF4-FFF2-40B4-BE49-F238E27FC236}">
                    <a16:creationId xmlns:a16="http://schemas.microsoft.com/office/drawing/2014/main" id="{3A93022E-A79E-8402-7DFE-5E430CB01A01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522" y="0"/>
                <a:ext cx="864" cy="4316"/>
              </a:xfrm>
              <a:custGeom>
                <a:avLst/>
                <a:gdLst/>
                <a:ahLst/>
                <a:cxnLst>
                  <a:cxn ang="0">
                    <a:pos x="855" y="2128"/>
                  </a:cxn>
                  <a:cxn ang="0">
                    <a:pos x="831" y="1834"/>
                  </a:cxn>
                  <a:cxn ang="0">
                    <a:pos x="808" y="1684"/>
                  </a:cxn>
                  <a:cxn ang="0">
                    <a:pos x="784" y="1541"/>
                  </a:cxn>
                  <a:cxn ang="0">
                    <a:pos x="748" y="1397"/>
                  </a:cxn>
                  <a:cxn ang="0">
                    <a:pos x="712" y="1253"/>
                  </a:cxn>
                  <a:cxn ang="0">
                    <a:pos x="664" y="1115"/>
                  </a:cxn>
                  <a:cxn ang="0">
                    <a:pos x="610" y="977"/>
                  </a:cxn>
                  <a:cxn ang="0">
                    <a:pos x="491" y="719"/>
                  </a:cxn>
                  <a:cxn ang="0">
                    <a:pos x="353" y="468"/>
                  </a:cxn>
                  <a:cxn ang="0">
                    <a:pos x="192" y="228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80" y="228"/>
                  </a:cxn>
                  <a:cxn ang="0">
                    <a:pos x="341" y="468"/>
                  </a:cxn>
                  <a:cxn ang="0">
                    <a:pos x="479" y="719"/>
                  </a:cxn>
                  <a:cxn ang="0">
                    <a:pos x="598" y="983"/>
                  </a:cxn>
                  <a:cxn ang="0">
                    <a:pos x="652" y="1121"/>
                  </a:cxn>
                  <a:cxn ang="0">
                    <a:pos x="700" y="1259"/>
                  </a:cxn>
                  <a:cxn ang="0">
                    <a:pos x="736" y="1403"/>
                  </a:cxn>
                  <a:cxn ang="0">
                    <a:pos x="772" y="1547"/>
                  </a:cxn>
                  <a:cxn ang="0">
                    <a:pos x="802" y="1690"/>
                  </a:cxn>
                  <a:cxn ang="0">
                    <a:pos x="819" y="1834"/>
                  </a:cxn>
                  <a:cxn ang="0">
                    <a:pos x="837" y="1984"/>
                  </a:cxn>
                  <a:cxn ang="0">
                    <a:pos x="843" y="2128"/>
                  </a:cxn>
                  <a:cxn ang="0">
                    <a:pos x="849" y="2278"/>
                  </a:cxn>
                  <a:cxn ang="0">
                    <a:pos x="843" y="2428"/>
                  </a:cxn>
                  <a:cxn ang="0">
                    <a:pos x="831" y="2572"/>
                  </a:cxn>
                  <a:cxn ang="0">
                    <a:pos x="819" y="2721"/>
                  </a:cxn>
                  <a:cxn ang="0">
                    <a:pos x="796" y="2865"/>
                  </a:cxn>
                  <a:cxn ang="0">
                    <a:pos x="766" y="3015"/>
                  </a:cxn>
                  <a:cxn ang="0">
                    <a:pos x="724" y="3159"/>
                  </a:cxn>
                  <a:cxn ang="0">
                    <a:pos x="682" y="3303"/>
                  </a:cxn>
                  <a:cxn ang="0">
                    <a:pos x="586" y="3567"/>
                  </a:cxn>
                  <a:cxn ang="0">
                    <a:pos x="473" y="3824"/>
                  </a:cxn>
                  <a:cxn ang="0">
                    <a:pos x="335" y="4076"/>
                  </a:cxn>
                  <a:cxn ang="0">
                    <a:pos x="180" y="4316"/>
                  </a:cxn>
                  <a:cxn ang="0">
                    <a:pos x="192" y="4316"/>
                  </a:cxn>
                  <a:cxn ang="0">
                    <a:pos x="347" y="4076"/>
                  </a:cxn>
                  <a:cxn ang="0">
                    <a:pos x="485" y="3824"/>
                  </a:cxn>
                  <a:cxn ang="0">
                    <a:pos x="598" y="3573"/>
                  </a:cxn>
                  <a:cxn ang="0">
                    <a:pos x="694" y="3309"/>
                  </a:cxn>
                  <a:cxn ang="0">
                    <a:pos x="736" y="3165"/>
                  </a:cxn>
                  <a:cxn ang="0">
                    <a:pos x="778" y="3021"/>
                  </a:cxn>
                  <a:cxn ang="0">
                    <a:pos x="808" y="2871"/>
                  </a:cxn>
                  <a:cxn ang="0">
                    <a:pos x="831" y="2727"/>
                  </a:cxn>
                  <a:cxn ang="0">
                    <a:pos x="843" y="2578"/>
                  </a:cxn>
                  <a:cxn ang="0">
                    <a:pos x="855" y="2428"/>
                  </a:cxn>
                  <a:cxn ang="0">
                    <a:pos x="861" y="2278"/>
                  </a:cxn>
                  <a:cxn ang="0">
                    <a:pos x="855" y="2128"/>
                  </a:cxn>
                  <a:cxn ang="0">
                    <a:pos x="855" y="2128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1264654" name="Freeform 14">
                <a:extLst>
                  <a:ext uri="{FF2B5EF4-FFF2-40B4-BE49-F238E27FC236}">
                    <a16:creationId xmlns:a16="http://schemas.microsoft.com/office/drawing/2014/main" id="{EFBDD665-3F5C-4851-90F2-22C933001AA3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399" y="0"/>
                <a:ext cx="150" cy="4316"/>
              </a:xfrm>
              <a:custGeom>
                <a:avLst/>
                <a:gdLst/>
                <a:ahLst/>
                <a:cxnLst>
                  <a:cxn ang="0">
                    <a:pos x="18" y="1942"/>
                  </a:cxn>
                  <a:cxn ang="0">
                    <a:pos x="30" y="1630"/>
                  </a:cxn>
                  <a:cxn ang="0">
                    <a:pos x="42" y="1331"/>
                  </a:cxn>
                  <a:cxn ang="0">
                    <a:pos x="59" y="1055"/>
                  </a:cxn>
                  <a:cxn ang="0">
                    <a:pos x="77" y="791"/>
                  </a:cxn>
                  <a:cxn ang="0">
                    <a:pos x="83" y="671"/>
                  </a:cxn>
                  <a:cxn ang="0">
                    <a:pos x="95" y="557"/>
                  </a:cxn>
                  <a:cxn ang="0">
                    <a:pos x="107" y="444"/>
                  </a:cxn>
                  <a:cxn ang="0">
                    <a:pos x="113" y="342"/>
                  </a:cxn>
                  <a:cxn ang="0">
                    <a:pos x="125" y="246"/>
                  </a:cxn>
                  <a:cxn ang="0">
                    <a:pos x="131" y="156"/>
                  </a:cxn>
                  <a:cxn ang="0">
                    <a:pos x="143" y="72"/>
                  </a:cxn>
                  <a:cxn ang="0">
                    <a:pos x="149" y="0"/>
                  </a:cxn>
                  <a:cxn ang="0">
                    <a:pos x="137" y="0"/>
                  </a:cxn>
                  <a:cxn ang="0">
                    <a:pos x="131" y="72"/>
                  </a:cxn>
                  <a:cxn ang="0">
                    <a:pos x="119" y="156"/>
                  </a:cxn>
                  <a:cxn ang="0">
                    <a:pos x="113" y="246"/>
                  </a:cxn>
                  <a:cxn ang="0">
                    <a:pos x="101" y="342"/>
                  </a:cxn>
                  <a:cxn ang="0">
                    <a:pos x="95" y="444"/>
                  </a:cxn>
                  <a:cxn ang="0">
                    <a:pos x="83" y="557"/>
                  </a:cxn>
                  <a:cxn ang="0">
                    <a:pos x="71" y="671"/>
                  </a:cxn>
                  <a:cxn ang="0">
                    <a:pos x="65" y="791"/>
                  </a:cxn>
                  <a:cxn ang="0">
                    <a:pos x="48" y="1055"/>
                  </a:cxn>
                  <a:cxn ang="0">
                    <a:pos x="30" y="1331"/>
                  </a:cxn>
                  <a:cxn ang="0">
                    <a:pos x="18" y="1630"/>
                  </a:cxn>
                  <a:cxn ang="0">
                    <a:pos x="6" y="1942"/>
                  </a:cxn>
                  <a:cxn ang="0">
                    <a:pos x="0" y="2278"/>
                  </a:cxn>
                  <a:cxn ang="0">
                    <a:pos x="6" y="2602"/>
                  </a:cxn>
                  <a:cxn ang="0">
                    <a:pos x="12" y="2919"/>
                  </a:cxn>
                  <a:cxn ang="0">
                    <a:pos x="24" y="3219"/>
                  </a:cxn>
                  <a:cxn ang="0">
                    <a:pos x="36" y="3513"/>
                  </a:cxn>
                  <a:cxn ang="0">
                    <a:pos x="59" y="3794"/>
                  </a:cxn>
                  <a:cxn ang="0">
                    <a:pos x="89" y="4058"/>
                  </a:cxn>
                  <a:cxn ang="0">
                    <a:pos x="125" y="4316"/>
                  </a:cxn>
                  <a:cxn ang="0">
                    <a:pos x="137" y="4316"/>
                  </a:cxn>
                  <a:cxn ang="0">
                    <a:pos x="101" y="4058"/>
                  </a:cxn>
                  <a:cxn ang="0">
                    <a:pos x="71" y="3794"/>
                  </a:cxn>
                  <a:cxn ang="0">
                    <a:pos x="48" y="3513"/>
                  </a:cxn>
                  <a:cxn ang="0">
                    <a:pos x="36" y="3225"/>
                  </a:cxn>
                  <a:cxn ang="0">
                    <a:pos x="24" y="2919"/>
                  </a:cxn>
                  <a:cxn ang="0">
                    <a:pos x="18" y="2608"/>
                  </a:cxn>
                  <a:cxn ang="0">
                    <a:pos x="12" y="2278"/>
                  </a:cxn>
                  <a:cxn ang="0">
                    <a:pos x="18" y="1942"/>
                  </a:cxn>
                  <a:cxn ang="0">
                    <a:pos x="18" y="1942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1264655" name="Freeform 15">
                <a:extLst>
                  <a:ext uri="{FF2B5EF4-FFF2-40B4-BE49-F238E27FC236}">
                    <a16:creationId xmlns:a16="http://schemas.microsoft.com/office/drawing/2014/main" id="{4F91620F-ECF7-69EA-9537-BC6A3DD83CB4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967" y="0"/>
                <a:ext cx="300" cy="4316"/>
              </a:xfrm>
              <a:custGeom>
                <a:avLst/>
                <a:gdLst/>
                <a:ahLst/>
                <a:cxnLst>
                  <a:cxn ang="0">
                    <a:pos x="18" y="2062"/>
                  </a:cxn>
                  <a:cxn ang="0">
                    <a:pos x="30" y="1750"/>
                  </a:cxn>
                  <a:cxn ang="0">
                    <a:pos x="54" y="1451"/>
                  </a:cxn>
                  <a:cxn ang="0">
                    <a:pos x="84" y="1169"/>
                  </a:cxn>
                  <a:cxn ang="0">
                    <a:pos x="126" y="899"/>
                  </a:cxn>
                  <a:cxn ang="0">
                    <a:pos x="162" y="641"/>
                  </a:cxn>
                  <a:cxn ang="0">
                    <a:pos x="209" y="408"/>
                  </a:cxn>
                  <a:cxn ang="0">
                    <a:pos x="251" y="192"/>
                  </a:cxn>
                  <a:cxn ang="0">
                    <a:pos x="299" y="0"/>
                  </a:cxn>
                  <a:cxn ang="0">
                    <a:pos x="287" y="0"/>
                  </a:cxn>
                  <a:cxn ang="0">
                    <a:pos x="239" y="192"/>
                  </a:cxn>
                  <a:cxn ang="0">
                    <a:pos x="198" y="408"/>
                  </a:cxn>
                  <a:cxn ang="0">
                    <a:pos x="156" y="641"/>
                  </a:cxn>
                  <a:cxn ang="0">
                    <a:pos x="114" y="899"/>
                  </a:cxn>
                  <a:cxn ang="0">
                    <a:pos x="78" y="1169"/>
                  </a:cxn>
                  <a:cxn ang="0">
                    <a:pos x="48" y="1451"/>
                  </a:cxn>
                  <a:cxn ang="0">
                    <a:pos x="24" y="1750"/>
                  </a:cxn>
                  <a:cxn ang="0">
                    <a:pos x="6" y="2062"/>
                  </a:cxn>
                  <a:cxn ang="0">
                    <a:pos x="0" y="2374"/>
                  </a:cxn>
                  <a:cxn ang="0">
                    <a:pos x="12" y="2674"/>
                  </a:cxn>
                  <a:cxn ang="0">
                    <a:pos x="30" y="2973"/>
                  </a:cxn>
                  <a:cxn ang="0">
                    <a:pos x="54" y="3255"/>
                  </a:cxn>
                  <a:cxn ang="0">
                    <a:pos x="96" y="3537"/>
                  </a:cxn>
                  <a:cxn ang="0">
                    <a:pos x="144" y="3806"/>
                  </a:cxn>
                  <a:cxn ang="0">
                    <a:pos x="203" y="4064"/>
                  </a:cxn>
                  <a:cxn ang="0">
                    <a:pos x="275" y="4316"/>
                  </a:cxn>
                  <a:cxn ang="0">
                    <a:pos x="287" y="4316"/>
                  </a:cxn>
                  <a:cxn ang="0">
                    <a:pos x="215" y="4064"/>
                  </a:cxn>
                  <a:cxn ang="0">
                    <a:pos x="156" y="3806"/>
                  </a:cxn>
                  <a:cxn ang="0">
                    <a:pos x="108" y="3537"/>
                  </a:cxn>
                  <a:cxn ang="0">
                    <a:pos x="66" y="3261"/>
                  </a:cxn>
                  <a:cxn ang="0">
                    <a:pos x="42" y="2973"/>
                  </a:cxn>
                  <a:cxn ang="0">
                    <a:pos x="24" y="2680"/>
                  </a:cxn>
                  <a:cxn ang="0">
                    <a:pos x="12" y="2374"/>
                  </a:cxn>
                  <a:cxn ang="0">
                    <a:pos x="18" y="2062"/>
                  </a:cxn>
                  <a:cxn ang="0">
                    <a:pos x="18" y="2062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1264656" name="Freeform 16">
                <a:extLst>
                  <a:ext uri="{FF2B5EF4-FFF2-40B4-BE49-F238E27FC236}">
                    <a16:creationId xmlns:a16="http://schemas.microsoft.com/office/drawing/2014/main" id="{33C59EBF-84ED-BFD0-0810-5A39CE443E6B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566" y="0"/>
                <a:ext cx="425" cy="4316"/>
              </a:xfrm>
              <a:custGeom>
                <a:avLst/>
                <a:gdLst/>
                <a:ahLst/>
                <a:cxnLst>
                  <a:cxn ang="0">
                    <a:pos x="424" y="0"/>
                  </a:cxn>
                  <a:cxn ang="0">
                    <a:pos x="412" y="0"/>
                  </a:cxn>
                  <a:cxn ang="0">
                    <a:pos x="316" y="222"/>
                  </a:cxn>
                  <a:cxn ang="0">
                    <a:pos x="239" y="462"/>
                  </a:cxn>
                  <a:cxn ang="0">
                    <a:pos x="167" y="707"/>
                  </a:cxn>
                  <a:cxn ang="0">
                    <a:pos x="107" y="971"/>
                  </a:cxn>
                  <a:cxn ang="0">
                    <a:pos x="65" y="1247"/>
                  </a:cxn>
                  <a:cxn ang="0">
                    <a:pos x="29" y="1529"/>
                  </a:cxn>
                  <a:cxn ang="0">
                    <a:pos x="6" y="1822"/>
                  </a:cxn>
                  <a:cxn ang="0">
                    <a:pos x="0" y="2122"/>
                  </a:cxn>
                  <a:cxn ang="0">
                    <a:pos x="6" y="2404"/>
                  </a:cxn>
                  <a:cxn ang="0">
                    <a:pos x="24" y="2686"/>
                  </a:cxn>
                  <a:cxn ang="0">
                    <a:pos x="47" y="2961"/>
                  </a:cxn>
                  <a:cxn ang="0">
                    <a:pos x="89" y="3243"/>
                  </a:cxn>
                  <a:cxn ang="0">
                    <a:pos x="137" y="3519"/>
                  </a:cxn>
                  <a:cxn ang="0">
                    <a:pos x="197" y="3788"/>
                  </a:cxn>
                  <a:cxn ang="0">
                    <a:pos x="269" y="4058"/>
                  </a:cxn>
                  <a:cxn ang="0">
                    <a:pos x="346" y="4316"/>
                  </a:cxn>
                  <a:cxn ang="0">
                    <a:pos x="358" y="4316"/>
                  </a:cxn>
                  <a:cxn ang="0">
                    <a:pos x="281" y="4058"/>
                  </a:cxn>
                  <a:cxn ang="0">
                    <a:pos x="209" y="3788"/>
                  </a:cxn>
                  <a:cxn ang="0">
                    <a:pos x="149" y="3519"/>
                  </a:cxn>
                  <a:cxn ang="0">
                    <a:pos x="101" y="3243"/>
                  </a:cxn>
                  <a:cxn ang="0">
                    <a:pos x="59" y="2961"/>
                  </a:cxn>
                  <a:cxn ang="0">
                    <a:pos x="35" y="2686"/>
                  </a:cxn>
                  <a:cxn ang="0">
                    <a:pos x="18" y="2404"/>
                  </a:cxn>
                  <a:cxn ang="0">
                    <a:pos x="12" y="2122"/>
                  </a:cxn>
                  <a:cxn ang="0">
                    <a:pos x="18" y="1822"/>
                  </a:cxn>
                  <a:cxn ang="0">
                    <a:pos x="41" y="1529"/>
                  </a:cxn>
                  <a:cxn ang="0">
                    <a:pos x="71" y="1247"/>
                  </a:cxn>
                  <a:cxn ang="0">
                    <a:pos x="119" y="971"/>
                  </a:cxn>
                  <a:cxn ang="0">
                    <a:pos x="179" y="707"/>
                  </a:cxn>
                  <a:cxn ang="0">
                    <a:pos x="245" y="462"/>
                  </a:cxn>
                  <a:cxn ang="0">
                    <a:pos x="328" y="222"/>
                  </a:cxn>
                  <a:cxn ang="0">
                    <a:pos x="424" y="0"/>
                  </a:cxn>
                  <a:cxn ang="0">
                    <a:pos x="424" y="0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1264657" name="Freeform 17">
                <a:extLst>
                  <a:ext uri="{FF2B5EF4-FFF2-40B4-BE49-F238E27FC236}">
                    <a16:creationId xmlns:a16="http://schemas.microsoft.com/office/drawing/2014/main" id="{0BB6DB23-1BDA-F5FE-F21D-7AABFDDA4B1E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128" y="0"/>
                <a:ext cx="575" cy="4316"/>
              </a:xfrm>
              <a:custGeom>
                <a:avLst/>
                <a:gdLst/>
                <a:ahLst/>
                <a:cxnLst>
                  <a:cxn ang="0">
                    <a:pos x="12" y="2146"/>
                  </a:cxn>
                  <a:cxn ang="0">
                    <a:pos x="24" y="1846"/>
                  </a:cxn>
                  <a:cxn ang="0">
                    <a:pos x="54" y="1559"/>
                  </a:cxn>
                  <a:cxn ang="0">
                    <a:pos x="96" y="1277"/>
                  </a:cxn>
                  <a:cxn ang="0">
                    <a:pos x="162" y="1001"/>
                  </a:cxn>
                  <a:cxn ang="0">
                    <a:pos x="239" y="731"/>
                  </a:cxn>
                  <a:cxn ang="0">
                    <a:pos x="335" y="480"/>
                  </a:cxn>
                  <a:cxn ang="0">
                    <a:pos x="449" y="234"/>
                  </a:cxn>
                  <a:cxn ang="0">
                    <a:pos x="574" y="0"/>
                  </a:cxn>
                  <a:cxn ang="0">
                    <a:pos x="562" y="0"/>
                  </a:cxn>
                  <a:cxn ang="0">
                    <a:pos x="437" y="234"/>
                  </a:cxn>
                  <a:cxn ang="0">
                    <a:pos x="323" y="480"/>
                  </a:cxn>
                  <a:cxn ang="0">
                    <a:pos x="227" y="737"/>
                  </a:cxn>
                  <a:cxn ang="0">
                    <a:pos x="150" y="1001"/>
                  </a:cxn>
                  <a:cxn ang="0">
                    <a:pos x="84" y="1277"/>
                  </a:cxn>
                  <a:cxn ang="0">
                    <a:pos x="42" y="1559"/>
                  </a:cxn>
                  <a:cxn ang="0">
                    <a:pos x="12" y="1852"/>
                  </a:cxn>
                  <a:cxn ang="0">
                    <a:pos x="0" y="2146"/>
                  </a:cxn>
                  <a:cxn ang="0">
                    <a:pos x="6" y="2434"/>
                  </a:cxn>
                  <a:cxn ang="0">
                    <a:pos x="30" y="2715"/>
                  </a:cxn>
                  <a:cxn ang="0">
                    <a:pos x="66" y="2997"/>
                  </a:cxn>
                  <a:cxn ang="0">
                    <a:pos x="120" y="3273"/>
                  </a:cxn>
                  <a:cxn ang="0">
                    <a:pos x="191" y="3549"/>
                  </a:cxn>
                  <a:cxn ang="0">
                    <a:pos x="275" y="3812"/>
                  </a:cxn>
                  <a:cxn ang="0">
                    <a:pos x="371" y="4070"/>
                  </a:cxn>
                  <a:cxn ang="0">
                    <a:pos x="484" y="4316"/>
                  </a:cxn>
                  <a:cxn ang="0">
                    <a:pos x="496" y="4316"/>
                  </a:cxn>
                  <a:cxn ang="0">
                    <a:pos x="383" y="4070"/>
                  </a:cxn>
                  <a:cxn ang="0">
                    <a:pos x="287" y="3812"/>
                  </a:cxn>
                  <a:cxn ang="0">
                    <a:pos x="203" y="3549"/>
                  </a:cxn>
                  <a:cxn ang="0">
                    <a:pos x="132" y="3273"/>
                  </a:cxn>
                  <a:cxn ang="0">
                    <a:pos x="78" y="2997"/>
                  </a:cxn>
                  <a:cxn ang="0">
                    <a:pos x="42" y="2715"/>
                  </a:cxn>
                  <a:cxn ang="0">
                    <a:pos x="18" y="2434"/>
                  </a:cxn>
                  <a:cxn ang="0">
                    <a:pos x="12" y="2146"/>
                  </a:cxn>
                  <a:cxn ang="0">
                    <a:pos x="12" y="2146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1264658" name="Freeform 18">
                <a:extLst>
                  <a:ext uri="{FF2B5EF4-FFF2-40B4-BE49-F238E27FC236}">
                    <a16:creationId xmlns:a16="http://schemas.microsoft.com/office/drawing/2014/main" id="{1156AAC0-CEF6-8B89-6250-DA2E2C192D68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702" y="0"/>
                <a:ext cx="737" cy="4316"/>
              </a:xfrm>
              <a:custGeom>
                <a:avLst/>
                <a:gdLst/>
                <a:ahLst/>
                <a:cxnLst>
                  <a:cxn ang="0">
                    <a:pos x="12" y="2098"/>
                  </a:cxn>
                  <a:cxn ang="0">
                    <a:pos x="29" y="1798"/>
                  </a:cxn>
                  <a:cxn ang="0">
                    <a:pos x="71" y="1505"/>
                  </a:cxn>
                  <a:cxn ang="0">
                    <a:pos x="131" y="1223"/>
                  </a:cxn>
                  <a:cxn ang="0">
                    <a:pos x="215" y="941"/>
                  </a:cxn>
                  <a:cxn ang="0">
                    <a:pos x="316" y="689"/>
                  </a:cxn>
                  <a:cxn ang="0">
                    <a:pos x="442" y="444"/>
                  </a:cxn>
                  <a:cxn ang="0">
                    <a:pos x="580" y="216"/>
                  </a:cxn>
                  <a:cxn ang="0">
                    <a:pos x="735" y="0"/>
                  </a:cxn>
                  <a:cxn ang="0">
                    <a:pos x="723" y="0"/>
                  </a:cxn>
                  <a:cxn ang="0">
                    <a:pos x="568" y="210"/>
                  </a:cxn>
                  <a:cxn ang="0">
                    <a:pos x="430" y="438"/>
                  </a:cxn>
                  <a:cxn ang="0">
                    <a:pos x="311" y="683"/>
                  </a:cxn>
                  <a:cxn ang="0">
                    <a:pos x="209" y="941"/>
                  </a:cxn>
                  <a:cxn ang="0">
                    <a:pos x="125" y="1217"/>
                  </a:cxn>
                  <a:cxn ang="0">
                    <a:pos x="59" y="1505"/>
                  </a:cxn>
                  <a:cxn ang="0">
                    <a:pos x="18" y="1798"/>
                  </a:cxn>
                  <a:cxn ang="0">
                    <a:pos x="0" y="2098"/>
                  </a:cxn>
                  <a:cxn ang="0">
                    <a:pos x="6" y="2404"/>
                  </a:cxn>
                  <a:cxn ang="0">
                    <a:pos x="29" y="2709"/>
                  </a:cxn>
                  <a:cxn ang="0">
                    <a:pos x="77" y="3015"/>
                  </a:cxn>
                  <a:cxn ang="0">
                    <a:pos x="149" y="3315"/>
                  </a:cxn>
                  <a:cxn ang="0">
                    <a:pos x="227" y="3573"/>
                  </a:cxn>
                  <a:cxn ang="0">
                    <a:pos x="316" y="3824"/>
                  </a:cxn>
                  <a:cxn ang="0">
                    <a:pos x="424" y="4076"/>
                  </a:cxn>
                  <a:cxn ang="0">
                    <a:pos x="544" y="4316"/>
                  </a:cxn>
                  <a:cxn ang="0">
                    <a:pos x="556" y="4316"/>
                  </a:cxn>
                  <a:cxn ang="0">
                    <a:pos x="436" y="4076"/>
                  </a:cxn>
                  <a:cxn ang="0">
                    <a:pos x="328" y="3824"/>
                  </a:cxn>
                  <a:cxn ang="0">
                    <a:pos x="239" y="3573"/>
                  </a:cxn>
                  <a:cxn ang="0">
                    <a:pos x="161" y="3315"/>
                  </a:cxn>
                  <a:cxn ang="0">
                    <a:pos x="89" y="3015"/>
                  </a:cxn>
                  <a:cxn ang="0">
                    <a:pos x="41" y="2709"/>
                  </a:cxn>
                  <a:cxn ang="0">
                    <a:pos x="18" y="2404"/>
                  </a:cxn>
                  <a:cxn ang="0">
                    <a:pos x="12" y="2098"/>
                  </a:cxn>
                  <a:cxn ang="0">
                    <a:pos x="12" y="2098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1264659" name="Freeform 19">
                <a:extLst>
                  <a:ext uri="{FF2B5EF4-FFF2-40B4-BE49-F238E27FC236}">
                    <a16:creationId xmlns:a16="http://schemas.microsoft.com/office/drawing/2014/main" id="{658653B1-BB7E-AD1C-CADD-5233BC7D1B5D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88" y="0"/>
                <a:ext cx="840" cy="4316"/>
              </a:xfrm>
              <a:custGeom>
                <a:avLst/>
                <a:gdLst/>
                <a:ahLst/>
                <a:cxnLst>
                  <a:cxn ang="0">
                    <a:pos x="18" y="1948"/>
                  </a:cxn>
                  <a:cxn ang="0">
                    <a:pos x="48" y="1708"/>
                  </a:cxn>
                  <a:cxn ang="0">
                    <a:pos x="96" y="1475"/>
                  </a:cxn>
                  <a:cxn ang="0">
                    <a:pos x="161" y="1235"/>
                  </a:cxn>
                  <a:cxn ang="0">
                    <a:pos x="251" y="995"/>
                  </a:cxn>
                  <a:cxn ang="0">
                    <a:pos x="365" y="755"/>
                  </a:cxn>
                  <a:cxn ang="0">
                    <a:pos x="496" y="510"/>
                  </a:cxn>
                  <a:cxn ang="0">
                    <a:pos x="658" y="258"/>
                  </a:cxn>
                  <a:cxn ang="0">
                    <a:pos x="741" y="132"/>
                  </a:cxn>
                  <a:cxn ang="0">
                    <a:pos x="837" y="0"/>
                  </a:cxn>
                  <a:cxn ang="0">
                    <a:pos x="825" y="0"/>
                  </a:cxn>
                  <a:cxn ang="0">
                    <a:pos x="729" y="132"/>
                  </a:cxn>
                  <a:cxn ang="0">
                    <a:pos x="640" y="258"/>
                  </a:cxn>
                  <a:cxn ang="0">
                    <a:pos x="562" y="384"/>
                  </a:cxn>
                  <a:cxn ang="0">
                    <a:pos x="484" y="510"/>
                  </a:cxn>
                  <a:cxn ang="0">
                    <a:pos x="353" y="755"/>
                  </a:cxn>
                  <a:cxn ang="0">
                    <a:pos x="239" y="995"/>
                  </a:cxn>
                  <a:cxn ang="0">
                    <a:pos x="150" y="1235"/>
                  </a:cxn>
                  <a:cxn ang="0">
                    <a:pos x="84" y="1469"/>
                  </a:cxn>
                  <a:cxn ang="0">
                    <a:pos x="36" y="1702"/>
                  </a:cxn>
                  <a:cxn ang="0">
                    <a:pos x="6" y="1942"/>
                  </a:cxn>
                  <a:cxn ang="0">
                    <a:pos x="0" y="2200"/>
                  </a:cxn>
                  <a:cxn ang="0">
                    <a:pos x="12" y="2470"/>
                  </a:cxn>
                  <a:cxn ang="0">
                    <a:pos x="48" y="2739"/>
                  </a:cxn>
                  <a:cxn ang="0">
                    <a:pos x="114" y="3027"/>
                  </a:cxn>
                  <a:cxn ang="0">
                    <a:pos x="150" y="3171"/>
                  </a:cxn>
                  <a:cxn ang="0">
                    <a:pos x="197" y="3321"/>
                  </a:cxn>
                  <a:cxn ang="0">
                    <a:pos x="245" y="3477"/>
                  </a:cxn>
                  <a:cxn ang="0">
                    <a:pos x="305" y="3639"/>
                  </a:cxn>
                  <a:cxn ang="0">
                    <a:pos x="365" y="3800"/>
                  </a:cxn>
                  <a:cxn ang="0">
                    <a:pos x="437" y="3968"/>
                  </a:cxn>
                  <a:cxn ang="0">
                    <a:pos x="508" y="4136"/>
                  </a:cxn>
                  <a:cxn ang="0">
                    <a:pos x="592" y="4316"/>
                  </a:cxn>
                  <a:cxn ang="0">
                    <a:pos x="604" y="4316"/>
                  </a:cxn>
                  <a:cxn ang="0">
                    <a:pos x="520" y="4136"/>
                  </a:cxn>
                  <a:cxn ang="0">
                    <a:pos x="448" y="3968"/>
                  </a:cxn>
                  <a:cxn ang="0">
                    <a:pos x="377" y="3800"/>
                  </a:cxn>
                  <a:cxn ang="0">
                    <a:pos x="317" y="3639"/>
                  </a:cxn>
                  <a:cxn ang="0">
                    <a:pos x="257" y="3477"/>
                  </a:cxn>
                  <a:cxn ang="0">
                    <a:pos x="209" y="3327"/>
                  </a:cxn>
                  <a:cxn ang="0">
                    <a:pos x="161" y="3171"/>
                  </a:cxn>
                  <a:cxn ang="0">
                    <a:pos x="126" y="3027"/>
                  </a:cxn>
                  <a:cxn ang="0">
                    <a:pos x="60" y="2739"/>
                  </a:cxn>
                  <a:cxn ang="0">
                    <a:pos x="24" y="2470"/>
                  </a:cxn>
                  <a:cxn ang="0">
                    <a:pos x="12" y="2206"/>
                  </a:cxn>
                  <a:cxn ang="0">
                    <a:pos x="18" y="1948"/>
                  </a:cxn>
                  <a:cxn ang="0">
                    <a:pos x="18" y="1948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</p:grpSp>
        <p:sp>
          <p:nvSpPr>
            <p:cNvPr id="1264660" name="Freeform 20">
              <a:extLst>
                <a:ext uri="{FF2B5EF4-FFF2-40B4-BE49-F238E27FC236}">
                  <a16:creationId xmlns:a16="http://schemas.microsoft.com/office/drawing/2014/main" id="{1E350646-7B6B-F749-C4AC-C7F8DA885EBC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2901"/>
              <a:ext cx="606" cy="1415"/>
            </a:xfrm>
            <a:custGeom>
              <a:avLst/>
              <a:gdLst/>
              <a:ahLst/>
              <a:cxnLst>
                <a:cxn ang="0">
                  <a:pos x="0" y="54"/>
                </a:cxn>
                <a:cxn ang="0">
                  <a:pos x="42" y="228"/>
                </a:cxn>
                <a:cxn ang="0">
                  <a:pos x="96" y="402"/>
                </a:cxn>
                <a:cxn ang="0">
                  <a:pos x="161" y="576"/>
                </a:cxn>
                <a:cxn ang="0">
                  <a:pos x="227" y="744"/>
                </a:cxn>
                <a:cxn ang="0">
                  <a:pos x="305" y="917"/>
                </a:cxn>
                <a:cxn ang="0">
                  <a:pos x="389" y="1085"/>
                </a:cxn>
                <a:cxn ang="0">
                  <a:pos x="484" y="1253"/>
                </a:cxn>
                <a:cxn ang="0">
                  <a:pos x="586" y="1415"/>
                </a:cxn>
                <a:cxn ang="0">
                  <a:pos x="604" y="1415"/>
                </a:cxn>
                <a:cxn ang="0">
                  <a:pos x="496" y="1247"/>
                </a:cxn>
                <a:cxn ang="0">
                  <a:pos x="401" y="1073"/>
                </a:cxn>
                <a:cxn ang="0">
                  <a:pos x="311" y="899"/>
                </a:cxn>
                <a:cxn ang="0">
                  <a:pos x="233" y="720"/>
                </a:cxn>
                <a:cxn ang="0">
                  <a:pos x="161" y="546"/>
                </a:cxn>
                <a:cxn ang="0">
                  <a:pos x="102" y="366"/>
                </a:cxn>
                <a:cxn ang="0">
                  <a:pos x="48" y="180"/>
                </a:cxn>
                <a:cxn ang="0">
                  <a:pos x="0" y="0"/>
                </a:cxn>
                <a:cxn ang="0">
                  <a:pos x="0" y="54"/>
                </a:cxn>
                <a:cxn ang="0">
                  <a:pos x="0" y="54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 sz="1800"/>
            </a:p>
          </p:txBody>
        </p:sp>
        <p:sp>
          <p:nvSpPr>
            <p:cNvPr id="1264661" name="Freeform 21">
              <a:extLst>
                <a:ext uri="{FF2B5EF4-FFF2-40B4-BE49-F238E27FC236}">
                  <a16:creationId xmlns:a16="http://schemas.microsoft.com/office/drawing/2014/main" id="{D7EEAA80-241A-B7C7-7227-8658ECA2080D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3890"/>
              <a:ext cx="228" cy="426"/>
            </a:xfrm>
            <a:custGeom>
              <a:avLst/>
              <a:gdLst/>
              <a:ahLst/>
              <a:cxnLst>
                <a:cxn ang="0">
                  <a:pos x="0" y="30"/>
                </a:cxn>
                <a:cxn ang="0">
                  <a:pos x="108" y="240"/>
                </a:cxn>
                <a:cxn ang="0">
                  <a:pos x="215" y="426"/>
                </a:cxn>
                <a:cxn ang="0">
                  <a:pos x="227" y="426"/>
                </a:cxn>
                <a:cxn ang="0">
                  <a:pos x="167" y="330"/>
                </a:cxn>
                <a:cxn ang="0">
                  <a:pos x="114" y="222"/>
                </a:cxn>
                <a:cxn ang="0">
                  <a:pos x="0" y="0"/>
                </a:cxn>
                <a:cxn ang="0">
                  <a:pos x="0" y="30"/>
                </a:cxn>
                <a:cxn ang="0">
                  <a:pos x="0" y="30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 sz="1800"/>
            </a:p>
          </p:txBody>
        </p:sp>
        <p:sp>
          <p:nvSpPr>
            <p:cNvPr id="1264662" name="Freeform 22">
              <a:extLst>
                <a:ext uri="{FF2B5EF4-FFF2-40B4-BE49-F238E27FC236}">
                  <a16:creationId xmlns:a16="http://schemas.microsoft.com/office/drawing/2014/main" id="{9DA14AF9-2028-FCF1-DA48-880C677EEF0A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776" y="0"/>
              <a:ext cx="984" cy="1786"/>
            </a:xfrm>
            <a:custGeom>
              <a:avLst/>
              <a:gdLst/>
              <a:ahLst/>
              <a:cxnLst>
                <a:cxn ang="0">
                  <a:pos x="981" y="1786"/>
                </a:cxn>
                <a:cxn ang="0">
                  <a:pos x="981" y="1720"/>
                </a:cxn>
                <a:cxn ang="0">
                  <a:pos x="969" y="1666"/>
                </a:cxn>
                <a:cxn ang="0">
                  <a:pos x="957" y="1613"/>
                </a:cxn>
                <a:cxn ang="0">
                  <a:pos x="921" y="1487"/>
                </a:cxn>
                <a:cxn ang="0">
                  <a:pos x="885" y="1361"/>
                </a:cxn>
                <a:cxn ang="0">
                  <a:pos x="796" y="1121"/>
                </a:cxn>
                <a:cxn ang="0">
                  <a:pos x="682" y="899"/>
                </a:cxn>
                <a:cxn ang="0">
                  <a:pos x="562" y="689"/>
                </a:cxn>
                <a:cxn ang="0">
                  <a:pos x="431" y="498"/>
                </a:cxn>
                <a:cxn ang="0">
                  <a:pos x="293" y="318"/>
                </a:cxn>
                <a:cxn ang="0">
                  <a:pos x="150" y="150"/>
                </a:cxn>
                <a:cxn ang="0">
                  <a:pos x="12" y="0"/>
                </a:cxn>
                <a:cxn ang="0">
                  <a:pos x="0" y="0"/>
                </a:cxn>
                <a:cxn ang="0">
                  <a:pos x="138" y="150"/>
                </a:cxn>
                <a:cxn ang="0">
                  <a:pos x="275" y="318"/>
                </a:cxn>
                <a:cxn ang="0">
                  <a:pos x="413" y="498"/>
                </a:cxn>
                <a:cxn ang="0">
                  <a:pos x="545" y="689"/>
                </a:cxn>
                <a:cxn ang="0">
                  <a:pos x="670" y="899"/>
                </a:cxn>
                <a:cxn ang="0">
                  <a:pos x="778" y="1121"/>
                </a:cxn>
                <a:cxn ang="0">
                  <a:pos x="873" y="1361"/>
                </a:cxn>
                <a:cxn ang="0">
                  <a:pos x="909" y="1487"/>
                </a:cxn>
                <a:cxn ang="0">
                  <a:pos x="945" y="1619"/>
                </a:cxn>
                <a:cxn ang="0">
                  <a:pos x="963" y="1702"/>
                </a:cxn>
                <a:cxn ang="0">
                  <a:pos x="981" y="1786"/>
                </a:cxn>
                <a:cxn ang="0">
                  <a:pos x="981" y="1786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 sz="1800"/>
            </a:p>
          </p:txBody>
        </p:sp>
        <p:sp>
          <p:nvSpPr>
            <p:cNvPr id="1039" name="Freeform 23">
              <a:extLst>
                <a:ext uri="{FF2B5EF4-FFF2-40B4-BE49-F238E27FC236}">
                  <a16:creationId xmlns:a16="http://schemas.microsoft.com/office/drawing/2014/main" id="{C9052A3D-E617-8F95-A1BA-AED1D481D9F1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41" y="0"/>
              <a:ext cx="719" cy="845"/>
            </a:xfrm>
            <a:custGeom>
              <a:avLst/>
              <a:gdLst>
                <a:gd name="T0" fmla="*/ 1002 w 717"/>
                <a:gd name="T1" fmla="*/ 845 h 845"/>
                <a:gd name="T2" fmla="*/ 1002 w 717"/>
                <a:gd name="T3" fmla="*/ 821 h 845"/>
                <a:gd name="T4" fmla="*/ 824 w 717"/>
                <a:gd name="T5" fmla="*/ 605 h 845"/>
                <a:gd name="T6" fmla="*/ 531 w 717"/>
                <a:gd name="T7" fmla="*/ 396 h 845"/>
                <a:gd name="T8" fmla="*/ 346 w 717"/>
                <a:gd name="T9" fmla="*/ 192 h 845"/>
                <a:gd name="T10" fmla="*/ 17 w 717"/>
                <a:gd name="T11" fmla="*/ 0 h 845"/>
                <a:gd name="T12" fmla="*/ 0 w 717"/>
                <a:gd name="T13" fmla="*/ 0 h 845"/>
                <a:gd name="T14" fmla="*/ 334 w 717"/>
                <a:gd name="T15" fmla="*/ 198 h 845"/>
                <a:gd name="T16" fmla="*/ 525 w 717"/>
                <a:gd name="T17" fmla="*/ 408 h 845"/>
                <a:gd name="T18" fmla="*/ 818 w 717"/>
                <a:gd name="T19" fmla="*/ 623 h 845"/>
                <a:gd name="T20" fmla="*/ 1002 w 717"/>
                <a:gd name="T21" fmla="*/ 845 h 845"/>
                <a:gd name="T22" fmla="*/ 1002 w 717"/>
                <a:gd name="T23" fmla="*/ 845 h 84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0" name="Freeform 24">
              <a:extLst>
                <a:ext uri="{FF2B5EF4-FFF2-40B4-BE49-F238E27FC236}">
                  <a16:creationId xmlns:a16="http://schemas.microsoft.com/office/drawing/2014/main" id="{166D4D42-8C58-7745-B295-97CB5DDEDFE4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352" y="0"/>
              <a:ext cx="408" cy="414"/>
            </a:xfrm>
            <a:custGeom>
              <a:avLst/>
              <a:gdLst>
                <a:gd name="T0" fmla="*/ 532 w 407"/>
                <a:gd name="T1" fmla="*/ 414 h 414"/>
                <a:gd name="T2" fmla="*/ 532 w 407"/>
                <a:gd name="T3" fmla="*/ 396 h 414"/>
                <a:gd name="T4" fmla="*/ 347 w 407"/>
                <a:gd name="T5" fmla="*/ 192 h 414"/>
                <a:gd name="T6" fmla="*/ 12 w 407"/>
                <a:gd name="T7" fmla="*/ 0 h 414"/>
                <a:gd name="T8" fmla="*/ 0 w 407"/>
                <a:gd name="T9" fmla="*/ 0 h 414"/>
                <a:gd name="T10" fmla="*/ 108 w 407"/>
                <a:gd name="T11" fmla="*/ 102 h 414"/>
                <a:gd name="T12" fmla="*/ 341 w 407"/>
                <a:gd name="T13" fmla="*/ 204 h 414"/>
                <a:gd name="T14" fmla="*/ 532 w 407"/>
                <a:gd name="T15" fmla="*/ 414 h 414"/>
                <a:gd name="T16" fmla="*/ 532 w 407"/>
                <a:gd name="T17" fmla="*/ 414 h 41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4665" name="Freeform 25">
              <a:extLst>
                <a:ext uri="{FF2B5EF4-FFF2-40B4-BE49-F238E27FC236}">
                  <a16:creationId xmlns:a16="http://schemas.microsoft.com/office/drawing/2014/main" id="{D182C3DE-5FEF-BA41-6A0D-D277E041E394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858" cy="1409"/>
            </a:xfrm>
            <a:custGeom>
              <a:avLst/>
              <a:gdLst/>
              <a:ahLst/>
              <a:cxnLst>
                <a:cxn ang="0">
                  <a:pos x="0" y="1361"/>
                </a:cxn>
                <a:cxn ang="0">
                  <a:pos x="0" y="1409"/>
                </a:cxn>
                <a:cxn ang="0">
                  <a:pos x="54" y="1211"/>
                </a:cxn>
                <a:cxn ang="0">
                  <a:pos x="126" y="1013"/>
                </a:cxn>
                <a:cxn ang="0">
                  <a:pos x="215" y="827"/>
                </a:cxn>
                <a:cxn ang="0">
                  <a:pos x="311" y="647"/>
                </a:cxn>
                <a:cxn ang="0">
                  <a:pos x="431" y="474"/>
                </a:cxn>
                <a:cxn ang="0">
                  <a:pos x="556" y="312"/>
                </a:cxn>
                <a:cxn ang="0">
                  <a:pos x="700" y="150"/>
                </a:cxn>
                <a:cxn ang="0">
                  <a:pos x="855" y="0"/>
                </a:cxn>
                <a:cxn ang="0">
                  <a:pos x="837" y="0"/>
                </a:cxn>
                <a:cxn ang="0">
                  <a:pos x="688" y="144"/>
                </a:cxn>
                <a:cxn ang="0">
                  <a:pos x="550" y="300"/>
                </a:cxn>
                <a:cxn ang="0">
                  <a:pos x="425" y="462"/>
                </a:cxn>
                <a:cxn ang="0">
                  <a:pos x="311" y="629"/>
                </a:cxn>
                <a:cxn ang="0">
                  <a:pos x="215" y="803"/>
                </a:cxn>
                <a:cxn ang="0">
                  <a:pos x="132" y="983"/>
                </a:cxn>
                <a:cxn ang="0">
                  <a:pos x="60" y="1169"/>
                </a:cxn>
                <a:cxn ang="0">
                  <a:pos x="0" y="1361"/>
                </a:cxn>
                <a:cxn ang="0">
                  <a:pos x="0" y="1361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 sz="1800"/>
            </a:p>
          </p:txBody>
        </p:sp>
        <p:sp>
          <p:nvSpPr>
            <p:cNvPr id="1042" name="Freeform 26">
              <a:extLst>
                <a:ext uri="{FF2B5EF4-FFF2-40B4-BE49-F238E27FC236}">
                  <a16:creationId xmlns:a16="http://schemas.microsoft.com/office/drawing/2014/main" id="{C92FB403-4D35-9D63-D8AB-9896803FE454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588" cy="599"/>
            </a:xfrm>
            <a:custGeom>
              <a:avLst/>
              <a:gdLst>
                <a:gd name="T0" fmla="*/ 887 w 586"/>
                <a:gd name="T1" fmla="*/ 0 h 599"/>
                <a:gd name="T2" fmla="*/ 860 w 586"/>
                <a:gd name="T3" fmla="*/ 0 h 599"/>
                <a:gd name="T4" fmla="*/ 624 w 586"/>
                <a:gd name="T5" fmla="*/ 132 h 599"/>
                <a:gd name="T6" fmla="*/ 382 w 586"/>
                <a:gd name="T7" fmla="*/ 270 h 599"/>
                <a:gd name="T8" fmla="*/ 120 w 586"/>
                <a:gd name="T9" fmla="*/ 420 h 599"/>
                <a:gd name="T10" fmla="*/ 0 w 586"/>
                <a:gd name="T11" fmla="*/ 575 h 599"/>
                <a:gd name="T12" fmla="*/ 0 w 586"/>
                <a:gd name="T13" fmla="*/ 599 h 599"/>
                <a:gd name="T14" fmla="*/ 120 w 586"/>
                <a:gd name="T15" fmla="*/ 432 h 599"/>
                <a:gd name="T16" fmla="*/ 382 w 586"/>
                <a:gd name="T17" fmla="*/ 282 h 599"/>
                <a:gd name="T18" fmla="*/ 636 w 586"/>
                <a:gd name="T19" fmla="*/ 138 h 599"/>
                <a:gd name="T20" fmla="*/ 887 w 586"/>
                <a:gd name="T21" fmla="*/ 0 h 599"/>
                <a:gd name="T22" fmla="*/ 887 w 586"/>
                <a:gd name="T23" fmla="*/ 0 h 59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3" name="Freeform 27">
              <a:extLst>
                <a:ext uri="{FF2B5EF4-FFF2-40B4-BE49-F238E27FC236}">
                  <a16:creationId xmlns:a16="http://schemas.microsoft.com/office/drawing/2014/main" id="{7A1FAF30-4FE2-FDA8-AEFE-2B0A9B160A8E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270" cy="252"/>
            </a:xfrm>
            <a:custGeom>
              <a:avLst/>
              <a:gdLst>
                <a:gd name="T0" fmla="*/ 394 w 269"/>
                <a:gd name="T1" fmla="*/ 0 h 252"/>
                <a:gd name="T2" fmla="*/ 376 w 269"/>
                <a:gd name="T3" fmla="*/ 0 h 252"/>
                <a:gd name="T4" fmla="*/ 120 w 269"/>
                <a:gd name="T5" fmla="*/ 114 h 252"/>
                <a:gd name="T6" fmla="*/ 60 w 269"/>
                <a:gd name="T7" fmla="*/ 174 h 252"/>
                <a:gd name="T8" fmla="*/ 0 w 269"/>
                <a:gd name="T9" fmla="*/ 234 h 252"/>
                <a:gd name="T10" fmla="*/ 0 w 269"/>
                <a:gd name="T11" fmla="*/ 252 h 252"/>
                <a:gd name="T12" fmla="*/ 126 w 269"/>
                <a:gd name="T13" fmla="*/ 120 h 252"/>
                <a:gd name="T14" fmla="*/ 394 w 269"/>
                <a:gd name="T15" fmla="*/ 0 h 252"/>
                <a:gd name="T16" fmla="*/ 394 w 269"/>
                <a:gd name="T17" fmla="*/ 0 h 25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4" name="Line 28">
              <a:extLst>
                <a:ext uri="{FF2B5EF4-FFF2-40B4-BE49-F238E27FC236}">
                  <a16:creationId xmlns:a16="http://schemas.microsoft.com/office/drawing/2014/main" id="{11CB6999-E9B9-70A0-99BD-423F7BC353A3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2749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5" name="Line 29">
              <a:extLst>
                <a:ext uri="{FF2B5EF4-FFF2-40B4-BE49-F238E27FC236}">
                  <a16:creationId xmlns:a16="http://schemas.microsoft.com/office/drawing/2014/main" id="{7791C661-681B-3D8B-FF1E-612101EBC782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2356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6" name="Line 30">
              <a:extLst>
                <a:ext uri="{FF2B5EF4-FFF2-40B4-BE49-F238E27FC236}">
                  <a16:creationId xmlns:a16="http://schemas.microsoft.com/office/drawing/2014/main" id="{E56839DA-3B8C-474D-41D4-B6D0E3DB06FA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142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47" name="Group 31">
              <a:extLst>
                <a:ext uri="{FF2B5EF4-FFF2-40B4-BE49-F238E27FC236}">
                  <a16:creationId xmlns:a16="http://schemas.microsoft.com/office/drawing/2014/main" id="{6BEE5CCA-CFB2-3A76-CD27-899352089D3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1050" name="Line 32">
                <a:extLst>
                  <a:ext uri="{FF2B5EF4-FFF2-40B4-BE49-F238E27FC236}">
                    <a16:creationId xmlns:a16="http://schemas.microsoft.com/office/drawing/2014/main" id="{17F9843A-96EF-D2FE-82B2-53829AA07E43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784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1" name="Line 33">
                <a:extLst>
                  <a:ext uri="{FF2B5EF4-FFF2-40B4-BE49-F238E27FC236}">
                    <a16:creationId xmlns:a16="http://schemas.microsoft.com/office/drawing/2014/main" id="{825E43A6-7791-6FAD-0277-89CD60140CB3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963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2" name="Line 34">
                <a:extLst>
                  <a:ext uri="{FF2B5EF4-FFF2-40B4-BE49-F238E27FC236}">
                    <a16:creationId xmlns:a16="http://schemas.microsoft.com/office/drawing/2014/main" id="{0343211F-24D4-AFD3-141D-B90EC016707D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570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3" name="Line 35">
                <a:extLst>
                  <a:ext uri="{FF2B5EF4-FFF2-40B4-BE49-F238E27FC236}">
                    <a16:creationId xmlns:a16="http://schemas.microsoft.com/office/drawing/2014/main" id="{F2ED845D-6413-548B-8472-3D501E9600FB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177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4" name="Line 36">
                <a:extLst>
                  <a:ext uri="{FF2B5EF4-FFF2-40B4-BE49-F238E27FC236}">
                    <a16:creationId xmlns:a16="http://schemas.microsoft.com/office/drawing/2014/main" id="{85A556DE-1BB9-75D9-F394-3C015C0B5276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392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48" name="Line 37">
              <a:extLst>
                <a:ext uri="{FF2B5EF4-FFF2-40B4-BE49-F238E27FC236}">
                  <a16:creationId xmlns:a16="http://schemas.microsoft.com/office/drawing/2014/main" id="{A36801EE-701D-B235-5E04-B8E1018710BF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928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9" name="Line 38">
              <a:extLst>
                <a:ext uri="{FF2B5EF4-FFF2-40B4-BE49-F238E27FC236}">
                  <a16:creationId xmlns:a16="http://schemas.microsoft.com/office/drawing/2014/main" id="{14EBDBB0-AC56-4906-B31C-55E3F86831CB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535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264679" name="Rectangle 39">
            <a:extLst>
              <a:ext uri="{FF2B5EF4-FFF2-40B4-BE49-F238E27FC236}">
                <a16:creationId xmlns:a16="http://schemas.microsoft.com/office/drawing/2014/main" id="{2D567759-2C2B-ED9B-35C0-85CD61B0D2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264680" name="Rectangle 40">
            <a:extLst>
              <a:ext uri="{FF2B5EF4-FFF2-40B4-BE49-F238E27FC236}">
                <a16:creationId xmlns:a16="http://schemas.microsoft.com/office/drawing/2014/main" id="{79F18EAD-2969-8421-3A6B-D69119B143B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64681" name="Rectangle 41">
            <a:extLst>
              <a:ext uri="{FF2B5EF4-FFF2-40B4-BE49-F238E27FC236}">
                <a16:creationId xmlns:a16="http://schemas.microsoft.com/office/drawing/2014/main" id="{E9D56C42-B3DB-04B4-B970-3B5B089C692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64682" name="Rectangle 42">
            <a:extLst>
              <a:ext uri="{FF2B5EF4-FFF2-40B4-BE49-F238E27FC236}">
                <a16:creationId xmlns:a16="http://schemas.microsoft.com/office/drawing/2014/main" id="{7DA39130-842D-A67B-CA5D-7C7E7A7BBFF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fld id="{AF98C0F8-3633-4A69-BBA1-3C8BFC18EEF5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1264683" name="Rectangle 43">
            <a:extLst>
              <a:ext uri="{FF2B5EF4-FFF2-40B4-BE49-F238E27FC236}">
                <a16:creationId xmlns:a16="http://schemas.microsoft.com/office/drawing/2014/main" id="{E9B47155-648D-0FF0-D61D-BB484327F1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5308" r:id="rId1"/>
    <p:sldLayoutId id="2147485298" r:id="rId2"/>
    <p:sldLayoutId id="2147485299" r:id="rId3"/>
    <p:sldLayoutId id="2147485300" r:id="rId4"/>
    <p:sldLayoutId id="2147485301" r:id="rId5"/>
    <p:sldLayoutId id="2147485302" r:id="rId6"/>
    <p:sldLayoutId id="2147485303" r:id="rId7"/>
    <p:sldLayoutId id="2147485304" r:id="rId8"/>
    <p:sldLayoutId id="2147485305" r:id="rId9"/>
    <p:sldLayoutId id="2147485306" r:id="rId10"/>
    <p:sldLayoutId id="2147485307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714" name="Rectangle 2">
            <a:extLst>
              <a:ext uri="{FF2B5EF4-FFF2-40B4-BE49-F238E27FC236}">
                <a16:creationId xmlns:a16="http://schemas.microsoft.com/office/drawing/2014/main" id="{34930D64-192A-8786-3A23-7CFF74464FA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友元</a:t>
            </a:r>
          </a:p>
        </p:txBody>
      </p:sp>
      <p:sp>
        <p:nvSpPr>
          <p:cNvPr id="1267715" name="Rectangle 3">
            <a:extLst>
              <a:ext uri="{FF2B5EF4-FFF2-40B4-BE49-F238E27FC236}">
                <a16:creationId xmlns:a16="http://schemas.microsoft.com/office/drawing/2014/main" id="{95DDDF20-57AF-999B-8B20-31B1C7145BE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defRPr/>
            </a:pPr>
            <a:endParaRPr lang="zh-CN" alt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410" name="Rectangle 2">
            <a:extLst>
              <a:ext uri="{FF2B5EF4-FFF2-40B4-BE49-F238E27FC236}">
                <a16:creationId xmlns:a16="http://schemas.microsoft.com/office/drawing/2014/main" id="{FA965F58-7C3F-434D-EEE7-F1F8F47DC9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188913"/>
            <a:ext cx="7315200" cy="7461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友元</a:t>
            </a:r>
          </a:p>
        </p:txBody>
      </p:sp>
      <p:sp>
        <p:nvSpPr>
          <p:cNvPr id="1169411" name="Rectangle 3">
            <a:extLst>
              <a:ext uri="{FF2B5EF4-FFF2-40B4-BE49-F238E27FC236}">
                <a16:creationId xmlns:a16="http://schemas.microsoft.com/office/drawing/2014/main" id="{06E40A52-BABC-6846-49E0-B6E96550B9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1196975"/>
            <a:ext cx="8853487" cy="5472113"/>
          </a:xfrm>
        </p:spPr>
        <p:txBody>
          <a:bodyPr>
            <a:normAutofit/>
          </a:bodyPr>
          <a:lstStyle/>
          <a:p>
            <a:pPr eaLnBrk="1" hangingPunct="1">
              <a:lnSpc>
                <a:spcPct val="110000"/>
              </a:lnSpc>
              <a:spcBef>
                <a:spcPct val="50000"/>
              </a:spcBef>
              <a:defRPr/>
            </a:pPr>
            <a:r>
              <a:rPr lang="zh-CN" altLang="en-US" sz="2800" dirty="0"/>
              <a:t>根据数据封装的要求，类中定义的数据成员不能在外界直接访问，必须要通过类中定义的</a:t>
            </a:r>
            <a:r>
              <a:rPr lang="en-US" altLang="zh-CN" sz="2800" dirty="0"/>
              <a:t>public</a:t>
            </a:r>
            <a:r>
              <a:rPr lang="zh-CN" altLang="en-US" sz="2800" dirty="0"/>
              <a:t>成员函数来访问。在有些情况下，这种对数据的访问方式效率不高！</a:t>
            </a:r>
            <a:endParaRPr lang="en-US" altLang="zh-CN" sz="2800" dirty="0"/>
          </a:p>
          <a:p>
            <a:pPr eaLnBrk="1" hangingPunct="1">
              <a:lnSpc>
                <a:spcPct val="110000"/>
              </a:lnSpc>
              <a:spcBef>
                <a:spcPct val="50000"/>
              </a:spcBef>
              <a:defRPr/>
            </a:pPr>
            <a:r>
              <a:rPr lang="zh-CN" altLang="en-US" sz="2800" dirty="0"/>
              <a:t>为了提高在类的外部对类的数据成员的访问效率，在</a:t>
            </a:r>
            <a:r>
              <a:rPr lang="en-US" altLang="zh-CN" sz="2800" dirty="0"/>
              <a:t>C++</a:t>
            </a:r>
            <a:r>
              <a:rPr lang="zh-CN" altLang="en-US" sz="2800" dirty="0"/>
              <a:t>中，</a:t>
            </a:r>
            <a:endParaRPr lang="en-US" altLang="zh-CN" sz="2800" dirty="0"/>
          </a:p>
          <a:p>
            <a:pPr lvl="1" eaLnBrk="1" hangingPunct="1">
              <a:lnSpc>
                <a:spcPct val="110000"/>
              </a:lnSpc>
              <a:spcBef>
                <a:spcPts val="24"/>
              </a:spcBef>
              <a:defRPr/>
            </a:pPr>
            <a:r>
              <a:rPr lang="zh-CN" altLang="en-US" sz="2400" dirty="0"/>
              <a:t>可以指定某些与一个类</a:t>
            </a:r>
            <a:r>
              <a:rPr lang="zh-CN" altLang="en-US" sz="2400" dirty="0">
                <a:solidFill>
                  <a:schemeClr val="folHlink"/>
                </a:solidFill>
              </a:rPr>
              <a:t>密切相关的</a:t>
            </a:r>
            <a:r>
              <a:rPr lang="zh-CN" altLang="en-US" sz="2400" dirty="0"/>
              <a:t>、又</a:t>
            </a:r>
            <a:r>
              <a:rPr lang="zh-CN" altLang="en-US" sz="2400" dirty="0">
                <a:solidFill>
                  <a:schemeClr val="folHlink"/>
                </a:solidFill>
              </a:rPr>
              <a:t>不适合</a:t>
            </a:r>
            <a:r>
              <a:rPr lang="zh-CN" altLang="en-US" sz="2400" dirty="0"/>
              <a:t>作为该类</a:t>
            </a:r>
            <a:r>
              <a:rPr lang="zh-CN" altLang="en-US" sz="2400" dirty="0">
                <a:solidFill>
                  <a:schemeClr val="folHlink"/>
                </a:solidFill>
              </a:rPr>
              <a:t>成员</a:t>
            </a:r>
            <a:r>
              <a:rPr lang="zh-CN" altLang="en-US" sz="2400" dirty="0"/>
              <a:t>的程序实体直接访问该类的非</a:t>
            </a:r>
            <a:r>
              <a:rPr lang="en-US" altLang="zh-CN" sz="2400" dirty="0"/>
              <a:t>public</a:t>
            </a:r>
            <a:r>
              <a:rPr lang="zh-CN" altLang="en-US" sz="2400" dirty="0"/>
              <a:t>成员，这些程序实体称为该类的</a:t>
            </a:r>
            <a:r>
              <a:rPr lang="zh-CN" altLang="en-US" sz="2400" dirty="0">
                <a:solidFill>
                  <a:schemeClr val="folHlink"/>
                </a:solidFill>
              </a:rPr>
              <a:t>友元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 lvl="1" eaLnBrk="1" hangingPunct="1">
              <a:lnSpc>
                <a:spcPct val="110000"/>
              </a:lnSpc>
              <a:spcBef>
                <a:spcPts val="24"/>
              </a:spcBef>
              <a:defRPr/>
            </a:pPr>
            <a:r>
              <a:rPr lang="zh-CN" altLang="en-US" sz="2400" dirty="0"/>
              <a:t>友元是</a:t>
            </a:r>
            <a:r>
              <a:rPr lang="zh-CN" altLang="en-US" sz="2400" dirty="0">
                <a:solidFill>
                  <a:srgbClr val="FFC000"/>
                </a:solidFill>
              </a:rPr>
              <a:t>数据保护</a:t>
            </a:r>
            <a:r>
              <a:rPr lang="zh-CN" altLang="en-US" sz="2400" dirty="0"/>
              <a:t>和</a:t>
            </a:r>
            <a:r>
              <a:rPr lang="zh-CN" altLang="en-US" sz="2400" dirty="0">
                <a:solidFill>
                  <a:srgbClr val="FFC000"/>
                </a:solidFill>
              </a:rPr>
              <a:t>数据访问效率</a:t>
            </a:r>
            <a:r>
              <a:rPr lang="zh-CN" altLang="en-US" sz="2400" dirty="0"/>
              <a:t>之间的一种折衷方案。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C13B266-D4A0-4ED0-EB9E-C8A690765E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33375"/>
            <a:ext cx="8229600" cy="6119813"/>
          </a:xfrm>
        </p:spPr>
        <p:txBody>
          <a:bodyPr>
            <a:normAutofit fontScale="85000" lnSpcReduction="20000"/>
          </a:bodyPr>
          <a:lstStyle/>
          <a:p>
            <a:pPr eaLnBrk="1" hangingPunct="1">
              <a:lnSpc>
                <a:spcPct val="110000"/>
              </a:lnSpc>
              <a:spcBef>
                <a:spcPct val="50000"/>
              </a:spcBef>
              <a:defRPr/>
            </a:pPr>
            <a:r>
              <a:rPr lang="zh-CN" altLang="en-US" sz="2800" dirty="0"/>
              <a:t>友元需要在类中用</a:t>
            </a:r>
            <a:r>
              <a:rPr lang="en-US" altLang="zh-CN" sz="2800" dirty="0">
                <a:solidFill>
                  <a:srgbClr val="FFC000"/>
                </a:solidFill>
              </a:rPr>
              <a:t>friend</a:t>
            </a:r>
            <a:r>
              <a:rPr lang="zh-CN" altLang="en-US" sz="2800" dirty="0"/>
              <a:t>显式指出，它们可以是</a:t>
            </a:r>
            <a:r>
              <a:rPr lang="zh-CN" altLang="en-US" sz="2800" dirty="0">
                <a:solidFill>
                  <a:srgbClr val="FFC000"/>
                </a:solidFill>
              </a:rPr>
              <a:t>全局函数</a:t>
            </a:r>
            <a:r>
              <a:rPr lang="zh-CN" altLang="en-US" sz="2800" dirty="0"/>
              <a:t>、</a:t>
            </a:r>
            <a:r>
              <a:rPr lang="zh-CN" altLang="en-US" sz="2800" dirty="0">
                <a:solidFill>
                  <a:srgbClr val="FFC000"/>
                </a:solidFill>
              </a:rPr>
              <a:t>其它的类</a:t>
            </a:r>
            <a:r>
              <a:rPr lang="zh-CN" altLang="en-US" sz="2800" dirty="0"/>
              <a:t>或</a:t>
            </a:r>
            <a:r>
              <a:rPr lang="zh-CN" altLang="en-US" sz="2800" dirty="0">
                <a:solidFill>
                  <a:srgbClr val="FFC000"/>
                </a:solidFill>
              </a:rPr>
              <a:t>其它类的某些成员函数</a:t>
            </a:r>
            <a:r>
              <a:rPr lang="zh-CN" altLang="en-US" sz="2800" dirty="0"/>
              <a:t>。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GB" altLang="zh-CN" sz="2000" dirty="0"/>
              <a:t>class A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GB" altLang="zh-CN" sz="2000" dirty="0"/>
              <a:t>{	......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GB" altLang="zh-CN" sz="2000" dirty="0"/>
              <a:t>	</a:t>
            </a:r>
            <a:r>
              <a:rPr lang="en-GB" altLang="zh-CN" sz="2000" dirty="0">
                <a:solidFill>
                  <a:srgbClr val="FFC000"/>
                </a:solidFill>
              </a:rPr>
              <a:t>friend</a:t>
            </a:r>
            <a:r>
              <a:rPr lang="en-GB" altLang="zh-CN" sz="2000" dirty="0"/>
              <a:t> void </a:t>
            </a:r>
            <a:r>
              <a:rPr lang="en-GB" altLang="zh-CN" sz="2000" dirty="0" err="1"/>
              <a:t>func</a:t>
            </a:r>
            <a:r>
              <a:rPr lang="en-GB" altLang="zh-CN" sz="2000" dirty="0"/>
              <a:t>();  //</a:t>
            </a:r>
            <a:r>
              <a:rPr lang="zh-CN" altLang="en-US" sz="2000" dirty="0"/>
              <a:t>全局</a:t>
            </a:r>
            <a:r>
              <a:rPr lang="zh-CN" altLang="en-GB" sz="2000" dirty="0"/>
              <a:t>函数</a:t>
            </a:r>
            <a:r>
              <a:rPr lang="en-US" altLang="zh-CN" sz="2000" dirty="0" err="1"/>
              <a:t>func</a:t>
            </a:r>
            <a:r>
              <a:rPr lang="zh-CN" altLang="en-US" sz="2000" dirty="0"/>
              <a:t>可访问</a:t>
            </a:r>
            <a:r>
              <a:rPr lang="en-US" altLang="zh-CN" sz="2000" dirty="0"/>
              <a:t>x</a:t>
            </a:r>
            <a:endParaRPr lang="zh-CN" altLang="en-GB" sz="2000" dirty="0"/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zh-CN" altLang="en-GB" sz="2000" dirty="0"/>
              <a:t>	</a:t>
            </a:r>
            <a:r>
              <a:rPr lang="en-GB" altLang="zh-CN" sz="2000" dirty="0">
                <a:solidFill>
                  <a:srgbClr val="FFC000"/>
                </a:solidFill>
              </a:rPr>
              <a:t>friend</a:t>
            </a:r>
            <a:r>
              <a:rPr lang="en-GB" altLang="zh-CN" sz="2000" dirty="0"/>
              <a:t> class B;  //</a:t>
            </a:r>
            <a:r>
              <a:rPr lang="zh-CN" altLang="en-GB" sz="2000" dirty="0"/>
              <a:t>类</a:t>
            </a:r>
            <a:r>
              <a:rPr lang="en-US" altLang="zh-CN" sz="2000" dirty="0"/>
              <a:t>B</a:t>
            </a:r>
            <a:r>
              <a:rPr lang="zh-CN" altLang="en-US" sz="2000" dirty="0"/>
              <a:t>的所有成员函数可访问</a:t>
            </a:r>
            <a:r>
              <a:rPr lang="en-US" altLang="zh-CN" sz="2000" dirty="0"/>
              <a:t>x</a:t>
            </a:r>
            <a:endParaRPr lang="zh-CN" altLang="en-GB" sz="2000" dirty="0"/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zh-CN" altLang="en-GB" sz="2000" dirty="0"/>
              <a:t>	</a:t>
            </a:r>
            <a:r>
              <a:rPr lang="en-GB" altLang="zh-CN" sz="2000" dirty="0">
                <a:solidFill>
                  <a:srgbClr val="FFC000"/>
                </a:solidFill>
              </a:rPr>
              <a:t>friend</a:t>
            </a:r>
            <a:r>
              <a:rPr lang="en-GB" altLang="zh-CN" sz="2000" dirty="0"/>
              <a:t> void C::f();  //</a:t>
            </a:r>
            <a:r>
              <a:rPr lang="zh-CN" altLang="en-GB" sz="2000" dirty="0"/>
              <a:t>类</a:t>
            </a:r>
            <a:r>
              <a:rPr lang="en-US" altLang="zh-CN" sz="2000" dirty="0"/>
              <a:t>C</a:t>
            </a:r>
            <a:r>
              <a:rPr lang="zh-CN" altLang="en-US" sz="2000" dirty="0"/>
              <a:t>的</a:t>
            </a:r>
            <a:r>
              <a:rPr lang="zh-CN" altLang="en-GB" sz="2000" dirty="0"/>
              <a:t>成员函数</a:t>
            </a:r>
            <a:r>
              <a:rPr lang="en-US" altLang="zh-CN" sz="2000" dirty="0"/>
              <a:t>f</a:t>
            </a:r>
            <a:r>
              <a:rPr lang="zh-CN" altLang="en-US" sz="2000" dirty="0"/>
              <a:t>可访问</a:t>
            </a:r>
            <a:r>
              <a:rPr lang="en-US" altLang="zh-CN" sz="2000" dirty="0"/>
              <a:t>x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000" dirty="0"/>
              <a:t>private: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000" dirty="0"/>
              <a:t>   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x;</a:t>
            </a:r>
            <a:endParaRPr lang="zh-CN" altLang="en-GB" sz="2000" dirty="0"/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GB" altLang="zh-CN" sz="2000" dirty="0"/>
              <a:t>};</a:t>
            </a:r>
            <a:r>
              <a:rPr lang="en-US" altLang="zh-CN" sz="2000" dirty="0"/>
              <a:t> 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endParaRPr lang="en-US" altLang="zh-CN" sz="2000" dirty="0"/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endParaRPr lang="en-US" altLang="zh-CN" sz="2000" dirty="0"/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zh-CN" altLang="en-US" dirty="0"/>
              <a:t>例子：</a:t>
            </a:r>
            <a:endParaRPr lang="en-US" altLang="zh-CN" dirty="0"/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000" dirty="0"/>
              <a:t> friend </a:t>
            </a:r>
            <a:r>
              <a:rPr lang="en-US" altLang="zh-CN" sz="2000" dirty="0" err="1"/>
              <a:t>ostream</a:t>
            </a:r>
            <a:r>
              <a:rPr lang="en-US" altLang="zh-CN" sz="2000" dirty="0"/>
              <a:t> &amp;operator&lt;&lt;( </a:t>
            </a:r>
            <a:r>
              <a:rPr lang="en-US" altLang="zh-CN" sz="2000" dirty="0" err="1"/>
              <a:t>ostream</a:t>
            </a:r>
            <a:r>
              <a:rPr lang="en-US" altLang="zh-CN" sz="2000" dirty="0"/>
              <a:t> &amp;output, </a:t>
            </a:r>
            <a:r>
              <a:rPr lang="en-US" altLang="zh-CN" sz="2000" dirty="0" err="1"/>
              <a:t>const</a:t>
            </a:r>
            <a:r>
              <a:rPr lang="en-US" altLang="zh-CN" sz="2000" dirty="0"/>
              <a:t> A &amp;a )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000" dirty="0"/>
              <a:t> { 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000" dirty="0"/>
              <a:t>         output &lt;&lt; </a:t>
            </a:r>
            <a:r>
              <a:rPr lang="en-US" altLang="zh-CN" sz="2000" dirty="0" err="1"/>
              <a:t>a.x</a:t>
            </a:r>
            <a:r>
              <a:rPr lang="en-US" altLang="zh-CN" sz="2000" dirty="0"/>
              <a:t>;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000" dirty="0"/>
              <a:t>         return output;            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000" dirty="0"/>
              <a:t> }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000" dirty="0"/>
              <a:t> 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000" dirty="0"/>
              <a:t> friend </a:t>
            </a:r>
            <a:r>
              <a:rPr lang="en-US" altLang="zh-CN" sz="2000" dirty="0" err="1"/>
              <a:t>istream</a:t>
            </a:r>
            <a:r>
              <a:rPr lang="en-US" altLang="zh-CN" sz="2000" dirty="0"/>
              <a:t> &amp;operator&gt;&gt;( </a:t>
            </a:r>
            <a:r>
              <a:rPr lang="en-US" altLang="zh-CN" sz="2000" dirty="0" err="1"/>
              <a:t>istream</a:t>
            </a:r>
            <a:r>
              <a:rPr lang="en-US" altLang="zh-CN" sz="2000" dirty="0"/>
              <a:t>  &amp;input, A &amp;a )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000" dirty="0"/>
              <a:t> { 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000" dirty="0"/>
              <a:t>         input &gt;&gt; </a:t>
            </a:r>
            <a:r>
              <a:rPr lang="en-US" altLang="zh-CN" sz="2000" dirty="0" err="1"/>
              <a:t>A.a</a:t>
            </a:r>
            <a:r>
              <a:rPr lang="en-US" altLang="zh-CN" sz="2000" dirty="0"/>
              <a:t>;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000" dirty="0"/>
              <a:t>         return input;            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000" dirty="0"/>
              <a:t> 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698" name="Rectangle 2">
            <a:extLst>
              <a:ext uri="{FF2B5EF4-FFF2-40B4-BE49-F238E27FC236}">
                <a16:creationId xmlns:a16="http://schemas.microsoft.com/office/drawing/2014/main" id="{8C801234-3832-2959-B729-A6BD7DDCF7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4000"/>
              <a:t>关于友元的几点说明</a:t>
            </a:r>
          </a:p>
        </p:txBody>
      </p:sp>
      <p:sp>
        <p:nvSpPr>
          <p:cNvPr id="1181699" name="Rectangle 3">
            <a:extLst>
              <a:ext uri="{FF2B5EF4-FFF2-40B4-BE49-F238E27FC236}">
                <a16:creationId xmlns:a16="http://schemas.microsoft.com/office/drawing/2014/main" id="{EB8DCE17-B73D-D806-0AA6-82F2EFCF8B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773238"/>
            <a:ext cx="8382000" cy="4319587"/>
          </a:xfrm>
        </p:spPr>
        <p:txBody>
          <a:bodyPr>
            <a:norm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dirty="0"/>
              <a:t>友元不是一个类的成员。</a:t>
            </a:r>
            <a:endParaRPr lang="en-US" altLang="zh-CN" dirty="0"/>
          </a:p>
          <a:p>
            <a:pPr eaLnBrk="1" hangingPunct="1">
              <a:spcBef>
                <a:spcPct val="50000"/>
              </a:spcBef>
              <a:defRPr/>
            </a:pPr>
            <a:r>
              <a:rPr lang="zh-CN" altLang="en-US" dirty="0"/>
              <a:t>友元关系具有</a:t>
            </a:r>
            <a:r>
              <a:rPr lang="zh-CN" altLang="en-US" dirty="0">
                <a:solidFill>
                  <a:schemeClr val="folHlink"/>
                </a:solidFill>
              </a:rPr>
              <a:t>不对称性</a:t>
            </a:r>
            <a:r>
              <a:rPr lang="zh-CN" altLang="en-US" dirty="0"/>
              <a:t>。例如：假设</a:t>
            </a:r>
            <a:r>
              <a:rPr lang="en-US" altLang="zh-CN" dirty="0"/>
              <a:t>B</a:t>
            </a:r>
            <a:r>
              <a:rPr lang="zh-CN" altLang="en-US" dirty="0"/>
              <a:t>是</a:t>
            </a:r>
            <a:r>
              <a:rPr lang="en-US" altLang="zh-CN" dirty="0"/>
              <a:t>A</a:t>
            </a:r>
            <a:r>
              <a:rPr lang="zh-CN" altLang="en-US" dirty="0"/>
              <a:t>的友元，如果没有显式指出</a:t>
            </a:r>
            <a:r>
              <a:rPr lang="en-US" altLang="zh-CN" dirty="0"/>
              <a:t>A</a:t>
            </a:r>
            <a:r>
              <a:rPr lang="zh-CN" altLang="en-US" dirty="0"/>
              <a:t>是</a:t>
            </a:r>
            <a:r>
              <a:rPr lang="en-US" altLang="zh-CN" dirty="0"/>
              <a:t>B</a:t>
            </a:r>
            <a:r>
              <a:rPr lang="zh-CN" altLang="en-US" dirty="0"/>
              <a:t>的友元，则</a:t>
            </a:r>
            <a:r>
              <a:rPr lang="en-US" altLang="zh-CN" dirty="0"/>
              <a:t>A</a:t>
            </a:r>
            <a:r>
              <a:rPr lang="zh-CN" altLang="en-US" dirty="0"/>
              <a:t>不是</a:t>
            </a:r>
            <a:r>
              <a:rPr lang="en-US" altLang="zh-CN" dirty="0"/>
              <a:t>B</a:t>
            </a:r>
            <a:r>
              <a:rPr lang="zh-CN" altLang="en-US" dirty="0"/>
              <a:t>的友元。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zh-CN" altLang="en-US" dirty="0"/>
              <a:t>友元也不具有</a:t>
            </a:r>
            <a:r>
              <a:rPr lang="zh-CN" altLang="en-US" dirty="0">
                <a:solidFill>
                  <a:schemeClr val="folHlink"/>
                </a:solidFill>
              </a:rPr>
              <a:t>传递性</a:t>
            </a:r>
            <a:r>
              <a:rPr lang="zh-CN" altLang="en-US" dirty="0"/>
              <a:t>。例如：假设</a:t>
            </a:r>
            <a:r>
              <a:rPr lang="en-US" altLang="zh-CN" dirty="0"/>
              <a:t>C</a:t>
            </a:r>
            <a:r>
              <a:rPr lang="zh-CN" altLang="en-US" dirty="0"/>
              <a:t>是</a:t>
            </a:r>
            <a:r>
              <a:rPr lang="en-US" altLang="zh-CN" dirty="0"/>
              <a:t>B</a:t>
            </a:r>
            <a:r>
              <a:rPr lang="zh-CN" altLang="en-US" dirty="0"/>
              <a:t>的友元、</a:t>
            </a:r>
            <a:r>
              <a:rPr lang="en-US" altLang="zh-CN" dirty="0"/>
              <a:t>B</a:t>
            </a:r>
            <a:r>
              <a:rPr lang="zh-CN" altLang="en-US" dirty="0"/>
              <a:t>是</a:t>
            </a:r>
            <a:r>
              <a:rPr lang="en-US" altLang="zh-CN" dirty="0"/>
              <a:t>A</a:t>
            </a:r>
            <a:r>
              <a:rPr lang="zh-CN" altLang="en-US" dirty="0"/>
              <a:t>的友元，如果没有显式指出</a:t>
            </a:r>
            <a:r>
              <a:rPr lang="en-US" altLang="zh-CN" dirty="0"/>
              <a:t>C</a:t>
            </a:r>
            <a:r>
              <a:rPr lang="zh-CN" altLang="en-US" dirty="0"/>
              <a:t>是</a:t>
            </a:r>
            <a:r>
              <a:rPr lang="en-US" altLang="zh-CN" dirty="0"/>
              <a:t>A</a:t>
            </a:r>
            <a:r>
              <a:rPr lang="zh-CN" altLang="en-US" dirty="0"/>
              <a:t>的友元，则</a:t>
            </a:r>
            <a:r>
              <a:rPr lang="en-US" altLang="zh-CN" dirty="0"/>
              <a:t>C</a:t>
            </a:r>
            <a:r>
              <a:rPr lang="zh-CN" altLang="en-US" dirty="0"/>
              <a:t>不是</a:t>
            </a:r>
            <a:r>
              <a:rPr lang="en-US" altLang="zh-CN" dirty="0"/>
              <a:t>A</a:t>
            </a:r>
            <a:r>
              <a:rPr lang="zh-CN" altLang="en-US" dirty="0"/>
              <a:t>的友元。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4210" name="Rectangle 2">
            <a:extLst>
              <a:ext uri="{FF2B5EF4-FFF2-40B4-BE49-F238E27FC236}">
                <a16:creationId xmlns:a16="http://schemas.microsoft.com/office/drawing/2014/main" id="{0B3F9DDE-ED95-F399-BC14-59EDDB47A8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4450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例：实现矩阵与向量相乘操作</a:t>
            </a:r>
          </a:p>
        </p:txBody>
      </p:sp>
      <p:sp>
        <p:nvSpPr>
          <p:cNvPr id="1374211" name="Rectangle 3">
            <a:extLst>
              <a:ext uri="{FF2B5EF4-FFF2-40B4-BE49-F238E27FC236}">
                <a16:creationId xmlns:a16="http://schemas.microsoft.com/office/drawing/2014/main" id="{1A4840CC-B912-8E21-C32D-476F13AE1F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25538"/>
            <a:ext cx="8229600" cy="5588000"/>
          </a:xfrm>
        </p:spPr>
        <p:txBody>
          <a:bodyPr>
            <a:normAutofit lnSpcReduction="10000"/>
          </a:bodyPr>
          <a:lstStyle/>
          <a:p>
            <a:pPr defTabSz="539750" eaLnBrk="1" hangingPunct="1">
              <a:lnSpc>
                <a:spcPct val="160000"/>
              </a:lnSpc>
              <a:defRPr/>
            </a:pPr>
            <a:r>
              <a:rPr lang="zh-CN" altLang="en-US" sz="2800" dirty="0"/>
              <a:t>矩阵类的定义</a:t>
            </a:r>
            <a:endParaRPr lang="en-US" altLang="zh-CN" sz="2800" dirty="0"/>
          </a:p>
          <a:p>
            <a:pPr defTabSz="53975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class Matrix  //</a:t>
            </a:r>
            <a:r>
              <a:rPr lang="zh-CN" altLang="en-US" sz="2400" dirty="0"/>
              <a:t>矩阵类</a:t>
            </a:r>
          </a:p>
          <a:p>
            <a:pPr defTabSz="53975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{		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*</a:t>
            </a:r>
            <a:r>
              <a:rPr lang="en-US" altLang="zh-CN" sz="2400" dirty="0" err="1"/>
              <a:t>p_data</a:t>
            </a:r>
            <a:r>
              <a:rPr lang="en-US" altLang="zh-CN" sz="2400" dirty="0"/>
              <a:t>;  //</a:t>
            </a:r>
            <a:r>
              <a:rPr lang="zh-CN" altLang="en-US" sz="2400" dirty="0"/>
              <a:t>表示矩阵数据</a:t>
            </a:r>
          </a:p>
          <a:p>
            <a:pPr defTabSz="53975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dirty="0"/>
              <a:t>		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</a:t>
            </a:r>
            <a:r>
              <a:rPr lang="en-US" altLang="zh-CN" sz="2400" dirty="0" err="1"/>
              <a:t>row,col</a:t>
            </a:r>
            <a:r>
              <a:rPr lang="en-US" altLang="zh-CN" sz="2400" dirty="0"/>
              <a:t>;  //</a:t>
            </a:r>
            <a:r>
              <a:rPr lang="zh-CN" altLang="en-US" sz="2400" dirty="0"/>
              <a:t>表示矩阵的行数和列数</a:t>
            </a:r>
          </a:p>
          <a:p>
            <a:pPr defTabSz="53975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dirty="0"/>
              <a:t>	</a:t>
            </a:r>
            <a:r>
              <a:rPr lang="fr-FR" altLang="zh-CN" sz="2400" dirty="0"/>
              <a:t>public:</a:t>
            </a:r>
          </a:p>
          <a:p>
            <a:pPr defTabSz="53975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fr-FR" altLang="zh-CN" sz="2400" dirty="0"/>
              <a:t>		Matrix(int r, int c) </a:t>
            </a:r>
          </a:p>
          <a:p>
            <a:pPr defTabSz="53975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fr-FR" altLang="zh-CN" sz="2400" dirty="0"/>
              <a:t>		{	if (r &lt;= 0 || c &lt;= 0)</a:t>
            </a:r>
          </a:p>
          <a:p>
            <a:pPr defTabSz="53975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fr-FR" altLang="zh-CN" sz="2400" dirty="0"/>
              <a:t>			{	cerr &lt;&lt; "</a:t>
            </a:r>
            <a:r>
              <a:rPr lang="zh-CN" altLang="en-US" sz="2400" dirty="0"/>
              <a:t>矩阵尺寸不合法</a:t>
            </a:r>
            <a:r>
              <a:rPr lang="zh-CN" altLang="fr-FR" sz="2400" dirty="0"/>
              <a:t>！</a:t>
            </a:r>
            <a:r>
              <a:rPr lang="fr-FR" altLang="zh-CN" sz="2400" dirty="0"/>
              <a:t>\n";</a:t>
            </a:r>
          </a:p>
          <a:p>
            <a:pPr defTabSz="53975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fr-FR" altLang="zh-CN" sz="2400" dirty="0"/>
              <a:t>				exit(-1);</a:t>
            </a:r>
          </a:p>
          <a:p>
            <a:pPr defTabSz="53975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fr-FR" altLang="zh-CN" sz="2400" dirty="0"/>
              <a:t>			}</a:t>
            </a:r>
          </a:p>
          <a:p>
            <a:pPr defTabSz="53975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fr-FR" altLang="zh-CN" sz="2400" dirty="0"/>
              <a:t>			row = r;	col = c;</a:t>
            </a:r>
          </a:p>
          <a:p>
            <a:pPr defTabSz="53975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fr-FR" altLang="zh-CN" sz="2400" dirty="0"/>
              <a:t>			p_data = new int[row*col];</a:t>
            </a:r>
          </a:p>
          <a:p>
            <a:pPr defTabSz="53975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fr-FR" altLang="zh-CN" sz="2400" dirty="0"/>
              <a:t>			for (int i=0; i&lt;row*col; i++) p_data[i] = 0;</a:t>
            </a:r>
          </a:p>
          <a:p>
            <a:pPr defTabSz="53975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fr-FR" altLang="zh-CN" sz="2400" dirty="0"/>
              <a:t>		}</a:t>
            </a:r>
          </a:p>
          <a:p>
            <a:pPr defTabSz="53975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fr-FR" altLang="zh-CN" sz="2400" dirty="0"/>
              <a:t>		~Matrix() 	{ delete []p_data; }		</a:t>
            </a:r>
          </a:p>
        </p:txBody>
      </p:sp>
    </p:spTree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5235" name="Rectangle 3">
            <a:extLst>
              <a:ext uri="{FF2B5EF4-FFF2-40B4-BE49-F238E27FC236}">
                <a16:creationId xmlns:a16="http://schemas.microsoft.com/office/drawing/2014/main" id="{8D55663D-54F8-6B28-2DB9-9BD9EC1845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46088" y="476250"/>
            <a:ext cx="8229600" cy="6048375"/>
          </a:xfrm>
        </p:spPr>
        <p:txBody>
          <a:bodyPr/>
          <a:lstStyle/>
          <a:p>
            <a:pPr defTabSz="376238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fr-FR" altLang="zh-CN" sz="2400" dirty="0"/>
              <a:t>		int &amp;element(int i, int j) //</a:t>
            </a:r>
            <a:r>
              <a:rPr lang="zh-CN" altLang="en-US" sz="2400" dirty="0"/>
              <a:t>访问矩阵元素。</a:t>
            </a:r>
            <a:endParaRPr lang="zh-CN" altLang="fr-FR" sz="2400" dirty="0"/>
          </a:p>
          <a:p>
            <a:pPr defTabSz="376238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zh-CN" altLang="fr-FR" sz="2400" dirty="0"/>
              <a:t>		</a:t>
            </a:r>
            <a:r>
              <a:rPr lang="fr-FR" altLang="zh-CN" sz="2400" dirty="0"/>
              <a:t>{	if (i &lt; 0 || i &gt;= row || j &lt; 0 || j &gt;= col)</a:t>
            </a:r>
          </a:p>
          <a:p>
            <a:pPr defTabSz="376238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fr-FR" altLang="zh-CN" sz="2400" dirty="0"/>
              <a:t>			{	cerr &lt;&lt; "</a:t>
            </a:r>
            <a:r>
              <a:rPr lang="zh-CN" altLang="en-US" sz="2400" dirty="0"/>
              <a:t>矩阵下标越界</a:t>
            </a:r>
            <a:r>
              <a:rPr lang="fr-FR" altLang="zh-CN" sz="2400" dirty="0"/>
              <a:t>\n";</a:t>
            </a:r>
          </a:p>
          <a:p>
            <a:pPr defTabSz="376238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fr-FR" altLang="zh-CN" sz="2400" dirty="0"/>
              <a:t>				exit(-1);</a:t>
            </a:r>
          </a:p>
          <a:p>
            <a:pPr defTabSz="376238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fr-FR" altLang="zh-CN" sz="2400" dirty="0"/>
              <a:t>			}</a:t>
            </a:r>
          </a:p>
          <a:p>
            <a:pPr defTabSz="376238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fr-FR" altLang="zh-CN" sz="2400" dirty="0"/>
              <a:t>			return *(p_data+i*col+j);</a:t>
            </a:r>
          </a:p>
          <a:p>
            <a:pPr defTabSz="376238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fr-FR" altLang="zh-CN" sz="2400" dirty="0"/>
              <a:t>		}</a:t>
            </a:r>
          </a:p>
          <a:p>
            <a:pPr defTabSz="376238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fr-FR" altLang="zh-CN" sz="2400" dirty="0"/>
              <a:t>    int element(int i, int j) </a:t>
            </a:r>
            <a:r>
              <a:rPr lang="fr-FR" altLang="zh-CN" sz="2400" dirty="0">
                <a:solidFill>
                  <a:srgbClr val="FFC000"/>
                </a:solidFill>
              </a:rPr>
              <a:t>const</a:t>
            </a:r>
            <a:r>
              <a:rPr lang="fr-FR" altLang="zh-CN" sz="2400" dirty="0"/>
              <a:t> //</a:t>
            </a:r>
            <a:r>
              <a:rPr lang="zh-CN" altLang="en-US" sz="2400" dirty="0">
                <a:solidFill>
                  <a:srgbClr val="FFC000"/>
                </a:solidFill>
              </a:rPr>
              <a:t>重载的特殊情况！</a:t>
            </a:r>
            <a:endParaRPr lang="fr-FR" altLang="zh-CN" sz="2400" dirty="0">
              <a:solidFill>
                <a:srgbClr val="FFC000"/>
              </a:solidFill>
            </a:endParaRPr>
          </a:p>
          <a:p>
            <a:pPr defTabSz="376238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fr-FR" altLang="zh-CN" sz="2400" dirty="0"/>
              <a:t>                       //</a:t>
            </a:r>
            <a:r>
              <a:rPr lang="zh-CN" altLang="en-US" sz="2400" dirty="0"/>
              <a:t>访问矩阵元素</a:t>
            </a:r>
            <a:r>
              <a:rPr lang="zh-CN" altLang="fr-FR" sz="2400" dirty="0"/>
              <a:t>（</a:t>
            </a:r>
            <a:r>
              <a:rPr lang="zh-CN" altLang="en-US" sz="2400" dirty="0">
                <a:solidFill>
                  <a:srgbClr val="FFC000"/>
                </a:solidFill>
              </a:rPr>
              <a:t>为常量对象而提供</a:t>
            </a:r>
            <a:r>
              <a:rPr lang="zh-CN" altLang="fr-FR" sz="2400" dirty="0"/>
              <a:t>）</a:t>
            </a:r>
            <a:r>
              <a:rPr lang="zh-CN" altLang="en-US" sz="2400" dirty="0"/>
              <a:t>。</a:t>
            </a:r>
            <a:endParaRPr lang="zh-CN" altLang="fr-FR" sz="2400" dirty="0"/>
          </a:p>
          <a:p>
            <a:pPr defTabSz="376238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zh-CN" altLang="fr-FR" sz="2400" dirty="0"/>
              <a:t>		</a:t>
            </a:r>
            <a:r>
              <a:rPr lang="it-IT" altLang="zh-CN" sz="2400" dirty="0"/>
              <a:t>{	if (i &lt; 0 || i &gt;= row || j &lt; 0 || j &gt;= col)</a:t>
            </a:r>
          </a:p>
          <a:p>
            <a:pPr defTabSz="376238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it-IT" altLang="zh-CN" sz="2400" dirty="0"/>
              <a:t>			{	cerr &lt;&lt; "</a:t>
            </a:r>
            <a:r>
              <a:rPr lang="zh-CN" altLang="en-US" sz="2400" dirty="0"/>
              <a:t>矩阵下标越界</a:t>
            </a:r>
            <a:r>
              <a:rPr lang="it-IT" altLang="zh-CN" sz="2400" dirty="0"/>
              <a:t>\n";</a:t>
            </a:r>
          </a:p>
          <a:p>
            <a:pPr defTabSz="376238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it-IT" altLang="zh-CN" sz="2400" dirty="0"/>
              <a:t>				exit(-1);</a:t>
            </a:r>
          </a:p>
          <a:p>
            <a:pPr defTabSz="376238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it-IT" altLang="zh-CN" sz="2400" dirty="0"/>
              <a:t>			}</a:t>
            </a:r>
          </a:p>
          <a:p>
            <a:pPr defTabSz="376238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it-IT" altLang="zh-CN" sz="2400" dirty="0"/>
              <a:t>			return *(p_data+i*col+j);</a:t>
            </a:r>
          </a:p>
          <a:p>
            <a:pPr defTabSz="376238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it-IT" altLang="zh-CN" sz="2400" dirty="0"/>
              <a:t>		}</a:t>
            </a:r>
          </a:p>
        </p:txBody>
      </p:sp>
      <p:sp>
        <p:nvSpPr>
          <p:cNvPr id="1375236" name="Text Box 4">
            <a:extLst>
              <a:ext uri="{FF2B5EF4-FFF2-40B4-BE49-F238E27FC236}">
                <a16:creationId xmlns:a16="http://schemas.microsoft.com/office/drawing/2014/main" id="{E34DCA36-C43E-FB1A-E012-1757045AA3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75" y="1355725"/>
            <a:ext cx="2679700" cy="146526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/>
              <a:t>Matrix m(10,10);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/>
              <a:t>......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/>
              <a:t>m.element(1,2) =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/>
              <a:t>   m.element(1,2)+1;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/>
          </a:p>
        </p:txBody>
      </p:sp>
      <p:sp>
        <p:nvSpPr>
          <p:cNvPr id="1375237" name="Text Box 5">
            <a:extLst>
              <a:ext uri="{FF2B5EF4-FFF2-40B4-BE49-F238E27FC236}">
                <a16:creationId xmlns:a16="http://schemas.microsoft.com/office/drawing/2014/main" id="{5A5740F0-BC53-0446-520F-AC1FF99CF1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9300" y="4652963"/>
            <a:ext cx="3279775" cy="1739900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fr-FR" altLang="zh-CN" sz="1800"/>
              <a:t>void f(</a:t>
            </a:r>
            <a:r>
              <a:rPr lang="fr-FR" altLang="zh-CN" sz="1800">
                <a:solidFill>
                  <a:srgbClr val="FFC000"/>
                </a:solidFill>
              </a:rPr>
              <a:t>const</a:t>
            </a:r>
            <a:r>
              <a:rPr lang="fr-FR" altLang="zh-CN" sz="1800"/>
              <a:t> Matrix&amp; m)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fr-FR" altLang="zh-CN" sz="1800"/>
              <a:t>{ int x;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fr-FR" altLang="zh-CN" sz="1800"/>
              <a:t>   x =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fr-FR" altLang="zh-CN" sz="1800"/>
              <a:t>     m.element(1,2)*10+1;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fr-FR" altLang="zh-CN" sz="1800"/>
              <a:t>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5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752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752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5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752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752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5236" grpId="0" animBg="1"/>
      <p:bldP spid="137523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6259" name="Rectangle 3">
            <a:extLst>
              <a:ext uri="{FF2B5EF4-FFF2-40B4-BE49-F238E27FC236}">
                <a16:creationId xmlns:a16="http://schemas.microsoft.com/office/drawing/2014/main" id="{C173D86C-2C5B-3819-C354-C34136DC15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360363"/>
            <a:ext cx="8229600" cy="6237287"/>
          </a:xfrm>
        </p:spPr>
        <p:txBody>
          <a:bodyPr/>
          <a:lstStyle/>
          <a:p>
            <a:pPr defTabSz="555625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it-IT" altLang="zh-CN" sz="2400" dirty="0"/>
              <a:t>		int dimension_row() const //</a:t>
            </a:r>
            <a:r>
              <a:rPr lang="zh-CN" altLang="en-US" sz="2400" dirty="0"/>
              <a:t>获得矩阵的行数。</a:t>
            </a:r>
            <a:endParaRPr lang="zh-CN" altLang="it-IT" sz="2400" dirty="0"/>
          </a:p>
          <a:p>
            <a:pPr defTabSz="555625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zh-CN" altLang="it-IT" sz="2400" dirty="0"/>
              <a:t>		</a:t>
            </a:r>
            <a:r>
              <a:rPr lang="it-IT" altLang="zh-CN" sz="2400" dirty="0"/>
              <a:t>{	return row;</a:t>
            </a:r>
          </a:p>
          <a:p>
            <a:pPr defTabSz="555625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it-IT" altLang="zh-CN" sz="2400" dirty="0"/>
              <a:t>		}</a:t>
            </a:r>
          </a:p>
          <a:p>
            <a:pPr defTabSz="555625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it-IT" altLang="zh-CN" sz="2400" dirty="0"/>
              <a:t>		int dimension_column() const //</a:t>
            </a:r>
            <a:r>
              <a:rPr lang="zh-CN" altLang="en-US" sz="2400" dirty="0"/>
              <a:t>获得矩阵的列数。</a:t>
            </a:r>
            <a:endParaRPr lang="zh-CN" altLang="it-IT" sz="2400" dirty="0"/>
          </a:p>
          <a:p>
            <a:pPr defTabSz="555625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zh-CN" altLang="it-IT" sz="2400" dirty="0"/>
              <a:t>		</a:t>
            </a:r>
            <a:r>
              <a:rPr lang="it-IT" altLang="zh-CN" sz="2400" dirty="0"/>
              <a:t>{	return col;</a:t>
            </a:r>
          </a:p>
          <a:p>
            <a:pPr defTabSz="555625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it-IT" altLang="zh-CN" sz="2400" dirty="0"/>
              <a:t>		}</a:t>
            </a:r>
          </a:p>
          <a:p>
            <a:pPr defTabSz="555625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it-IT" altLang="zh-CN" sz="2400" dirty="0"/>
              <a:t>	  void display() const //</a:t>
            </a:r>
            <a:r>
              <a:rPr lang="zh-CN" altLang="en-US" sz="2400" dirty="0"/>
              <a:t>显示矩阵元素。</a:t>
            </a:r>
            <a:endParaRPr lang="zh-CN" altLang="it-IT" sz="2400" dirty="0"/>
          </a:p>
          <a:p>
            <a:pPr defTabSz="555625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zh-CN" altLang="it-IT" sz="2400" dirty="0"/>
              <a:t>		</a:t>
            </a:r>
            <a:r>
              <a:rPr lang="en-US" altLang="zh-CN" sz="2400" dirty="0"/>
              <a:t>{	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*p=</a:t>
            </a:r>
            <a:r>
              <a:rPr lang="en-US" altLang="zh-CN" sz="2400" dirty="0" err="1"/>
              <a:t>p_data</a:t>
            </a:r>
            <a:r>
              <a:rPr lang="en-US" altLang="zh-CN" sz="2400" dirty="0"/>
              <a:t>; </a:t>
            </a:r>
          </a:p>
          <a:p>
            <a:pPr defTabSz="555625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			for (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=0;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&lt;row;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++)</a:t>
            </a:r>
          </a:p>
          <a:p>
            <a:pPr defTabSz="555625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			{	for (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j=0; j&lt;col; </a:t>
            </a:r>
            <a:r>
              <a:rPr lang="en-US" altLang="zh-CN" sz="2400" dirty="0" err="1"/>
              <a:t>j++</a:t>
            </a:r>
            <a:r>
              <a:rPr lang="en-US" altLang="zh-CN" sz="2400" dirty="0"/>
              <a:t>)</a:t>
            </a:r>
          </a:p>
          <a:p>
            <a:pPr defTabSz="555625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				{ </a:t>
            </a:r>
            <a:r>
              <a:rPr lang="en-US" altLang="zh-CN" sz="2400" dirty="0" err="1"/>
              <a:t>cout</a:t>
            </a:r>
            <a:r>
              <a:rPr lang="en-US" altLang="zh-CN" sz="2400" dirty="0"/>
              <a:t> &lt;&lt; *p &lt;&lt; ' ';</a:t>
            </a:r>
          </a:p>
          <a:p>
            <a:pPr defTabSz="555625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				   p++;</a:t>
            </a:r>
          </a:p>
          <a:p>
            <a:pPr defTabSz="555625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				}</a:t>
            </a:r>
          </a:p>
          <a:p>
            <a:pPr defTabSz="555625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				</a:t>
            </a:r>
            <a:r>
              <a:rPr lang="en-US" altLang="zh-CN" sz="2400" dirty="0" err="1"/>
              <a:t>cout</a:t>
            </a:r>
            <a:r>
              <a:rPr lang="en-US" altLang="zh-CN" sz="2400" dirty="0"/>
              <a:t> &lt;&lt; </a:t>
            </a:r>
            <a:r>
              <a:rPr lang="en-US" altLang="zh-CN" sz="2400" dirty="0" err="1"/>
              <a:t>endl</a:t>
            </a:r>
            <a:r>
              <a:rPr lang="en-US" altLang="zh-CN" sz="2400" dirty="0"/>
              <a:t>;</a:t>
            </a:r>
          </a:p>
          <a:p>
            <a:pPr defTabSz="555625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			}</a:t>
            </a:r>
          </a:p>
          <a:p>
            <a:pPr defTabSz="555625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		}</a:t>
            </a:r>
          </a:p>
          <a:p>
            <a:pPr defTabSz="555625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};</a:t>
            </a:r>
          </a:p>
        </p:txBody>
      </p:sp>
    </p:spTree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7283" name="Rectangle 3">
            <a:extLst>
              <a:ext uri="{FF2B5EF4-FFF2-40B4-BE49-F238E27FC236}">
                <a16:creationId xmlns:a16="http://schemas.microsoft.com/office/drawing/2014/main" id="{6A344E55-D141-8A3F-3296-FA36A214C0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88913"/>
            <a:ext cx="8229600" cy="6335712"/>
          </a:xfrm>
        </p:spPr>
        <p:txBody>
          <a:bodyPr>
            <a:normAutofit/>
          </a:bodyPr>
          <a:lstStyle/>
          <a:p>
            <a:pPr defTabSz="523875" eaLnBrk="1" hangingPunct="1">
              <a:lnSpc>
                <a:spcPct val="80000"/>
              </a:lnSpc>
              <a:defRPr/>
            </a:pPr>
            <a:r>
              <a:rPr lang="zh-CN" altLang="en-US" sz="2800" dirty="0"/>
              <a:t>向量类的定义</a:t>
            </a:r>
            <a:endParaRPr lang="en-US" altLang="zh-CN" sz="2800" dirty="0"/>
          </a:p>
          <a:p>
            <a:pPr defTabSz="523875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class Vector  //</a:t>
            </a:r>
            <a:r>
              <a:rPr lang="zh-CN" altLang="en-US" sz="2400" dirty="0"/>
              <a:t>向量类</a:t>
            </a:r>
          </a:p>
          <a:p>
            <a:pPr defTabSz="523875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{		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*</a:t>
            </a:r>
            <a:r>
              <a:rPr lang="en-US" altLang="zh-CN" sz="2400" dirty="0" err="1"/>
              <a:t>p_data</a:t>
            </a:r>
            <a:r>
              <a:rPr lang="en-US" altLang="zh-CN" sz="2400" dirty="0"/>
              <a:t>;</a:t>
            </a:r>
          </a:p>
          <a:p>
            <a:pPr defTabSz="523875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		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</a:t>
            </a:r>
            <a:r>
              <a:rPr lang="en-US" altLang="zh-CN" sz="2400" dirty="0" err="1"/>
              <a:t>num</a:t>
            </a:r>
            <a:r>
              <a:rPr lang="en-US" altLang="zh-CN" sz="2400" dirty="0"/>
              <a:t>;</a:t>
            </a:r>
          </a:p>
          <a:p>
            <a:pPr defTabSz="523875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	public:</a:t>
            </a:r>
          </a:p>
          <a:p>
            <a:pPr defTabSz="523875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		Vector(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n)</a:t>
            </a:r>
          </a:p>
          <a:p>
            <a:pPr defTabSz="523875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		{	if (n &lt;= 0) </a:t>
            </a:r>
          </a:p>
          <a:p>
            <a:pPr defTabSz="523875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			{	</a:t>
            </a:r>
            <a:r>
              <a:rPr lang="en-US" altLang="zh-CN" sz="2400" dirty="0" err="1"/>
              <a:t>cerr</a:t>
            </a:r>
            <a:r>
              <a:rPr lang="en-US" altLang="zh-CN" sz="2400" dirty="0"/>
              <a:t> &lt;&lt; "</a:t>
            </a:r>
            <a:r>
              <a:rPr lang="zh-CN" altLang="en-US" sz="2400" dirty="0"/>
              <a:t>向量尺寸不合法！</a:t>
            </a:r>
            <a:r>
              <a:rPr lang="en-US" altLang="zh-CN" sz="2400" dirty="0"/>
              <a:t>\n"; </a:t>
            </a:r>
          </a:p>
          <a:p>
            <a:pPr defTabSz="523875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				exit(-1);</a:t>
            </a:r>
          </a:p>
          <a:p>
            <a:pPr defTabSz="523875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			}</a:t>
            </a:r>
          </a:p>
          <a:p>
            <a:pPr defTabSz="523875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			</a:t>
            </a:r>
            <a:r>
              <a:rPr lang="en-US" altLang="zh-CN" sz="2400" dirty="0" err="1"/>
              <a:t>num</a:t>
            </a:r>
            <a:r>
              <a:rPr lang="en-US" altLang="zh-CN" sz="2400" dirty="0"/>
              <a:t> = n;</a:t>
            </a:r>
          </a:p>
          <a:p>
            <a:pPr defTabSz="523875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			</a:t>
            </a:r>
            <a:r>
              <a:rPr lang="en-US" altLang="zh-CN" sz="2400" dirty="0" err="1"/>
              <a:t>p_data</a:t>
            </a:r>
            <a:r>
              <a:rPr lang="en-US" altLang="zh-CN" sz="2400" dirty="0"/>
              <a:t> = new 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[</a:t>
            </a:r>
            <a:r>
              <a:rPr lang="en-US" altLang="zh-CN" sz="2400" dirty="0" err="1"/>
              <a:t>num</a:t>
            </a:r>
            <a:r>
              <a:rPr lang="en-US" altLang="zh-CN" sz="2400" dirty="0"/>
              <a:t>];</a:t>
            </a:r>
          </a:p>
          <a:p>
            <a:pPr defTabSz="523875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			</a:t>
            </a:r>
            <a:r>
              <a:rPr lang="fr-FR" altLang="zh-CN" sz="2400" dirty="0"/>
              <a:t>for (int i=0; i&lt;num; i++) p_data[i] = 0;</a:t>
            </a:r>
            <a:endParaRPr lang="en-US" altLang="zh-CN" sz="2400" dirty="0"/>
          </a:p>
          <a:p>
            <a:pPr defTabSz="523875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		}</a:t>
            </a:r>
          </a:p>
          <a:p>
            <a:pPr defTabSz="523875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		~Vector()</a:t>
            </a:r>
          </a:p>
          <a:p>
            <a:pPr defTabSz="523875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		{	delete []</a:t>
            </a:r>
            <a:r>
              <a:rPr lang="en-US" altLang="zh-CN" sz="2400" dirty="0" err="1"/>
              <a:t>p_data</a:t>
            </a:r>
            <a:r>
              <a:rPr lang="en-US" altLang="zh-CN" sz="2400" dirty="0"/>
              <a:t>;</a:t>
            </a:r>
          </a:p>
          <a:p>
            <a:pPr defTabSz="523875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		}</a:t>
            </a:r>
          </a:p>
        </p:txBody>
      </p:sp>
    </p:spTree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8307" name="Rectangle 3">
            <a:extLst>
              <a:ext uri="{FF2B5EF4-FFF2-40B4-BE49-F238E27FC236}">
                <a16:creationId xmlns:a16="http://schemas.microsoft.com/office/drawing/2014/main" id="{B48DC7C5-C3D3-FE97-0F9C-C71219853B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393700"/>
            <a:ext cx="8229600" cy="6130925"/>
          </a:xfrm>
        </p:spPr>
        <p:txBody>
          <a:bodyPr/>
          <a:lstStyle/>
          <a:p>
            <a:pPr defTabSz="523875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/>
              <a:t>		int &amp;element(int i) //</a:t>
            </a:r>
            <a:r>
              <a:rPr lang="zh-CN" altLang="en-US" sz="2400"/>
              <a:t>访问向量元素。</a:t>
            </a:r>
          </a:p>
          <a:p>
            <a:pPr defTabSz="523875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/>
              <a:t>		</a:t>
            </a:r>
            <a:r>
              <a:rPr lang="en-US" altLang="zh-CN" sz="2400"/>
              <a:t>{	if (i &lt; 0 || i &gt;= num)</a:t>
            </a:r>
          </a:p>
          <a:p>
            <a:pPr defTabSz="523875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/>
              <a:t>			{	cerr &lt;&lt; "</a:t>
            </a:r>
            <a:r>
              <a:rPr lang="zh-CN" altLang="en-US" sz="2400"/>
              <a:t>向量下标越界！</a:t>
            </a:r>
            <a:r>
              <a:rPr lang="en-US" altLang="zh-CN" sz="2400"/>
              <a:t>\n";</a:t>
            </a:r>
          </a:p>
          <a:p>
            <a:pPr defTabSz="523875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/>
              <a:t>				exit(-1);</a:t>
            </a:r>
          </a:p>
          <a:p>
            <a:pPr defTabSz="523875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/>
              <a:t>			}</a:t>
            </a:r>
          </a:p>
          <a:p>
            <a:pPr defTabSz="523875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/>
              <a:t>			return p_data[i];</a:t>
            </a:r>
          </a:p>
          <a:p>
            <a:pPr defTabSz="523875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/>
              <a:t>		}</a:t>
            </a:r>
          </a:p>
          <a:p>
            <a:pPr defTabSz="523875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/>
              <a:t>		int element(int i) const </a:t>
            </a:r>
          </a:p>
          <a:p>
            <a:pPr defTabSz="523875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/>
              <a:t>                     //</a:t>
            </a:r>
            <a:r>
              <a:rPr lang="zh-CN" altLang="en-US" sz="2400"/>
              <a:t>访问向量元素（为常量对象而提供）。</a:t>
            </a:r>
          </a:p>
          <a:p>
            <a:pPr defTabSz="523875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/>
              <a:t>		</a:t>
            </a:r>
            <a:r>
              <a:rPr lang="en-US" altLang="zh-CN" sz="2400"/>
              <a:t>{	if (i &lt; 0 || i &gt;= num)</a:t>
            </a:r>
          </a:p>
          <a:p>
            <a:pPr defTabSz="523875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/>
              <a:t>			{	cerr &lt;&lt; "</a:t>
            </a:r>
            <a:r>
              <a:rPr lang="zh-CN" altLang="en-US" sz="2400"/>
              <a:t>向量下标越界！</a:t>
            </a:r>
            <a:r>
              <a:rPr lang="en-US" altLang="zh-CN" sz="2400"/>
              <a:t>\n";</a:t>
            </a:r>
          </a:p>
          <a:p>
            <a:pPr defTabSz="523875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/>
              <a:t>				exit(-1);</a:t>
            </a:r>
          </a:p>
          <a:p>
            <a:pPr defTabSz="523875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/>
              <a:t>			}</a:t>
            </a:r>
          </a:p>
          <a:p>
            <a:pPr defTabSz="523875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/>
              <a:t>			return p_data[i];</a:t>
            </a:r>
          </a:p>
          <a:p>
            <a:pPr defTabSz="523875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/>
              <a:t>		}</a:t>
            </a:r>
          </a:p>
        </p:txBody>
      </p:sp>
    </p:spTree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9331" name="Rectangle 3">
            <a:extLst>
              <a:ext uri="{FF2B5EF4-FFF2-40B4-BE49-F238E27FC236}">
                <a16:creationId xmlns:a16="http://schemas.microsoft.com/office/drawing/2014/main" id="{3C293A03-C29F-9BAF-05CE-FD1BD55BD1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defTabSz="523875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/>
              <a:t>		</a:t>
            </a:r>
            <a:r>
              <a:rPr lang="en-US" altLang="zh-CN" sz="2800" dirty="0" err="1"/>
              <a:t>int</a:t>
            </a:r>
            <a:r>
              <a:rPr lang="en-US" altLang="zh-CN" sz="2800" dirty="0"/>
              <a:t> dimension() </a:t>
            </a:r>
            <a:r>
              <a:rPr lang="en-US" altLang="zh-CN" sz="2800" dirty="0" err="1"/>
              <a:t>const</a:t>
            </a:r>
            <a:r>
              <a:rPr lang="en-US" altLang="zh-CN" sz="2800" dirty="0"/>
              <a:t> //</a:t>
            </a:r>
            <a:r>
              <a:rPr lang="zh-CN" altLang="en-US" sz="2800" dirty="0"/>
              <a:t>返回向量的尺寸。</a:t>
            </a:r>
          </a:p>
          <a:p>
            <a:pPr defTabSz="523875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800" dirty="0"/>
              <a:t>		</a:t>
            </a:r>
            <a:r>
              <a:rPr lang="en-US" altLang="zh-CN" sz="2800" dirty="0"/>
              <a:t>{	return </a:t>
            </a:r>
            <a:r>
              <a:rPr lang="en-US" altLang="zh-CN" sz="2800" dirty="0" err="1"/>
              <a:t>num</a:t>
            </a:r>
            <a:r>
              <a:rPr lang="en-US" altLang="zh-CN" sz="2800" dirty="0"/>
              <a:t>;</a:t>
            </a:r>
          </a:p>
          <a:p>
            <a:pPr defTabSz="523875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/>
              <a:t>		}</a:t>
            </a:r>
          </a:p>
          <a:p>
            <a:pPr defTabSz="523875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/>
              <a:t>		void display() </a:t>
            </a:r>
            <a:r>
              <a:rPr lang="en-US" altLang="zh-CN" sz="2800" dirty="0" err="1"/>
              <a:t>const</a:t>
            </a:r>
            <a:r>
              <a:rPr lang="en-US" altLang="zh-CN" sz="2800" dirty="0"/>
              <a:t> //</a:t>
            </a:r>
            <a:r>
              <a:rPr lang="zh-CN" altLang="en-US" sz="2800" dirty="0"/>
              <a:t>显示向量元素。</a:t>
            </a:r>
          </a:p>
          <a:p>
            <a:pPr defTabSz="523875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800" dirty="0"/>
              <a:t>		</a:t>
            </a:r>
            <a:r>
              <a:rPr lang="en-US" altLang="zh-CN" sz="2800" dirty="0"/>
              <a:t>{	</a:t>
            </a:r>
            <a:r>
              <a:rPr lang="en-US" altLang="zh-CN" sz="2800" dirty="0" err="1"/>
              <a:t>int</a:t>
            </a:r>
            <a:r>
              <a:rPr lang="en-US" altLang="zh-CN" sz="2800" dirty="0"/>
              <a:t> *p=</a:t>
            </a:r>
            <a:r>
              <a:rPr lang="en-US" altLang="zh-CN" sz="2800" dirty="0" err="1"/>
              <a:t>p_data</a:t>
            </a:r>
            <a:r>
              <a:rPr lang="en-US" altLang="zh-CN" sz="2800" dirty="0"/>
              <a:t>;</a:t>
            </a:r>
          </a:p>
          <a:p>
            <a:pPr defTabSz="523875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/>
              <a:t>			for (</a:t>
            </a:r>
            <a:r>
              <a:rPr lang="en-US" altLang="zh-CN" sz="2800" dirty="0" err="1"/>
              <a:t>int</a:t>
            </a:r>
            <a:r>
              <a:rPr lang="en-US" altLang="zh-CN" sz="2800" dirty="0"/>
              <a:t> </a:t>
            </a:r>
            <a:r>
              <a:rPr lang="en-US" altLang="zh-CN" sz="2800" dirty="0" err="1"/>
              <a:t>i</a:t>
            </a:r>
            <a:r>
              <a:rPr lang="en-US" altLang="zh-CN" sz="2800" dirty="0"/>
              <a:t>=0; </a:t>
            </a:r>
            <a:r>
              <a:rPr lang="en-US" altLang="zh-CN" sz="2800" dirty="0" err="1"/>
              <a:t>i</a:t>
            </a:r>
            <a:r>
              <a:rPr lang="en-US" altLang="zh-CN" sz="2800" dirty="0"/>
              <a:t>&lt;</a:t>
            </a:r>
            <a:r>
              <a:rPr lang="en-US" altLang="zh-CN" sz="2800" dirty="0" err="1"/>
              <a:t>num</a:t>
            </a:r>
            <a:r>
              <a:rPr lang="en-US" altLang="zh-CN" sz="2800" dirty="0"/>
              <a:t>; </a:t>
            </a:r>
            <a:r>
              <a:rPr lang="en-US" altLang="zh-CN" sz="2800" dirty="0" err="1"/>
              <a:t>i</a:t>
            </a:r>
            <a:r>
              <a:rPr lang="en-US" altLang="zh-CN" sz="2800" dirty="0"/>
              <a:t>++,p++)</a:t>
            </a:r>
          </a:p>
          <a:p>
            <a:pPr defTabSz="523875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/>
              <a:t>				</a:t>
            </a:r>
            <a:r>
              <a:rPr lang="en-US" altLang="zh-CN" sz="2800" dirty="0" err="1"/>
              <a:t>cout</a:t>
            </a:r>
            <a:r>
              <a:rPr lang="en-US" altLang="zh-CN" sz="2800" dirty="0"/>
              <a:t> &lt;&lt; *p &lt;&lt; ' ';</a:t>
            </a:r>
          </a:p>
          <a:p>
            <a:pPr defTabSz="523875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/>
              <a:t>			</a:t>
            </a:r>
            <a:r>
              <a:rPr lang="en-US" altLang="zh-CN" sz="2800" dirty="0" err="1"/>
              <a:t>cout</a:t>
            </a:r>
            <a:r>
              <a:rPr lang="en-US" altLang="zh-CN" sz="2800" dirty="0"/>
              <a:t> &lt;&lt; </a:t>
            </a:r>
            <a:r>
              <a:rPr lang="en-US" altLang="zh-CN" sz="2800" dirty="0" err="1"/>
              <a:t>endl</a:t>
            </a:r>
            <a:r>
              <a:rPr lang="en-US" altLang="zh-CN" sz="2800" dirty="0"/>
              <a:t>;</a:t>
            </a:r>
          </a:p>
          <a:p>
            <a:pPr defTabSz="523875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/>
              <a:t>		}</a:t>
            </a:r>
          </a:p>
          <a:p>
            <a:pPr defTabSz="523875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/>
              <a:t>};</a:t>
            </a:r>
          </a:p>
          <a:p>
            <a:pPr defTabSz="523875" eaLnBrk="1" hangingPunct="1">
              <a:lnSpc>
                <a:spcPct val="80000"/>
              </a:lnSpc>
              <a:defRPr/>
            </a:pPr>
            <a:endParaRPr lang="en-US" altLang="zh-CN" sz="2800" dirty="0"/>
          </a:p>
        </p:txBody>
      </p:sp>
    </p:spTree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1379" name="Rectangle 3">
            <a:extLst>
              <a:ext uri="{FF2B5EF4-FFF2-40B4-BE49-F238E27FC236}">
                <a16:creationId xmlns:a16="http://schemas.microsoft.com/office/drawing/2014/main" id="{5D63E52C-91E8-5D6D-626F-6944F87001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260350"/>
            <a:ext cx="8229600" cy="6408738"/>
          </a:xfrm>
        </p:spPr>
        <p:txBody>
          <a:bodyPr/>
          <a:lstStyle/>
          <a:p>
            <a:pPr defTabSz="523875" eaLnBrk="1" hangingPunct="1">
              <a:lnSpc>
                <a:spcPct val="80000"/>
              </a:lnSpc>
              <a:defRPr/>
            </a:pPr>
            <a:r>
              <a:rPr lang="zh-CN" altLang="en-US" sz="2800" dirty="0"/>
              <a:t>矩阵与向量对象的创建</a:t>
            </a:r>
            <a:endParaRPr lang="en-US" altLang="zh-CN" sz="2800" dirty="0"/>
          </a:p>
          <a:p>
            <a:pPr defTabSz="523875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	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</a:t>
            </a:r>
            <a:r>
              <a:rPr lang="en-US" altLang="zh-CN" sz="2400" dirty="0" err="1"/>
              <a:t>row,column</a:t>
            </a:r>
            <a:r>
              <a:rPr lang="en-US" altLang="zh-CN" sz="2400" dirty="0"/>
              <a:t>; //</a:t>
            </a:r>
            <a:r>
              <a:rPr lang="zh-CN" altLang="en-US" sz="2400" dirty="0"/>
              <a:t>矩阵的行数、列数</a:t>
            </a:r>
            <a:endParaRPr lang="en-US" altLang="zh-CN" sz="2400" dirty="0"/>
          </a:p>
          <a:p>
            <a:pPr defTabSz="523875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	</a:t>
            </a:r>
            <a:r>
              <a:rPr lang="en-US" altLang="zh-CN" sz="2400" dirty="0" err="1"/>
              <a:t>cin</a:t>
            </a:r>
            <a:r>
              <a:rPr lang="en-US" altLang="zh-CN" sz="2400" dirty="0"/>
              <a:t> &gt;&gt; row &gt;&gt; column;</a:t>
            </a:r>
          </a:p>
          <a:p>
            <a:pPr defTabSz="523875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	Matrix m(</a:t>
            </a:r>
            <a:r>
              <a:rPr lang="en-US" altLang="zh-CN" sz="2400" dirty="0" err="1"/>
              <a:t>row,column</a:t>
            </a:r>
            <a:r>
              <a:rPr lang="en-US" altLang="zh-CN" sz="2400" dirty="0"/>
              <a:t>); //</a:t>
            </a:r>
            <a:r>
              <a:rPr lang="zh-CN" altLang="en-US" sz="2400" dirty="0">
                <a:solidFill>
                  <a:srgbClr val="FFC000"/>
                </a:solidFill>
              </a:rPr>
              <a:t>创建矩阵对象</a:t>
            </a:r>
            <a:endParaRPr lang="en-US" altLang="zh-CN" sz="2400" dirty="0">
              <a:solidFill>
                <a:srgbClr val="FFC000"/>
              </a:solidFill>
            </a:endParaRPr>
          </a:p>
          <a:p>
            <a:pPr defTabSz="523875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	for (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=0;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&lt;row;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++) //</a:t>
            </a:r>
            <a:r>
              <a:rPr lang="zh-CN" altLang="en-US" sz="2400" dirty="0"/>
              <a:t>输入矩阵数据</a:t>
            </a:r>
            <a:endParaRPr lang="en-US" altLang="zh-CN" sz="2400" dirty="0"/>
          </a:p>
          <a:p>
            <a:pPr defTabSz="523875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		for (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j=0; j&lt;column; </a:t>
            </a:r>
            <a:r>
              <a:rPr lang="en-US" altLang="zh-CN" sz="2400" dirty="0" err="1"/>
              <a:t>j++</a:t>
            </a:r>
            <a:r>
              <a:rPr lang="en-US" altLang="zh-CN" sz="2400" dirty="0"/>
              <a:t>)</a:t>
            </a:r>
          </a:p>
          <a:p>
            <a:pPr defTabSz="523875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			</a:t>
            </a:r>
            <a:r>
              <a:rPr lang="en-US" altLang="zh-CN" sz="2400" dirty="0" err="1"/>
              <a:t>cin</a:t>
            </a:r>
            <a:r>
              <a:rPr lang="en-US" altLang="zh-CN" sz="2400" dirty="0"/>
              <a:t> &gt;&gt; </a:t>
            </a:r>
            <a:r>
              <a:rPr lang="en-US" altLang="zh-CN" sz="2400" dirty="0" err="1"/>
              <a:t>m.element</a:t>
            </a:r>
            <a:r>
              <a:rPr lang="en-US" altLang="zh-CN" sz="2400" dirty="0"/>
              <a:t>(</a:t>
            </a:r>
            <a:r>
              <a:rPr lang="en-US" altLang="zh-CN" sz="2400" dirty="0" err="1"/>
              <a:t>i,j</a:t>
            </a:r>
            <a:r>
              <a:rPr lang="en-US" altLang="zh-CN" sz="2400" dirty="0"/>
              <a:t>);</a:t>
            </a:r>
          </a:p>
          <a:p>
            <a:pPr defTabSz="523875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	</a:t>
            </a:r>
            <a:r>
              <a:rPr lang="en-US" altLang="zh-CN" sz="2400" dirty="0" err="1"/>
              <a:t>m.display</a:t>
            </a:r>
            <a:r>
              <a:rPr lang="en-US" altLang="zh-CN" sz="2400" dirty="0"/>
              <a:t>(); //</a:t>
            </a:r>
            <a:r>
              <a:rPr lang="zh-CN" altLang="en-US" sz="2400" dirty="0"/>
              <a:t>显示矩阵数据</a:t>
            </a:r>
            <a:endParaRPr lang="en-US" altLang="zh-CN" sz="2400" dirty="0"/>
          </a:p>
          <a:p>
            <a:pPr defTabSz="523875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	</a:t>
            </a:r>
          </a:p>
          <a:p>
            <a:pPr defTabSz="523875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	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dim; //</a:t>
            </a:r>
            <a:r>
              <a:rPr lang="zh-CN" altLang="en-US" sz="2400" dirty="0"/>
              <a:t>向量元素个数</a:t>
            </a:r>
            <a:endParaRPr lang="en-US" altLang="zh-CN" sz="2400" dirty="0"/>
          </a:p>
          <a:p>
            <a:pPr defTabSz="523875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	</a:t>
            </a:r>
            <a:r>
              <a:rPr lang="en-US" altLang="zh-CN" sz="2400" dirty="0" err="1"/>
              <a:t>cin</a:t>
            </a:r>
            <a:r>
              <a:rPr lang="en-US" altLang="zh-CN" sz="2400" dirty="0"/>
              <a:t> &gt;&gt; dim;</a:t>
            </a:r>
          </a:p>
          <a:p>
            <a:pPr defTabSz="523875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	Vector v(dim); //</a:t>
            </a:r>
            <a:r>
              <a:rPr lang="zh-CN" altLang="en-US" sz="2400" dirty="0">
                <a:solidFill>
                  <a:srgbClr val="FFC000"/>
                </a:solidFill>
              </a:rPr>
              <a:t>创建向量对象</a:t>
            </a:r>
            <a:endParaRPr lang="en-US" altLang="zh-CN" sz="2400" dirty="0"/>
          </a:p>
          <a:p>
            <a:pPr defTabSz="523875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	for (</a:t>
            </a:r>
            <a:r>
              <a:rPr lang="en-US" altLang="zh-CN" sz="2400" dirty="0" err="1"/>
              <a:t>i</a:t>
            </a:r>
            <a:r>
              <a:rPr lang="en-US" altLang="zh-CN" sz="2400" dirty="0"/>
              <a:t>=0;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&lt;column;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++) //</a:t>
            </a:r>
            <a:r>
              <a:rPr lang="zh-CN" altLang="en-US" sz="2400" dirty="0"/>
              <a:t>输入向量数据</a:t>
            </a:r>
            <a:endParaRPr lang="en-US" altLang="zh-CN" sz="2400" dirty="0"/>
          </a:p>
          <a:p>
            <a:pPr defTabSz="523875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		 </a:t>
            </a:r>
            <a:r>
              <a:rPr lang="en-US" altLang="zh-CN" sz="2400" dirty="0" err="1"/>
              <a:t>cin</a:t>
            </a:r>
            <a:r>
              <a:rPr lang="en-US" altLang="zh-CN" sz="2400" dirty="0"/>
              <a:t> &gt;&gt; </a:t>
            </a:r>
            <a:r>
              <a:rPr lang="en-US" altLang="zh-CN" sz="2400" dirty="0" err="1"/>
              <a:t>v.element</a:t>
            </a:r>
            <a:r>
              <a:rPr lang="en-US" altLang="zh-CN" sz="2400" dirty="0"/>
              <a:t>(</a:t>
            </a:r>
            <a:r>
              <a:rPr lang="en-US" altLang="zh-CN" sz="2400" dirty="0" err="1"/>
              <a:t>i</a:t>
            </a:r>
            <a:r>
              <a:rPr lang="en-US" altLang="zh-CN" sz="2400" dirty="0"/>
              <a:t>);</a:t>
            </a:r>
          </a:p>
          <a:p>
            <a:pPr defTabSz="523875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	</a:t>
            </a:r>
            <a:r>
              <a:rPr lang="en-US" altLang="zh-CN" sz="2400" dirty="0" err="1"/>
              <a:t>v.display</a:t>
            </a:r>
            <a:r>
              <a:rPr lang="en-US" altLang="zh-CN" sz="2400" dirty="0"/>
              <a:t>(); //</a:t>
            </a:r>
            <a:r>
              <a:rPr lang="zh-CN" altLang="en-US" sz="2400" dirty="0"/>
              <a:t>显示向量数据</a:t>
            </a:r>
            <a:endParaRPr lang="en-US" altLang="zh-CN" sz="2400" dirty="0"/>
          </a:p>
        </p:txBody>
      </p:sp>
    </p:spTree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03" name="Rectangle 3">
            <a:extLst>
              <a:ext uri="{FF2B5EF4-FFF2-40B4-BE49-F238E27FC236}">
                <a16:creationId xmlns:a16="http://schemas.microsoft.com/office/drawing/2014/main" id="{B7327B99-9171-964C-53DA-0D3FF9842D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25538"/>
            <a:ext cx="8435975" cy="5068887"/>
          </a:xfrm>
        </p:spPr>
        <p:txBody>
          <a:bodyPr>
            <a:normAutofit/>
          </a:bodyPr>
          <a:lstStyle/>
          <a:p>
            <a:pPr defTabSz="523875" eaLnBrk="1" hangingPunct="1">
              <a:lnSpc>
                <a:spcPct val="80000"/>
              </a:lnSpc>
              <a:defRPr/>
            </a:pPr>
            <a:r>
              <a:rPr lang="zh-CN" altLang="en-US" dirty="0"/>
              <a:t>编写一个函数</a:t>
            </a:r>
            <a:r>
              <a:rPr lang="en-US" altLang="zh-CN" dirty="0"/>
              <a:t>multiply</a:t>
            </a:r>
            <a:r>
              <a:rPr lang="zh-CN" altLang="en-US" dirty="0"/>
              <a:t>，实现矩阵与向量相乘的操作：</a:t>
            </a:r>
            <a:r>
              <a:rPr lang="en-US" altLang="zh-CN" sz="2800" dirty="0"/>
              <a:t>	</a:t>
            </a:r>
          </a:p>
          <a:p>
            <a:pPr defTabSz="523875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/>
              <a:t>	void multiply(</a:t>
            </a:r>
            <a:r>
              <a:rPr lang="en-US" altLang="zh-CN" sz="2800" dirty="0" err="1"/>
              <a:t>const</a:t>
            </a:r>
            <a:r>
              <a:rPr lang="en-US" altLang="zh-CN" sz="2800" dirty="0"/>
              <a:t> Matrix &amp;m, </a:t>
            </a:r>
          </a:p>
          <a:p>
            <a:pPr defTabSz="523875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/>
              <a:t>						  </a:t>
            </a:r>
            <a:r>
              <a:rPr lang="en-US" altLang="zh-CN" sz="2800" dirty="0" err="1"/>
              <a:t>const</a:t>
            </a:r>
            <a:r>
              <a:rPr lang="en-US" altLang="zh-CN" sz="2800" dirty="0"/>
              <a:t> Vector &amp;v,</a:t>
            </a:r>
          </a:p>
          <a:p>
            <a:pPr defTabSz="523875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/>
              <a:t>						  Vector &amp;r);	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/>
              <a:t>	</a:t>
            </a:r>
          </a:p>
        </p:txBody>
      </p:sp>
    </p:spTree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5474" name="Rectangle 2">
            <a:extLst>
              <a:ext uri="{FF2B5EF4-FFF2-40B4-BE49-F238E27FC236}">
                <a16:creationId xmlns:a16="http://schemas.microsoft.com/office/drawing/2014/main" id="{16F87944-8709-9F80-0F75-15B6770BC2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25538"/>
            <a:ext cx="8229600" cy="5732462"/>
          </a:xfrm>
        </p:spPr>
        <p:txBody>
          <a:bodyPr>
            <a:normAutofit fontScale="77500" lnSpcReduction="20000"/>
          </a:bodyPr>
          <a:lstStyle/>
          <a:p>
            <a:pPr defTabSz="523875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void multiply(</a:t>
            </a:r>
            <a:r>
              <a:rPr lang="en-US" altLang="zh-CN" sz="2400" dirty="0" err="1"/>
              <a:t>const</a:t>
            </a:r>
            <a:r>
              <a:rPr lang="en-US" altLang="zh-CN" sz="2400" dirty="0"/>
              <a:t> Matrix &amp;m, </a:t>
            </a:r>
            <a:r>
              <a:rPr lang="en-US" altLang="zh-CN" sz="2400" dirty="0" err="1"/>
              <a:t>const</a:t>
            </a:r>
            <a:r>
              <a:rPr lang="en-US" altLang="zh-CN" sz="2400" dirty="0"/>
              <a:t> Vector &amp;v,</a:t>
            </a:r>
          </a:p>
          <a:p>
            <a:pPr defTabSz="523875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					Vector &amp;r)//</a:t>
            </a:r>
            <a:r>
              <a:rPr lang="zh-CN" altLang="en-US" sz="2400" dirty="0"/>
              <a:t>矩阵与向量相乘。</a:t>
            </a:r>
          </a:p>
          <a:p>
            <a:pPr defTabSz="523875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{	if (</a:t>
            </a:r>
            <a:r>
              <a:rPr lang="en-US" altLang="zh-CN" sz="2400" dirty="0" err="1"/>
              <a:t>m.dimension_column</a:t>
            </a:r>
            <a:r>
              <a:rPr lang="en-US" altLang="zh-CN" sz="2400" dirty="0"/>
              <a:t>() != </a:t>
            </a:r>
            <a:r>
              <a:rPr lang="en-US" altLang="zh-CN" sz="2400" dirty="0" err="1"/>
              <a:t>v.dimension</a:t>
            </a:r>
            <a:r>
              <a:rPr lang="en-US" altLang="zh-CN" sz="2400" dirty="0"/>
              <a:t>() || </a:t>
            </a:r>
          </a:p>
          <a:p>
            <a:pPr defTabSz="523875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		  </a:t>
            </a:r>
            <a:r>
              <a:rPr lang="en-US" altLang="zh-CN" sz="2400" dirty="0" err="1"/>
              <a:t>m.dimension_row</a:t>
            </a:r>
            <a:r>
              <a:rPr lang="en-US" altLang="zh-CN" sz="2400" dirty="0"/>
              <a:t>() != </a:t>
            </a:r>
            <a:r>
              <a:rPr lang="en-US" altLang="zh-CN" sz="2400" dirty="0" err="1"/>
              <a:t>r.dimension</a:t>
            </a:r>
            <a:r>
              <a:rPr lang="en-US" altLang="zh-CN" sz="2400" dirty="0"/>
              <a:t>())</a:t>
            </a:r>
          </a:p>
          <a:p>
            <a:pPr defTabSz="523875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	{  </a:t>
            </a:r>
            <a:r>
              <a:rPr lang="en-US" altLang="zh-CN" sz="2400" dirty="0" err="1"/>
              <a:t>cerr</a:t>
            </a:r>
            <a:r>
              <a:rPr lang="en-US" altLang="zh-CN" sz="2400" dirty="0"/>
              <a:t> &lt;&lt; "</a:t>
            </a:r>
            <a:r>
              <a:rPr lang="zh-CN" altLang="en-US" sz="2400" dirty="0"/>
              <a:t>矩阵和向量的尺寸不匹配！</a:t>
            </a:r>
            <a:r>
              <a:rPr lang="en-US" altLang="zh-CN" sz="2400" dirty="0"/>
              <a:t>\n";</a:t>
            </a:r>
          </a:p>
          <a:p>
            <a:pPr defTabSz="523875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		  exit(-1);</a:t>
            </a:r>
          </a:p>
          <a:p>
            <a:pPr defTabSz="523875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	}</a:t>
            </a:r>
          </a:p>
          <a:p>
            <a:pPr defTabSz="523875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	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row=</a:t>
            </a:r>
            <a:r>
              <a:rPr lang="en-US" altLang="zh-CN" sz="2400" dirty="0" err="1"/>
              <a:t>m.dimension_row</a:t>
            </a:r>
            <a:r>
              <a:rPr lang="en-US" altLang="zh-CN" sz="2400" dirty="0"/>
              <a:t>(),</a:t>
            </a:r>
          </a:p>
          <a:p>
            <a:pPr defTabSz="523875"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        col=</a:t>
            </a:r>
            <a:r>
              <a:rPr lang="en-US" altLang="zh-CN" sz="2400" dirty="0" err="1"/>
              <a:t>m.dimension_column</a:t>
            </a:r>
            <a:r>
              <a:rPr lang="en-US" altLang="zh-CN" sz="2400" dirty="0"/>
              <a:t>();</a:t>
            </a:r>
          </a:p>
          <a:p>
            <a:pPr defTabSz="523875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	for (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=0;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&lt;row;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++)</a:t>
            </a:r>
          </a:p>
          <a:p>
            <a:pPr defTabSz="523875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	{  </a:t>
            </a:r>
            <a:r>
              <a:rPr lang="en-US" altLang="zh-CN" sz="2400" dirty="0" err="1"/>
              <a:t>r.element</a:t>
            </a:r>
            <a:r>
              <a:rPr lang="en-US" altLang="zh-CN" sz="2400" dirty="0"/>
              <a:t>(</a:t>
            </a:r>
            <a:r>
              <a:rPr lang="en-US" altLang="zh-CN" sz="2400" dirty="0" err="1"/>
              <a:t>i</a:t>
            </a:r>
            <a:r>
              <a:rPr lang="en-US" altLang="zh-CN" sz="2400" dirty="0"/>
              <a:t>) = 0;</a:t>
            </a:r>
          </a:p>
          <a:p>
            <a:pPr defTabSz="523875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		  for (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j=0; j&lt;col; j++) //</a:t>
            </a:r>
            <a:r>
              <a:rPr lang="zh-CN" altLang="en-US" sz="2400" dirty="0"/>
              <a:t>计算</a:t>
            </a:r>
            <a:r>
              <a:rPr lang="en-US" altLang="zh-CN" sz="2400" dirty="0"/>
              <a:t>r[</a:t>
            </a:r>
            <a:r>
              <a:rPr lang="en-US" altLang="zh-CN" sz="2400" dirty="0" err="1"/>
              <a:t>i</a:t>
            </a:r>
            <a:r>
              <a:rPr lang="en-US" altLang="zh-CN" sz="2400" dirty="0"/>
              <a:t>]</a:t>
            </a:r>
          </a:p>
          <a:p>
            <a:pPr defTabSz="523875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			</a:t>
            </a:r>
            <a:r>
              <a:rPr lang="en-US" altLang="zh-CN" sz="2400" dirty="0" err="1"/>
              <a:t>r.element</a:t>
            </a:r>
            <a:r>
              <a:rPr lang="en-US" altLang="zh-CN" sz="2400" dirty="0"/>
              <a:t>(</a:t>
            </a:r>
            <a:r>
              <a:rPr lang="en-US" altLang="zh-CN" sz="2400" dirty="0" err="1"/>
              <a:t>i</a:t>
            </a:r>
            <a:r>
              <a:rPr lang="en-US" altLang="zh-CN" sz="2400" dirty="0"/>
              <a:t>) += </a:t>
            </a:r>
            <a:r>
              <a:rPr lang="en-US" altLang="zh-CN" sz="2400" dirty="0" err="1"/>
              <a:t>m.element</a:t>
            </a:r>
            <a:r>
              <a:rPr lang="en-US" altLang="zh-CN" sz="2400" dirty="0"/>
              <a:t>(</a:t>
            </a:r>
            <a:r>
              <a:rPr lang="en-US" altLang="zh-CN" sz="2400" dirty="0" err="1"/>
              <a:t>i,j</a:t>
            </a:r>
            <a:r>
              <a:rPr lang="en-US" altLang="zh-CN" sz="2400" dirty="0"/>
              <a:t>)*</a:t>
            </a:r>
            <a:r>
              <a:rPr lang="en-US" altLang="zh-CN" sz="2400" dirty="0" err="1"/>
              <a:t>v.element</a:t>
            </a:r>
            <a:r>
              <a:rPr lang="en-US" altLang="zh-CN" sz="2400" dirty="0"/>
              <a:t>(j);</a:t>
            </a:r>
          </a:p>
          <a:p>
            <a:pPr defTabSz="523875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	}</a:t>
            </a:r>
          </a:p>
          <a:p>
            <a:pPr defTabSz="523875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}</a:t>
            </a:r>
          </a:p>
          <a:p>
            <a:pPr defTabSz="523875" eaLnBrk="1" hangingPunct="1">
              <a:lnSpc>
                <a:spcPct val="110000"/>
              </a:lnSpc>
              <a:defRPr/>
            </a:pPr>
            <a:r>
              <a:rPr lang="zh-CN" altLang="en-US" sz="2800" dirty="0"/>
              <a:t>由于频繁地通过调用成员函数</a:t>
            </a:r>
            <a:r>
              <a:rPr lang="en-US" altLang="zh-CN" sz="2800" dirty="0"/>
              <a:t>element</a:t>
            </a:r>
            <a:r>
              <a:rPr lang="zh-CN" altLang="en-US" sz="2800" dirty="0"/>
              <a:t>来访问矩阵和向量的元素，每一次调用中都要检查下标的合法性，因此效率不高！</a:t>
            </a:r>
          </a:p>
        </p:txBody>
      </p:sp>
      <p:sp>
        <p:nvSpPr>
          <p:cNvPr id="1385475" name="Rectangle 3">
            <a:extLst>
              <a:ext uri="{FF2B5EF4-FFF2-40B4-BE49-F238E27FC236}">
                <a16:creationId xmlns:a16="http://schemas.microsoft.com/office/drawing/2014/main" id="{F5B2B4CB-0FDC-8E50-3E17-9732CCC0BC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4450"/>
            <a:ext cx="8229600" cy="93662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/>
              <a:t>multiply</a:t>
            </a:r>
            <a:r>
              <a:rPr lang="zh-CN" altLang="en-US"/>
              <a:t>的实现</a:t>
            </a:r>
            <a:r>
              <a:rPr lang="en-US" altLang="zh-CN"/>
              <a:t>1</a:t>
            </a:r>
            <a:r>
              <a:rPr lang="zh-CN" altLang="en-US"/>
              <a:t>（非友元）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547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8547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8547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3426" name="Rectangle 2">
            <a:extLst>
              <a:ext uri="{FF2B5EF4-FFF2-40B4-BE49-F238E27FC236}">
                <a16:creationId xmlns:a16="http://schemas.microsoft.com/office/drawing/2014/main" id="{D01E27EE-C462-7A82-0866-AB5BAC9D35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/>
              <a:t>multiply</a:t>
            </a:r>
            <a:r>
              <a:rPr lang="zh-CN" altLang="en-US"/>
              <a:t>的实现</a:t>
            </a:r>
            <a:r>
              <a:rPr lang="en-US" altLang="zh-CN"/>
              <a:t>2</a:t>
            </a:r>
            <a:r>
              <a:rPr lang="zh-CN" altLang="en-US"/>
              <a:t>（友元）</a:t>
            </a:r>
          </a:p>
        </p:txBody>
      </p:sp>
      <p:sp>
        <p:nvSpPr>
          <p:cNvPr id="1383427" name="Rectangle 3">
            <a:extLst>
              <a:ext uri="{FF2B5EF4-FFF2-40B4-BE49-F238E27FC236}">
                <a16:creationId xmlns:a16="http://schemas.microsoft.com/office/drawing/2014/main" id="{C7029517-3710-2E2B-6EBB-36507C8453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87338" y="1600200"/>
            <a:ext cx="8748712" cy="4565650"/>
          </a:xfrm>
        </p:spPr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r>
              <a:rPr lang="zh-CN" altLang="en-US" sz="2400" dirty="0"/>
              <a:t>把</a:t>
            </a:r>
            <a:r>
              <a:rPr lang="en-US" altLang="zh-CN" sz="2400" dirty="0"/>
              <a:t>multiply</a:t>
            </a:r>
            <a:r>
              <a:rPr lang="zh-CN" altLang="en-US" sz="2400" dirty="0"/>
              <a:t>说明成</a:t>
            </a:r>
            <a:r>
              <a:rPr lang="en-US" altLang="zh-CN" sz="2400" dirty="0"/>
              <a:t>Matrix</a:t>
            </a:r>
            <a:r>
              <a:rPr lang="zh-CN" altLang="en-US" sz="2400" dirty="0"/>
              <a:t>和</a:t>
            </a:r>
            <a:r>
              <a:rPr lang="en-US" altLang="zh-CN" sz="2400" dirty="0"/>
              <a:t>Vector</a:t>
            </a:r>
            <a:r>
              <a:rPr lang="zh-CN" altLang="en-US" sz="2400" dirty="0"/>
              <a:t>的友元</a:t>
            </a:r>
            <a:endParaRPr lang="en-US" altLang="zh-CN" sz="24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200" dirty="0"/>
              <a:t>class Vector; //Vector</a:t>
            </a:r>
            <a:r>
              <a:rPr lang="zh-CN" altLang="en-US" sz="2200" dirty="0"/>
              <a:t>的声明（由于在定义它前需要用到它）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200" dirty="0"/>
              <a:t>class Matrix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200" dirty="0"/>
              <a:t>{	......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200" dirty="0"/>
              <a:t>	friend void multiply(</a:t>
            </a:r>
            <a:r>
              <a:rPr lang="en-US" altLang="zh-CN" sz="2200" dirty="0" err="1"/>
              <a:t>const</a:t>
            </a:r>
            <a:r>
              <a:rPr lang="en-US" altLang="zh-CN" sz="2200" dirty="0"/>
              <a:t> Matrix &amp;m, </a:t>
            </a:r>
            <a:r>
              <a:rPr lang="en-US" altLang="zh-CN" sz="2200" dirty="0" err="1"/>
              <a:t>const</a:t>
            </a:r>
            <a:r>
              <a:rPr lang="en-US" altLang="zh-CN" sz="2200" dirty="0"/>
              <a:t> </a:t>
            </a:r>
            <a:r>
              <a:rPr lang="en-US" altLang="zh-CN" sz="2200" dirty="0">
                <a:solidFill>
                  <a:srgbClr val="FFC000"/>
                </a:solidFill>
              </a:rPr>
              <a:t>Vector</a:t>
            </a:r>
            <a:r>
              <a:rPr lang="en-US" altLang="zh-CN" sz="2200" dirty="0"/>
              <a:t> &amp;v,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200" dirty="0"/>
              <a:t>					</a:t>
            </a:r>
            <a:r>
              <a:rPr lang="en-US" altLang="zh-CN" sz="2200" dirty="0">
                <a:solidFill>
                  <a:srgbClr val="FFC000"/>
                </a:solidFill>
              </a:rPr>
              <a:t>Vector</a:t>
            </a:r>
            <a:r>
              <a:rPr lang="en-US" altLang="zh-CN" sz="2200" dirty="0"/>
              <a:t> &amp;r); //</a:t>
            </a:r>
            <a:r>
              <a:rPr lang="zh-CN" altLang="en-US" sz="2200" dirty="0">
                <a:solidFill>
                  <a:srgbClr val="FFC000"/>
                </a:solidFill>
              </a:rPr>
              <a:t>这里提前用到</a:t>
            </a:r>
            <a:r>
              <a:rPr lang="en-US" altLang="zh-CN" sz="2200" dirty="0">
                <a:solidFill>
                  <a:srgbClr val="FFC000"/>
                </a:solidFill>
              </a:rPr>
              <a:t>Vector</a:t>
            </a:r>
            <a:r>
              <a:rPr lang="zh-CN" altLang="en-US" sz="2200" dirty="0">
                <a:solidFill>
                  <a:srgbClr val="FFC000"/>
                </a:solidFill>
              </a:rPr>
              <a:t>。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200" dirty="0"/>
              <a:t>};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200" dirty="0"/>
              <a:t>class Vector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200" dirty="0"/>
              <a:t>{	......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200" dirty="0"/>
              <a:t>	friend void multiply(</a:t>
            </a:r>
            <a:r>
              <a:rPr lang="en-US" altLang="zh-CN" sz="2200" dirty="0" err="1"/>
              <a:t>const</a:t>
            </a:r>
            <a:r>
              <a:rPr lang="en-US" altLang="zh-CN" sz="2200" dirty="0"/>
              <a:t> Matrix &amp;m, </a:t>
            </a:r>
            <a:r>
              <a:rPr lang="en-US" altLang="zh-CN" sz="2200" dirty="0" err="1"/>
              <a:t>const</a:t>
            </a:r>
            <a:r>
              <a:rPr lang="en-US" altLang="zh-CN" sz="2200" dirty="0"/>
              <a:t> Vector &amp;v,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200" dirty="0"/>
              <a:t>					Vector &amp;r);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200" dirty="0"/>
              <a:t>};</a:t>
            </a:r>
          </a:p>
        </p:txBody>
      </p:sp>
    </p:spTree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4451" name="Rectangle 3">
            <a:extLst>
              <a:ext uri="{FF2B5EF4-FFF2-40B4-BE49-F238E27FC236}">
                <a16:creationId xmlns:a16="http://schemas.microsoft.com/office/drawing/2014/main" id="{0C14FF8F-0B8E-73AE-DBCF-454644B9B5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3213" y="260350"/>
            <a:ext cx="8229600" cy="6453188"/>
          </a:xfrm>
        </p:spPr>
        <p:txBody>
          <a:bodyPr/>
          <a:lstStyle/>
          <a:p>
            <a:pPr defTabSz="428625" eaLnBrk="1" hangingPunct="1">
              <a:lnSpc>
                <a:spcPct val="80000"/>
              </a:lnSpc>
              <a:defRPr/>
            </a:pPr>
            <a:r>
              <a:rPr lang="zh-CN" altLang="en-US" sz="2400" dirty="0"/>
              <a:t>在</a:t>
            </a:r>
            <a:r>
              <a:rPr lang="en-US" altLang="zh-CN" sz="2400" dirty="0"/>
              <a:t>multiply</a:t>
            </a:r>
            <a:r>
              <a:rPr lang="zh-CN" altLang="en-US" sz="2400" dirty="0"/>
              <a:t>中直接访问</a:t>
            </a:r>
            <a:r>
              <a:rPr lang="en-US" altLang="zh-CN" sz="2400" dirty="0"/>
              <a:t>Matrix</a:t>
            </a:r>
            <a:r>
              <a:rPr lang="zh-CN" altLang="en-US" sz="2400" dirty="0"/>
              <a:t>和</a:t>
            </a:r>
            <a:r>
              <a:rPr lang="en-US" altLang="zh-CN" sz="2400" dirty="0"/>
              <a:t>Vector</a:t>
            </a:r>
            <a:r>
              <a:rPr lang="zh-CN" altLang="en-US" sz="2400" dirty="0"/>
              <a:t>的私有数据成员</a:t>
            </a:r>
            <a:endParaRPr lang="en-US" altLang="zh-CN" sz="2400" dirty="0"/>
          </a:p>
          <a:p>
            <a:pPr defTabSz="428625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200" dirty="0"/>
              <a:t>void multiply(</a:t>
            </a:r>
            <a:r>
              <a:rPr lang="en-US" altLang="zh-CN" sz="2200" dirty="0" err="1"/>
              <a:t>const</a:t>
            </a:r>
            <a:r>
              <a:rPr lang="en-US" altLang="zh-CN" sz="2200" dirty="0"/>
              <a:t> Matrix &amp;m, </a:t>
            </a:r>
            <a:r>
              <a:rPr lang="en-US" altLang="zh-CN" sz="2200" dirty="0" err="1"/>
              <a:t>const</a:t>
            </a:r>
            <a:r>
              <a:rPr lang="en-US" altLang="zh-CN" sz="2200" dirty="0"/>
              <a:t> Vector &amp;v,</a:t>
            </a:r>
          </a:p>
          <a:p>
            <a:pPr defTabSz="428625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200" dirty="0"/>
              <a:t>					    Vector &amp;r)</a:t>
            </a:r>
          </a:p>
          <a:p>
            <a:pPr defTabSz="428625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200" dirty="0"/>
              <a:t>{	if (</a:t>
            </a:r>
            <a:r>
              <a:rPr lang="en-US" altLang="zh-CN" sz="2200" dirty="0" err="1"/>
              <a:t>m.col</a:t>
            </a:r>
            <a:r>
              <a:rPr lang="en-US" altLang="zh-CN" sz="2200" dirty="0"/>
              <a:t> != </a:t>
            </a:r>
            <a:r>
              <a:rPr lang="en-US" altLang="zh-CN" sz="2200" dirty="0" err="1"/>
              <a:t>v.num</a:t>
            </a:r>
            <a:r>
              <a:rPr lang="en-US" altLang="zh-CN" sz="2200" dirty="0"/>
              <a:t> || </a:t>
            </a:r>
            <a:r>
              <a:rPr lang="en-US" altLang="zh-CN" sz="2200" dirty="0" err="1"/>
              <a:t>m.row</a:t>
            </a:r>
            <a:r>
              <a:rPr lang="en-US" altLang="zh-CN" sz="2200" dirty="0"/>
              <a:t> != </a:t>
            </a:r>
            <a:r>
              <a:rPr lang="en-US" altLang="zh-CN" sz="2200" dirty="0" err="1"/>
              <a:t>r.num</a:t>
            </a:r>
            <a:r>
              <a:rPr lang="en-US" altLang="zh-CN" sz="2200" dirty="0"/>
              <a:t>)</a:t>
            </a:r>
          </a:p>
          <a:p>
            <a:pPr defTabSz="428625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200" dirty="0"/>
              <a:t>	{	</a:t>
            </a:r>
            <a:r>
              <a:rPr lang="en-US" altLang="zh-CN" sz="2200" dirty="0" err="1"/>
              <a:t>cerr</a:t>
            </a:r>
            <a:r>
              <a:rPr lang="en-US" altLang="zh-CN" sz="2200" dirty="0"/>
              <a:t> &lt;&lt; "</a:t>
            </a:r>
            <a:r>
              <a:rPr lang="zh-CN" altLang="en-US" sz="2200" dirty="0"/>
              <a:t>矩阵和向量的尺寸不匹配！</a:t>
            </a:r>
            <a:r>
              <a:rPr lang="en-US" altLang="zh-CN" sz="2200" dirty="0"/>
              <a:t>\n";</a:t>
            </a:r>
          </a:p>
          <a:p>
            <a:pPr defTabSz="428625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200" dirty="0"/>
              <a:t>			exit(-1);</a:t>
            </a:r>
          </a:p>
          <a:p>
            <a:pPr defTabSz="428625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200" dirty="0"/>
              <a:t>	}</a:t>
            </a:r>
          </a:p>
          <a:p>
            <a:pPr defTabSz="428625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200" dirty="0"/>
              <a:t>	</a:t>
            </a:r>
            <a:r>
              <a:rPr lang="en-US" altLang="zh-CN" sz="2200" dirty="0" err="1"/>
              <a:t>int</a:t>
            </a:r>
            <a:r>
              <a:rPr lang="en-US" altLang="zh-CN" sz="2200" dirty="0"/>
              <a:t> *</a:t>
            </a:r>
            <a:r>
              <a:rPr lang="en-US" altLang="zh-CN" sz="2200" dirty="0" err="1"/>
              <a:t>p_m</a:t>
            </a:r>
            <a:r>
              <a:rPr lang="en-US" altLang="zh-CN" sz="2200" dirty="0"/>
              <a:t>=</a:t>
            </a:r>
            <a:r>
              <a:rPr lang="en-US" altLang="zh-CN" sz="2200" dirty="0" err="1"/>
              <a:t>m.p_data</a:t>
            </a:r>
            <a:r>
              <a:rPr lang="en-US" altLang="zh-CN" sz="2200" dirty="0"/>
              <a:t>,*</a:t>
            </a:r>
            <a:r>
              <a:rPr lang="en-US" altLang="zh-CN" sz="2200" dirty="0" err="1"/>
              <a:t>p_r</a:t>
            </a:r>
            <a:r>
              <a:rPr lang="en-US" altLang="zh-CN" sz="2200" dirty="0"/>
              <a:t>=</a:t>
            </a:r>
            <a:r>
              <a:rPr lang="en-US" altLang="zh-CN" sz="2200" dirty="0" err="1"/>
              <a:t>r.p_data</a:t>
            </a:r>
            <a:r>
              <a:rPr lang="en-US" altLang="zh-CN" sz="2200" dirty="0"/>
              <a:t>,*</a:t>
            </a:r>
            <a:r>
              <a:rPr lang="en-US" altLang="zh-CN" sz="2200" dirty="0" err="1"/>
              <a:t>p_v</a:t>
            </a:r>
            <a:r>
              <a:rPr lang="en-US" altLang="zh-CN" sz="2200" dirty="0"/>
              <a:t>;</a:t>
            </a:r>
          </a:p>
          <a:p>
            <a:pPr defTabSz="428625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200" dirty="0"/>
              <a:t>	for (</a:t>
            </a:r>
            <a:r>
              <a:rPr lang="en-US" altLang="zh-CN" sz="2200" dirty="0" err="1"/>
              <a:t>int</a:t>
            </a:r>
            <a:r>
              <a:rPr lang="en-US" altLang="zh-CN" sz="2200" dirty="0"/>
              <a:t> </a:t>
            </a:r>
            <a:r>
              <a:rPr lang="en-US" altLang="zh-CN" sz="2200" dirty="0" err="1"/>
              <a:t>i</a:t>
            </a:r>
            <a:r>
              <a:rPr lang="en-US" altLang="zh-CN" sz="2200" dirty="0"/>
              <a:t>=0; </a:t>
            </a:r>
            <a:r>
              <a:rPr lang="en-US" altLang="zh-CN" sz="2200" dirty="0" err="1"/>
              <a:t>i</a:t>
            </a:r>
            <a:r>
              <a:rPr lang="en-US" altLang="zh-CN" sz="2200" dirty="0"/>
              <a:t>&lt;</a:t>
            </a:r>
            <a:r>
              <a:rPr lang="en-US" altLang="zh-CN" sz="2200" dirty="0" err="1"/>
              <a:t>m.row</a:t>
            </a:r>
            <a:r>
              <a:rPr lang="en-US" altLang="zh-CN" sz="2200" dirty="0"/>
              <a:t>; </a:t>
            </a:r>
            <a:r>
              <a:rPr lang="en-US" altLang="zh-CN" sz="2200" dirty="0" err="1"/>
              <a:t>i</a:t>
            </a:r>
            <a:r>
              <a:rPr lang="en-US" altLang="zh-CN" sz="2200" dirty="0"/>
              <a:t>++)</a:t>
            </a:r>
          </a:p>
          <a:p>
            <a:pPr defTabSz="428625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200" dirty="0"/>
              <a:t>	{	*</a:t>
            </a:r>
            <a:r>
              <a:rPr lang="en-US" altLang="zh-CN" sz="2200" dirty="0" err="1"/>
              <a:t>p_r</a:t>
            </a:r>
            <a:r>
              <a:rPr lang="en-US" altLang="zh-CN" sz="2200" dirty="0"/>
              <a:t> = 0;</a:t>
            </a:r>
          </a:p>
          <a:p>
            <a:pPr defTabSz="428625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200" dirty="0"/>
              <a:t>			</a:t>
            </a:r>
            <a:r>
              <a:rPr lang="en-US" altLang="zh-CN" sz="2200" dirty="0" err="1"/>
              <a:t>p_v</a:t>
            </a:r>
            <a:r>
              <a:rPr lang="en-US" altLang="zh-CN" sz="2200" dirty="0"/>
              <a:t> = </a:t>
            </a:r>
            <a:r>
              <a:rPr lang="en-US" altLang="zh-CN" sz="2200" dirty="0" err="1"/>
              <a:t>v.p_data</a:t>
            </a:r>
            <a:r>
              <a:rPr lang="en-GB" altLang="zh-CN" sz="2200" dirty="0"/>
              <a:t>;</a:t>
            </a:r>
            <a:endParaRPr lang="en-US" altLang="zh-CN" sz="2200" dirty="0"/>
          </a:p>
          <a:p>
            <a:pPr defTabSz="428625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200" dirty="0"/>
              <a:t>			for (</a:t>
            </a:r>
            <a:r>
              <a:rPr lang="en-US" altLang="zh-CN" sz="2200" dirty="0" err="1"/>
              <a:t>int</a:t>
            </a:r>
            <a:r>
              <a:rPr lang="en-US" altLang="zh-CN" sz="2200" dirty="0"/>
              <a:t> j=0; j&lt;</a:t>
            </a:r>
            <a:r>
              <a:rPr lang="en-US" altLang="zh-CN" sz="2200" dirty="0" err="1"/>
              <a:t>m.col</a:t>
            </a:r>
            <a:r>
              <a:rPr lang="en-US" altLang="zh-CN" sz="2200" dirty="0"/>
              <a:t>; </a:t>
            </a:r>
            <a:r>
              <a:rPr lang="en-US" altLang="zh-CN" sz="2200" dirty="0" err="1"/>
              <a:t>j++</a:t>
            </a:r>
            <a:r>
              <a:rPr lang="en-US" altLang="zh-CN" sz="2200" dirty="0"/>
              <a:t>)</a:t>
            </a:r>
          </a:p>
          <a:p>
            <a:pPr defTabSz="428625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200" dirty="0"/>
              <a:t>			{	*</a:t>
            </a:r>
            <a:r>
              <a:rPr lang="en-US" altLang="zh-CN" sz="2200" dirty="0" err="1"/>
              <a:t>p_r</a:t>
            </a:r>
            <a:r>
              <a:rPr lang="en-US" altLang="zh-CN" sz="2200" dirty="0"/>
              <a:t> += (*</a:t>
            </a:r>
            <a:r>
              <a:rPr lang="en-US" altLang="zh-CN" sz="2200" dirty="0" err="1"/>
              <a:t>p_m</a:t>
            </a:r>
            <a:r>
              <a:rPr lang="en-US" altLang="zh-CN" sz="2200" dirty="0"/>
              <a:t>)*(*</a:t>
            </a:r>
            <a:r>
              <a:rPr lang="en-US" altLang="zh-CN" sz="2200" dirty="0" err="1"/>
              <a:t>p_v</a:t>
            </a:r>
            <a:r>
              <a:rPr lang="en-US" altLang="zh-CN" sz="2200" dirty="0"/>
              <a:t>);</a:t>
            </a:r>
          </a:p>
          <a:p>
            <a:pPr defTabSz="428625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200" dirty="0"/>
              <a:t>				</a:t>
            </a:r>
            <a:r>
              <a:rPr lang="en-US" altLang="zh-CN" sz="2200" dirty="0" err="1"/>
              <a:t>p_m</a:t>
            </a:r>
            <a:r>
              <a:rPr lang="en-US" altLang="zh-CN" sz="2200" dirty="0"/>
              <a:t>++</a:t>
            </a:r>
            <a:r>
              <a:rPr lang="en-GB" altLang="zh-CN" sz="2200" dirty="0"/>
              <a:t>;</a:t>
            </a:r>
            <a:endParaRPr lang="en-US" altLang="zh-CN" sz="2200" dirty="0"/>
          </a:p>
          <a:p>
            <a:pPr defTabSz="428625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200" dirty="0"/>
              <a:t>				</a:t>
            </a:r>
            <a:r>
              <a:rPr lang="en-US" altLang="zh-CN" sz="2200" dirty="0" err="1"/>
              <a:t>p_v</a:t>
            </a:r>
            <a:r>
              <a:rPr lang="en-US" altLang="zh-CN" sz="2200" dirty="0"/>
              <a:t>++</a:t>
            </a:r>
            <a:r>
              <a:rPr lang="en-GB" altLang="zh-CN" sz="2200" dirty="0"/>
              <a:t>;</a:t>
            </a:r>
            <a:endParaRPr lang="en-US" altLang="zh-CN" sz="2200" dirty="0"/>
          </a:p>
          <a:p>
            <a:pPr defTabSz="428625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200" dirty="0"/>
              <a:t>			}</a:t>
            </a:r>
          </a:p>
          <a:p>
            <a:pPr defTabSz="428625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200" dirty="0"/>
              <a:t>			</a:t>
            </a:r>
            <a:r>
              <a:rPr lang="en-US" altLang="zh-CN" sz="2200" dirty="0" err="1"/>
              <a:t>p_r</a:t>
            </a:r>
            <a:r>
              <a:rPr lang="en-US" altLang="zh-CN" sz="2200" dirty="0"/>
              <a:t>++;</a:t>
            </a:r>
          </a:p>
          <a:p>
            <a:pPr defTabSz="428625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200" dirty="0"/>
              <a:t>	}</a:t>
            </a:r>
          </a:p>
          <a:p>
            <a:pPr defTabSz="428625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200" dirty="0"/>
              <a:t>}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A11A810-9F01-AD30-38CE-D22020F2F9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0425" y="4221163"/>
            <a:ext cx="3097213" cy="144462"/>
          </a:xfrm>
          <a:prstGeom prst="rect">
            <a:avLst/>
          </a:prstGeom>
          <a:solidFill>
            <a:schemeClr val="accent1"/>
          </a:solidFill>
          <a:ln w="12700" cap="sq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394B8C0-CBBA-1E27-C595-BB1B308E33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0425" y="5013325"/>
            <a:ext cx="863600" cy="144463"/>
          </a:xfrm>
          <a:prstGeom prst="rect">
            <a:avLst/>
          </a:prstGeom>
          <a:solidFill>
            <a:schemeClr val="accent1"/>
          </a:solidFill>
          <a:ln w="12700" cap="sq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780554F-3E66-81C8-96EC-A345072BB7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0425" y="5805488"/>
            <a:ext cx="1008063" cy="144462"/>
          </a:xfrm>
          <a:prstGeom prst="rect">
            <a:avLst/>
          </a:prstGeom>
          <a:solidFill>
            <a:schemeClr val="accent1"/>
          </a:solidFill>
          <a:ln w="12700" cap="sq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C5289A-A1BE-EF93-2C3A-31F9439C64F7}"/>
              </a:ext>
            </a:extLst>
          </p:cNvPr>
          <p:cNvSpPr txBox="1"/>
          <p:nvPr/>
        </p:nvSpPr>
        <p:spPr>
          <a:xfrm>
            <a:off x="5795963" y="3716338"/>
            <a:ext cx="517525" cy="277812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txBody>
          <a:bodyPr wrap="none" lIns="0" tIns="0" rIns="0" bIns="0">
            <a:spAutoFit/>
          </a:bodyPr>
          <a:lstStyle/>
          <a:p>
            <a:pPr eaLnBrk="1" hangingPunct="1">
              <a:defRPr/>
            </a:pPr>
            <a:r>
              <a:rPr lang="en-US" altLang="zh-CN" sz="1800" dirty="0" err="1">
                <a:ea typeface="宋体" charset="-122"/>
              </a:rPr>
              <a:t>p_m</a:t>
            </a:r>
            <a:endParaRPr lang="zh-CN" altLang="en-US" sz="1800" dirty="0">
              <a:ea typeface="宋体" charset="-122"/>
            </a:endParaRP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1636F709-BA1D-6469-7E9D-F8616162F35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976938" y="3994150"/>
            <a:ext cx="0" cy="227013"/>
          </a:xfrm>
          <a:prstGeom prst="straightConnector1">
            <a:avLst/>
          </a:prstGeom>
          <a:noFill/>
          <a:ln w="12700" cap="sq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BBEBFEC-2B05-BE71-888A-269BD20769F4}"/>
              </a:ext>
            </a:extLst>
          </p:cNvPr>
          <p:cNvSpPr txBox="1"/>
          <p:nvPr/>
        </p:nvSpPr>
        <p:spPr>
          <a:xfrm>
            <a:off x="5795963" y="4508500"/>
            <a:ext cx="428625" cy="27781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txBody>
          <a:bodyPr wrap="none" lIns="0" tIns="0" rIns="0" bIns="0">
            <a:spAutoFit/>
          </a:bodyPr>
          <a:lstStyle/>
          <a:p>
            <a:pPr eaLnBrk="1" hangingPunct="1">
              <a:defRPr/>
            </a:pPr>
            <a:r>
              <a:rPr lang="en-US" altLang="zh-CN" sz="1800" dirty="0" err="1">
                <a:ea typeface="宋体" charset="-122"/>
              </a:rPr>
              <a:t>p_v</a:t>
            </a:r>
            <a:endParaRPr lang="zh-CN" altLang="en-US" sz="1800" dirty="0">
              <a:ea typeface="宋体" charset="-122"/>
            </a:endParaRP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44CB0B7B-358E-E424-D5F6-080DDDD65A6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976938" y="4786313"/>
            <a:ext cx="0" cy="227012"/>
          </a:xfrm>
          <a:prstGeom prst="straightConnector1">
            <a:avLst/>
          </a:prstGeom>
          <a:noFill/>
          <a:ln w="12700" cap="sq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7BB5FB3-5854-2F44-9C07-501D7C0ECCB0}"/>
              </a:ext>
            </a:extLst>
          </p:cNvPr>
          <p:cNvSpPr txBox="1"/>
          <p:nvPr/>
        </p:nvSpPr>
        <p:spPr>
          <a:xfrm>
            <a:off x="5795963" y="5300663"/>
            <a:ext cx="390525" cy="277812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txBody>
          <a:bodyPr wrap="none" lIns="0" tIns="0" rIns="0" bIns="0">
            <a:spAutoFit/>
          </a:bodyPr>
          <a:lstStyle/>
          <a:p>
            <a:pPr eaLnBrk="1" hangingPunct="1">
              <a:defRPr/>
            </a:pPr>
            <a:r>
              <a:rPr lang="en-US" altLang="zh-CN" sz="1800" dirty="0" err="1">
                <a:ea typeface="宋体" charset="-122"/>
              </a:rPr>
              <a:t>p_r</a:t>
            </a:r>
            <a:endParaRPr lang="zh-CN" altLang="en-US" sz="1800" dirty="0">
              <a:ea typeface="宋体" charset="-122"/>
            </a:endParaRP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C53E04DF-C5AD-CCC3-94D2-286C19C4F1C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976938" y="5578475"/>
            <a:ext cx="0" cy="227013"/>
          </a:xfrm>
          <a:prstGeom prst="straightConnector1">
            <a:avLst/>
          </a:prstGeom>
          <a:noFill/>
          <a:ln w="12700" cap="sq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72376599-183F-A0D3-C376-3524AB65A54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804025" y="4221163"/>
            <a:ext cx="0" cy="144462"/>
          </a:xfrm>
          <a:prstGeom prst="line">
            <a:avLst/>
          </a:prstGeom>
          <a:noFill/>
          <a:ln w="12700" cap="sq" algn="ctr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D67B61E8-8715-3E0F-82B9-9C912110AFA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669213" y="4221163"/>
            <a:ext cx="0" cy="144462"/>
          </a:xfrm>
          <a:prstGeom prst="line">
            <a:avLst/>
          </a:prstGeom>
          <a:noFill/>
          <a:ln w="12700" cap="sq" algn="ctr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3" grpId="0" animBg="1"/>
      <p:bldP spid="11" grpId="0" animBg="1"/>
      <p:bldP spid="13" grpId="0" animBg="1"/>
    </p:bldLst>
  </p:timing>
</p:sld>
</file>

<file path=ppt/theme/theme1.xml><?xml version="1.0" encoding="utf-8"?>
<a:theme xmlns:a="http://schemas.openxmlformats.org/drawingml/2006/main" name="Globe">
  <a:themeElements>
    <a:clrScheme name="Globe 11">
      <a:dk1>
        <a:srgbClr val="003B76"/>
      </a:dk1>
      <a:lt1>
        <a:srgbClr val="FFFFFF"/>
      </a:lt1>
      <a:dk2>
        <a:srgbClr val="0066CC"/>
      </a:dk2>
      <a:lt2>
        <a:srgbClr val="FFFF00"/>
      </a:lt2>
      <a:accent1>
        <a:srgbClr val="33CCCC"/>
      </a:accent1>
      <a:accent2>
        <a:srgbClr val="66CCFF"/>
      </a:accent2>
      <a:accent3>
        <a:srgbClr val="AAB8E2"/>
      </a:accent3>
      <a:accent4>
        <a:srgbClr val="DADADA"/>
      </a:accent4>
      <a:accent5>
        <a:srgbClr val="ADE2E2"/>
      </a:accent5>
      <a:accent6>
        <a:srgbClr val="5CB9E7"/>
      </a:accent6>
      <a:hlink>
        <a:srgbClr val="FFFFCC"/>
      </a:hlink>
      <a:folHlink>
        <a:srgbClr val="FFCC66"/>
      </a:folHlink>
    </a:clrScheme>
    <a:fontScheme name="Globe">
      <a:majorFont>
        <a:latin typeface="Arial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ea typeface="宋体" pitchFamily="2" charset="-122"/>
          </a:defRPr>
        </a:defPPr>
      </a:lstStyle>
    </a:lnDef>
  </a:objectDefaults>
  <a:extraClrSchemeLst>
    <a:extraClrScheme>
      <a:clrScheme name="Globe 1">
        <a:dk1>
          <a:srgbClr val="622100"/>
        </a:dk1>
        <a:lt1>
          <a:srgbClr val="FFFFFF"/>
        </a:lt1>
        <a:dk2>
          <a:srgbClr val="800000"/>
        </a:dk2>
        <a:lt2>
          <a:srgbClr val="FFFFCC"/>
        </a:lt2>
        <a:accent1>
          <a:srgbClr val="E42B00"/>
        </a:accent1>
        <a:accent2>
          <a:srgbClr val="996600"/>
        </a:accent2>
        <a:accent3>
          <a:srgbClr val="C0AAAA"/>
        </a:accent3>
        <a:accent4>
          <a:srgbClr val="DADADA"/>
        </a:accent4>
        <a:accent5>
          <a:srgbClr val="EFACAA"/>
        </a:accent5>
        <a:accent6>
          <a:srgbClr val="8A5C00"/>
        </a:accent6>
        <a:hlink>
          <a:srgbClr val="FADF6C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2">
        <a:dk1>
          <a:srgbClr val="5F4545"/>
        </a:dk1>
        <a:lt1>
          <a:srgbClr val="FFFFFF"/>
        </a:lt1>
        <a:dk2>
          <a:srgbClr val="8F6969"/>
        </a:dk2>
        <a:lt2>
          <a:srgbClr val="FFFFCC"/>
        </a:lt2>
        <a:accent1>
          <a:srgbClr val="CC6600"/>
        </a:accent1>
        <a:accent2>
          <a:srgbClr val="924C0C"/>
        </a:accent2>
        <a:accent3>
          <a:srgbClr val="C6B9B9"/>
        </a:accent3>
        <a:accent4>
          <a:srgbClr val="DADADA"/>
        </a:accent4>
        <a:accent5>
          <a:srgbClr val="E2B8AA"/>
        </a:accent5>
        <a:accent6>
          <a:srgbClr val="84440A"/>
        </a:accent6>
        <a:hlink>
          <a:srgbClr val="CFD375"/>
        </a:hlink>
        <a:folHlink>
          <a:srgbClr val="98BB9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3">
        <a:dk1>
          <a:srgbClr val="003B76"/>
        </a:dk1>
        <a:lt1>
          <a:srgbClr val="FFFFFF"/>
        </a:lt1>
        <a:dk2>
          <a:srgbClr val="0066CC"/>
        </a:dk2>
        <a:lt2>
          <a:srgbClr val="CCECFF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4">
        <a:dk1>
          <a:srgbClr val="005856"/>
        </a:dk1>
        <a:lt1>
          <a:srgbClr val="FFFFFF"/>
        </a:lt1>
        <a:dk2>
          <a:srgbClr val="008080"/>
        </a:dk2>
        <a:lt2>
          <a:srgbClr val="FFFFCC"/>
        </a:lt2>
        <a:accent1>
          <a:srgbClr val="0099CC"/>
        </a:accent1>
        <a:accent2>
          <a:srgbClr val="00CCFF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B9E7"/>
        </a:accent6>
        <a:hlink>
          <a:srgbClr val="1ACE9F"/>
        </a:hlink>
        <a:folHlink>
          <a:srgbClr val="948CC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5">
        <a:dk1>
          <a:srgbClr val="3C5436"/>
        </a:dk1>
        <a:lt1>
          <a:srgbClr val="FFFFFF"/>
        </a:lt1>
        <a:dk2>
          <a:srgbClr val="5F8656"/>
        </a:dk2>
        <a:lt2>
          <a:srgbClr val="D6D8C0"/>
        </a:lt2>
        <a:accent1>
          <a:srgbClr val="61733D"/>
        </a:accent1>
        <a:accent2>
          <a:srgbClr val="324A39"/>
        </a:accent2>
        <a:accent3>
          <a:srgbClr val="B6C3B4"/>
        </a:accent3>
        <a:accent4>
          <a:srgbClr val="DADADA"/>
        </a:accent4>
        <a:accent5>
          <a:srgbClr val="B7BCAF"/>
        </a:accent5>
        <a:accent6>
          <a:srgbClr val="2C4233"/>
        </a:accent6>
        <a:hlink>
          <a:srgbClr val="73D588"/>
        </a:hlink>
        <a:folHlink>
          <a:srgbClr val="6F99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6">
        <a:dk1>
          <a:srgbClr val="5B7B65"/>
        </a:dk1>
        <a:lt1>
          <a:srgbClr val="FFFFFF"/>
        </a:lt1>
        <a:dk2>
          <a:srgbClr val="9ABE9D"/>
        </a:dk2>
        <a:lt2>
          <a:srgbClr val="336600"/>
        </a:lt2>
        <a:accent1>
          <a:srgbClr val="00CC66"/>
        </a:accent1>
        <a:accent2>
          <a:srgbClr val="4E7050"/>
        </a:accent2>
        <a:accent3>
          <a:srgbClr val="CADBCC"/>
        </a:accent3>
        <a:accent4>
          <a:srgbClr val="DADADA"/>
        </a:accent4>
        <a:accent5>
          <a:srgbClr val="AAE2B8"/>
        </a:accent5>
        <a:accent6>
          <a:srgbClr val="466548"/>
        </a:accent6>
        <a:hlink>
          <a:srgbClr val="FFFFCC"/>
        </a:hlink>
        <a:folHlink>
          <a:srgbClr val="9CE8A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7">
        <a:dk1>
          <a:srgbClr val="4C4E44"/>
        </a:dk1>
        <a:lt1>
          <a:srgbClr val="FFFFFF"/>
        </a:lt1>
        <a:dk2>
          <a:srgbClr val="686B5D"/>
        </a:dk2>
        <a:lt2>
          <a:srgbClr val="D6D5C6"/>
        </a:lt2>
        <a:accent1>
          <a:srgbClr val="898D79"/>
        </a:accent1>
        <a:accent2>
          <a:srgbClr val="4D4F45"/>
        </a:accent2>
        <a:accent3>
          <a:srgbClr val="B9BAB6"/>
        </a:accent3>
        <a:accent4>
          <a:srgbClr val="DADADA"/>
        </a:accent4>
        <a:accent5>
          <a:srgbClr val="C4C5BE"/>
        </a:accent5>
        <a:accent6>
          <a:srgbClr val="45473E"/>
        </a:accent6>
        <a:hlink>
          <a:srgbClr val="58BE67"/>
        </a:hlink>
        <a:folHlink>
          <a:srgbClr val="C0C64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8">
        <a:dk1>
          <a:srgbClr val="000000"/>
        </a:dk1>
        <a:lt1>
          <a:srgbClr val="FFFFDD"/>
        </a:lt1>
        <a:dk2>
          <a:srgbClr val="000000"/>
        </a:dk2>
        <a:lt2>
          <a:srgbClr val="98977A"/>
        </a:lt2>
        <a:accent1>
          <a:srgbClr val="BDCDA7"/>
        </a:accent1>
        <a:accent2>
          <a:srgbClr val="A0D060"/>
        </a:accent2>
        <a:accent3>
          <a:srgbClr val="FFFFEB"/>
        </a:accent3>
        <a:accent4>
          <a:srgbClr val="000000"/>
        </a:accent4>
        <a:accent5>
          <a:srgbClr val="DBE3D0"/>
        </a:accent5>
        <a:accent6>
          <a:srgbClr val="91BC56"/>
        </a:accent6>
        <a:hlink>
          <a:srgbClr val="FADD4E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e 9">
        <a:dk1>
          <a:srgbClr val="003B76"/>
        </a:dk1>
        <a:lt1>
          <a:srgbClr val="FFFFFF"/>
        </a:lt1>
        <a:dk2>
          <a:srgbClr val="0066CC"/>
        </a:dk2>
        <a:lt2>
          <a:srgbClr val="FFCC00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10">
        <a:dk1>
          <a:srgbClr val="003B76"/>
        </a:dk1>
        <a:lt1>
          <a:srgbClr val="FFFFFF"/>
        </a:lt1>
        <a:dk2>
          <a:srgbClr val="0066CC"/>
        </a:dk2>
        <a:lt2>
          <a:srgbClr val="FFCC66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11">
        <a:dk1>
          <a:srgbClr val="003B76"/>
        </a:dk1>
        <a:lt1>
          <a:srgbClr val="FFFFFF"/>
        </a:lt1>
        <a:dk2>
          <a:srgbClr val="0066CC"/>
        </a:dk2>
        <a:lt2>
          <a:srgbClr val="FFFF00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Globe</Template>
  <TotalTime>32498</TotalTime>
  <Words>2025</Words>
  <Application>Microsoft Office PowerPoint</Application>
  <PresentationFormat>全屏显示(4:3)</PresentationFormat>
  <Paragraphs>205</Paragraphs>
  <Slides>15</Slides>
  <Notes>1</Notes>
  <HiddenSlides>11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1" baseType="lpstr">
      <vt:lpstr>Verdana</vt:lpstr>
      <vt:lpstr>宋体</vt:lpstr>
      <vt:lpstr>Arial</vt:lpstr>
      <vt:lpstr>Wingdings</vt:lpstr>
      <vt:lpstr>Times New Roman</vt:lpstr>
      <vt:lpstr>Globe</vt:lpstr>
      <vt:lpstr>友元</vt:lpstr>
      <vt:lpstr>友元</vt:lpstr>
      <vt:lpstr>PowerPoint 演示文稿</vt:lpstr>
      <vt:lpstr>关于友元的几点说明</vt:lpstr>
      <vt:lpstr>例：实现矩阵与向量相乘操作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multiply的实现1（非友元）</vt:lpstr>
      <vt:lpstr>multiply的实现2（友元）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chenjj</dc:creator>
  <cp:lastModifiedBy>润泽 颜</cp:lastModifiedBy>
  <cp:revision>590</cp:revision>
  <dcterms:created xsi:type="dcterms:W3CDTF">1999-05-22T12:40:20Z</dcterms:created>
  <dcterms:modified xsi:type="dcterms:W3CDTF">2026-06-18T00:20:40Z</dcterms:modified>
</cp:coreProperties>
</file>