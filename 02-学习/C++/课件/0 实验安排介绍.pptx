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</p:sldMasterIdLst>
  <p:notesMasterIdLst>
    <p:notesMasterId r:id="rId14"/>
  </p:notesMasterIdLst>
  <p:sldIdLst>
    <p:sldId id="256" r:id="rId2"/>
    <p:sldId id="288" r:id="rId3"/>
    <p:sldId id="291" r:id="rId4"/>
    <p:sldId id="294" r:id="rId5"/>
    <p:sldId id="290" r:id="rId6"/>
    <p:sldId id="295" r:id="rId7"/>
    <p:sldId id="298" r:id="rId8"/>
    <p:sldId id="293" r:id="rId9"/>
    <p:sldId id="299" r:id="rId10"/>
    <p:sldId id="296" r:id="rId11"/>
    <p:sldId id="297" r:id="rId12"/>
    <p:sldId id="300" r:id="rId1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60"/>
  </p:normalViewPr>
  <p:slideViewPr>
    <p:cSldViewPr>
      <p:cViewPr varScale="1">
        <p:scale>
          <a:sx n="162" d="100"/>
          <a:sy n="162" d="100"/>
        </p:scale>
        <p:origin x="4320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BA3D405B-06E7-F611-F475-2F5F2B96DA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56AF669D-6EC3-FE8C-F469-80252737211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F9D2184-85B8-388B-21CB-F8FACB1F205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25" name="Rectangle 5">
            <a:extLst>
              <a:ext uri="{FF2B5EF4-FFF2-40B4-BE49-F238E27FC236}">
                <a16:creationId xmlns:a16="http://schemas.microsoft.com/office/drawing/2014/main" id="{94FF7594-4ECD-ED4A-DF29-EFEEDB62A3E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3126" name="Rectangle 6">
            <a:extLst>
              <a:ext uri="{FF2B5EF4-FFF2-40B4-BE49-F238E27FC236}">
                <a16:creationId xmlns:a16="http://schemas.microsoft.com/office/drawing/2014/main" id="{805AC722-01F8-FEDD-C023-CFAAD7EAF43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27" name="Rectangle 7">
            <a:extLst>
              <a:ext uri="{FF2B5EF4-FFF2-40B4-BE49-F238E27FC236}">
                <a16:creationId xmlns:a16="http://schemas.microsoft.com/office/drawing/2014/main" id="{D36BA87B-7243-E76A-AA99-130CC6CF99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F1A823F2-222C-EF41-9AF5-4D10A79CE70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E2A2A8EF-9B87-88B1-CE05-A54B987796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01AB48E-336A-F549-B714-3094A4C9287A}" type="slidenum">
              <a:rPr lang="en-US" altLang="zh-CN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D58B5892-B7CC-09EB-1AB9-F05CF837F3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2B655E93-1346-AD41-917A-FA50D61DEA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A14D6A6C-6670-A4E6-98FA-4F396ADABF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F8BCD76-D327-6540-84A2-84BAA135A9F1}" type="slidenum">
              <a:rPr lang="en-US" altLang="zh-CN"/>
              <a:pPr>
                <a:spcBef>
                  <a:spcPct val="0"/>
                </a:spcBef>
              </a:pPr>
              <a:t>2</a:t>
            </a:fld>
            <a:endParaRPr lang="en-US" altLang="zh-CN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15AE8B69-63EF-3FBB-3124-6D5076013A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ADD28563-0508-0939-5B20-F64AC471FE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93FA8633-705C-AE72-AE21-97B53C083F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DBDCA55-112F-064B-A5B5-F8A53470DEFE}" type="slidenum">
              <a:rPr lang="en-US" altLang="zh-CN"/>
              <a:pPr>
                <a:spcBef>
                  <a:spcPct val="0"/>
                </a:spcBef>
              </a:pPr>
              <a:t>3</a:t>
            </a:fld>
            <a:endParaRPr lang="en-US" altLang="zh-CN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E5BBF1D1-AF89-5894-A117-7F7B784798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0D0C659B-D8E7-1AE0-75EA-94F0FF19DA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01565294-7CF4-A73F-19B7-69AB4C8EDA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AFE7E0F-11F9-BF45-A8A7-FF4D87A5534F}" type="slidenum">
              <a:rPr lang="en-US" altLang="zh-CN"/>
              <a:pPr>
                <a:spcBef>
                  <a:spcPct val="0"/>
                </a:spcBef>
              </a:pPr>
              <a:t>4</a:t>
            </a:fld>
            <a:endParaRPr lang="en-US" altLang="zh-CN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C5580234-8429-8BF3-BB82-8CE7AEE8DD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7EF31E5F-A4D5-506A-D3D8-641D73F43D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18717483-E8B9-0DD9-6036-56FC264854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FF29B75-CFA0-9E4E-A036-EDD9A97229F7}" type="slidenum">
              <a:rPr lang="en-US" altLang="zh-CN"/>
              <a:pPr>
                <a:spcBef>
                  <a:spcPct val="0"/>
                </a:spcBef>
              </a:pPr>
              <a:t>5</a:t>
            </a:fld>
            <a:endParaRPr lang="en-US" altLang="zh-CN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89B87361-DB0B-DBA1-178A-4FA7F3833B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E5D2EA3F-F889-DD31-8F74-706007D31E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22C98843-55FE-5DE5-1A96-1CED3D49EE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6A36CE9-44F6-D040-9CD1-5E3B3C6D9D32}" type="slidenum">
              <a:rPr lang="en-US" altLang="zh-CN"/>
              <a:pPr>
                <a:spcBef>
                  <a:spcPct val="0"/>
                </a:spcBef>
              </a:pPr>
              <a:t>6</a:t>
            </a:fld>
            <a:endParaRPr lang="en-US" altLang="zh-CN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43AE7F19-B146-63D6-883F-F47C46A380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7B975A17-DA3E-8EC5-7FCF-11F55D06C9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368B6293-AABF-C4BB-7324-D76C17894A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19B6064-5269-744A-9D6D-4DFD476E7580}" type="slidenum">
              <a:rPr lang="en-US" altLang="zh-CN"/>
              <a:pPr>
                <a:spcBef>
                  <a:spcPct val="0"/>
                </a:spcBef>
              </a:pPr>
              <a:t>7</a:t>
            </a:fld>
            <a:endParaRPr lang="en-US" altLang="zh-CN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858FFC8B-44AA-07EF-A427-7660D1E927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D1131AEB-576D-FFE9-DBFC-EB67E16390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3C2DDA6B-FF34-DCB4-DAC6-F61B0888A2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FD6BB27-A431-AE49-936C-0BBDA6E14FA1}" type="slidenum">
              <a:rPr lang="en-US" altLang="zh-CN"/>
              <a:pPr>
                <a:spcBef>
                  <a:spcPct val="0"/>
                </a:spcBef>
              </a:pPr>
              <a:t>8</a:t>
            </a:fld>
            <a:endParaRPr lang="en-US" altLang="zh-CN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27A875C2-824F-7877-E019-F60F0EDD85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729F67F3-9BC1-C1AC-BB84-EFD828D63B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3C2DDA6B-FF34-DCB4-DAC6-F61B0888A2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FD6BB27-A431-AE49-936C-0BBDA6E14FA1}" type="slidenum">
              <a:rPr lang="en-US" altLang="zh-CN"/>
              <a:pPr>
                <a:spcBef>
                  <a:spcPct val="0"/>
                </a:spcBef>
              </a:pPr>
              <a:t>9</a:t>
            </a:fld>
            <a:endParaRPr lang="en-US" altLang="zh-CN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27A875C2-824F-7877-E019-F60F0EDD85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729F67F3-9BC1-C1AC-BB84-EFD828D63B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9143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874D3476-E5F8-B089-A4BA-0ACDC89B39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3F14FF5-F0CD-3046-92F8-66A3CC487307}" type="slidenum">
              <a:rPr lang="en-US" altLang="zh-CN"/>
              <a:pPr>
                <a:spcBef>
                  <a:spcPct val="0"/>
                </a:spcBef>
              </a:pPr>
              <a:t>10</a:t>
            </a:fld>
            <a:endParaRPr lang="en-US" altLang="zh-CN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B1C84A0D-F587-520B-0A48-4641819334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6BC20DD4-6950-7864-7584-F3B8D12EDD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9C922846-2359-317F-4B90-C542D0DF03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E5BD854-6B3B-FA49-B805-E23B28FF385B}" type="slidenum">
              <a:rPr lang="en-US" altLang="zh-CN"/>
              <a:pPr>
                <a:spcBef>
                  <a:spcPct val="0"/>
                </a:spcBef>
              </a:pPr>
              <a:t>11</a:t>
            </a:fld>
            <a:endParaRPr lang="en-US" altLang="zh-CN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4E70AB15-D219-FFAF-E8B1-48C23527DF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0658628D-E536-1603-6F17-7F96109557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A14D6A6C-6670-A4E6-98FA-4F396ADABF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F8BCD76-D327-6540-84A2-84BAA135A9F1}" type="slidenum">
              <a:rPr lang="en-US" altLang="zh-CN"/>
              <a:pPr>
                <a:spcBef>
                  <a:spcPct val="0"/>
                </a:spcBef>
              </a:pPr>
              <a:t>12</a:t>
            </a:fld>
            <a:endParaRPr lang="en-US" altLang="zh-CN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15AE8B69-63EF-3FBB-3124-6D5076013A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ADD28563-0508-0939-5B20-F64AC471FE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719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C3D88C3-7169-B1D8-D38D-E7FC16D873AC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EAA4B7E-7443-C537-B62B-80F78F95EDA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7537C69-696D-70F1-6383-8295EB58F97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DD24B90-D558-CA84-DFC1-6467C421BF1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3C85DAC0-0996-9C66-EF65-D70149727A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2E6A4E90-2668-E03B-0826-B486020BF6E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B17F5F50-5525-8C5D-AB6B-28FBCC63DED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03A4106D-B2B3-29DE-C8B8-138CA3818B3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1A91D60F-1068-440B-12A1-023E89055A0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6B880614-1BD3-26A8-87AE-7EF8B2435BE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BAB54EC4-FDD1-7EC6-28DF-6E218170394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2A8FBE19-6A94-6FC4-9A79-E1CAC2807A7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ADC300DA-A286-3293-4B71-06379EE2117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D6E0A48A-6CD2-C82A-EDF1-061523E7DFB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5" name="Freeform 16">
                <a:extLst>
                  <a:ext uri="{FF2B5EF4-FFF2-40B4-BE49-F238E27FC236}">
                    <a16:creationId xmlns:a16="http://schemas.microsoft.com/office/drawing/2014/main" id="{4FB02628-E9F2-7B9B-E632-3F3B7D9AFEB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7C80E70B-AD65-563B-F56C-20E461D3475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5A1CF926-B8E1-4510-E618-835A2C3FC42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A633A5F6-0F67-AF9D-2000-A753A863C7C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6A00703E-AA22-18B8-0795-AB61EF5EF44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Freeform 21">
              <a:extLst>
                <a:ext uri="{FF2B5EF4-FFF2-40B4-BE49-F238E27FC236}">
                  <a16:creationId xmlns:a16="http://schemas.microsoft.com/office/drawing/2014/main" id="{FDB9CAF0-7554-46CA-9BC8-616169C806C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4373A6C2-90AE-C6AB-BED8-65CAC9D11DC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7B6DF8EF-431D-5327-4222-A4B9874DC23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819 w 717"/>
                <a:gd name="T1" fmla="*/ 845 h 845"/>
                <a:gd name="T2" fmla="*/ 819 w 717"/>
                <a:gd name="T3" fmla="*/ 821 h 845"/>
                <a:gd name="T4" fmla="*/ 676 w 717"/>
                <a:gd name="T5" fmla="*/ 605 h 845"/>
                <a:gd name="T6" fmla="*/ 457 w 717"/>
                <a:gd name="T7" fmla="*/ 396 h 845"/>
                <a:gd name="T8" fmla="*/ 272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60 w 717"/>
                <a:gd name="T15" fmla="*/ 198 h 845"/>
                <a:gd name="T16" fmla="*/ 451 w 717"/>
                <a:gd name="T17" fmla="*/ 408 h 845"/>
                <a:gd name="T18" fmla="*/ 670 w 717"/>
                <a:gd name="T19" fmla="*/ 623 h 845"/>
                <a:gd name="T20" fmla="*/ 819 w 717"/>
                <a:gd name="T21" fmla="*/ 845 h 845"/>
                <a:gd name="T22" fmla="*/ 819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FBE33A43-AC64-C565-78D7-4309A35100E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58 w 407"/>
                <a:gd name="T1" fmla="*/ 414 h 414"/>
                <a:gd name="T2" fmla="*/ 458 w 407"/>
                <a:gd name="T3" fmla="*/ 396 h 414"/>
                <a:gd name="T4" fmla="*/ 273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67 w 407"/>
                <a:gd name="T13" fmla="*/ 204 h 414"/>
                <a:gd name="T14" fmla="*/ 458 w 407"/>
                <a:gd name="T15" fmla="*/ 414 h 414"/>
                <a:gd name="T16" fmla="*/ 458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3BBF9ABA-CC74-7C85-4426-5189A78FB64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3" name="Freeform 26">
              <a:extLst>
                <a:ext uri="{FF2B5EF4-FFF2-40B4-BE49-F238E27FC236}">
                  <a16:creationId xmlns:a16="http://schemas.microsoft.com/office/drawing/2014/main" id="{7738A07B-5570-ED60-2AA1-9AB4B755890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88 w 586"/>
                <a:gd name="T1" fmla="*/ 0 h 599"/>
                <a:gd name="T2" fmla="*/ 670 w 586"/>
                <a:gd name="T3" fmla="*/ 0 h 599"/>
                <a:gd name="T4" fmla="*/ 476 w 586"/>
                <a:gd name="T5" fmla="*/ 132 h 599"/>
                <a:gd name="T6" fmla="*/ 308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08 w 586"/>
                <a:gd name="T17" fmla="*/ 282 h 599"/>
                <a:gd name="T18" fmla="*/ 488 w 586"/>
                <a:gd name="T19" fmla="*/ 138 h 599"/>
                <a:gd name="T20" fmla="*/ 688 w 586"/>
                <a:gd name="T21" fmla="*/ 0 h 599"/>
                <a:gd name="T22" fmla="*/ 688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4" name="Freeform 27">
              <a:extLst>
                <a:ext uri="{FF2B5EF4-FFF2-40B4-BE49-F238E27FC236}">
                  <a16:creationId xmlns:a16="http://schemas.microsoft.com/office/drawing/2014/main" id="{BBD0E3D5-CD83-4C4F-86A0-D937594EF4C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320 w 269"/>
                <a:gd name="T1" fmla="*/ 0 h 252"/>
                <a:gd name="T2" fmla="*/ 302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320 w 269"/>
                <a:gd name="T15" fmla="*/ 0 h 252"/>
                <a:gd name="T16" fmla="*/ 320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5" name="Line 28">
              <a:extLst>
                <a:ext uri="{FF2B5EF4-FFF2-40B4-BE49-F238E27FC236}">
                  <a16:creationId xmlns:a16="http://schemas.microsoft.com/office/drawing/2014/main" id="{CFD954AC-E9E9-BB17-8238-13246FC8E177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6" name="Line 29">
              <a:extLst>
                <a:ext uri="{FF2B5EF4-FFF2-40B4-BE49-F238E27FC236}">
                  <a16:creationId xmlns:a16="http://schemas.microsoft.com/office/drawing/2014/main" id="{04B90FEB-F5DE-0CC6-71F6-26B107C3743C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7" name="Line 30">
              <a:extLst>
                <a:ext uri="{FF2B5EF4-FFF2-40B4-BE49-F238E27FC236}">
                  <a16:creationId xmlns:a16="http://schemas.microsoft.com/office/drawing/2014/main" id="{9F20A3D4-3BDB-8783-55C0-6DEFD4BF7418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grpSp>
          <p:nvGrpSpPr>
            <p:cNvPr id="18" name="Group 31">
              <a:extLst>
                <a:ext uri="{FF2B5EF4-FFF2-40B4-BE49-F238E27FC236}">
                  <a16:creationId xmlns:a16="http://schemas.microsoft.com/office/drawing/2014/main" id="{E316E09B-04E7-FF97-6DDB-15C3020818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1" name="Line 32">
                <a:extLst>
                  <a:ext uri="{FF2B5EF4-FFF2-40B4-BE49-F238E27FC236}">
                    <a16:creationId xmlns:a16="http://schemas.microsoft.com/office/drawing/2014/main" id="{70F78E51-6E16-A90E-04B0-3FA2C07F04F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2" name="Line 33">
                <a:extLst>
                  <a:ext uri="{FF2B5EF4-FFF2-40B4-BE49-F238E27FC236}">
                    <a16:creationId xmlns:a16="http://schemas.microsoft.com/office/drawing/2014/main" id="{59F341C3-9BE4-7564-C659-97CAB159019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3" name="Line 34">
                <a:extLst>
                  <a:ext uri="{FF2B5EF4-FFF2-40B4-BE49-F238E27FC236}">
                    <a16:creationId xmlns:a16="http://schemas.microsoft.com/office/drawing/2014/main" id="{26F9CE93-387C-5360-E3E7-D0B73AC73EA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4" name="Line 35">
                <a:extLst>
                  <a:ext uri="{FF2B5EF4-FFF2-40B4-BE49-F238E27FC236}">
                    <a16:creationId xmlns:a16="http://schemas.microsoft.com/office/drawing/2014/main" id="{A473AB53-FE2B-294A-7F64-41B9132A50E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25" name="Line 36">
                <a:extLst>
                  <a:ext uri="{FF2B5EF4-FFF2-40B4-BE49-F238E27FC236}">
                    <a16:creationId xmlns:a16="http://schemas.microsoft.com/office/drawing/2014/main" id="{631D2534-DF0B-834F-C8C5-7864B138154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19" name="Line 37">
              <a:extLst>
                <a:ext uri="{FF2B5EF4-FFF2-40B4-BE49-F238E27FC236}">
                  <a16:creationId xmlns:a16="http://schemas.microsoft.com/office/drawing/2014/main" id="{7315D0A8-A6F8-D015-096E-48C711AFF8B8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0" name="Line 38">
              <a:extLst>
                <a:ext uri="{FF2B5EF4-FFF2-40B4-BE49-F238E27FC236}">
                  <a16:creationId xmlns:a16="http://schemas.microsoft.com/office/drawing/2014/main" id="{2E95A133-15FB-1111-A20D-5EB752DF1172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111655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11656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9" name="Rectangle 41">
            <a:extLst>
              <a:ext uri="{FF2B5EF4-FFF2-40B4-BE49-F238E27FC236}">
                <a16:creationId xmlns:a16="http://schemas.microsoft.com/office/drawing/2014/main" id="{1422BE5E-B1CC-2B0B-2734-F12B9D1A440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" name="Rectangle 42">
            <a:extLst>
              <a:ext uri="{FF2B5EF4-FFF2-40B4-BE49-F238E27FC236}">
                <a16:creationId xmlns:a16="http://schemas.microsoft.com/office/drawing/2014/main" id="{5916BA6C-A748-B387-BFC2-36120DCC72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68169CB7-F4F1-A604-9083-3436829CF6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4BFEDC-78D8-524E-8864-3FB6C4F2EBD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1310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AEF80584-4843-71B9-6FE4-0A235A8FF6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CA6F2040-53BF-D40B-B54C-8BE4009949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B62470E8-2D8F-8B03-DDFD-9B6CEB9140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AC62B5-2071-0F43-973B-DEEEFCC3EF1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3660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C04535D9-F7F0-FAAE-D81C-233EBF0300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186362D8-65BD-1C0B-5065-76446DF4EE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3837D97B-80D6-7C0F-1F85-773D2EC196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341EEF-36EB-D747-8101-75B56A9552D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2799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0DCA028C-161C-F71F-5DB3-C554A6E907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094E6059-97CA-084D-0DCD-E112927AA9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8DFA2931-9934-2A63-30A7-4EDB47CC9A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EA47A0-502E-4643-A5F0-1C0DECB8D9E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904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0">
            <a:extLst>
              <a:ext uri="{FF2B5EF4-FFF2-40B4-BE49-F238E27FC236}">
                <a16:creationId xmlns:a16="http://schemas.microsoft.com/office/drawing/2014/main" id="{7DFC8B07-399C-2D6D-BF6F-1B11AA8067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A520FA67-B409-4EB7-E2C6-6A2C2BD3FF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>
            <a:extLst>
              <a:ext uri="{FF2B5EF4-FFF2-40B4-BE49-F238E27FC236}">
                <a16:creationId xmlns:a16="http://schemas.microsoft.com/office/drawing/2014/main" id="{25C45F9C-F987-B0FC-3C0C-A5B48DBBF7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AE3ED2-8923-7E48-BF3B-D7194BE8041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1772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0">
            <a:extLst>
              <a:ext uri="{FF2B5EF4-FFF2-40B4-BE49-F238E27FC236}">
                <a16:creationId xmlns:a16="http://schemas.microsoft.com/office/drawing/2014/main" id="{6DB56958-52E5-05CE-A461-4FC85B75C8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>
            <a:extLst>
              <a:ext uri="{FF2B5EF4-FFF2-40B4-BE49-F238E27FC236}">
                <a16:creationId xmlns:a16="http://schemas.microsoft.com/office/drawing/2014/main" id="{7AA57CFF-A878-6689-3000-F993AB018D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4690FD36-CE37-D70A-AD2C-3B445C403D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B252A2-9988-E84E-B21B-AA3291862A7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0030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>
            <a:extLst>
              <a:ext uri="{FF2B5EF4-FFF2-40B4-BE49-F238E27FC236}">
                <a16:creationId xmlns:a16="http://schemas.microsoft.com/office/drawing/2014/main" id="{5EEF058C-4573-4597-894F-AC8659FA8D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>
            <a:extLst>
              <a:ext uri="{FF2B5EF4-FFF2-40B4-BE49-F238E27FC236}">
                <a16:creationId xmlns:a16="http://schemas.microsoft.com/office/drawing/2014/main" id="{A30B52B2-9D3F-0BA0-B499-D4A9D36825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>
            <a:extLst>
              <a:ext uri="{FF2B5EF4-FFF2-40B4-BE49-F238E27FC236}">
                <a16:creationId xmlns:a16="http://schemas.microsoft.com/office/drawing/2014/main" id="{143C4B5A-4A91-B5D8-057C-2A8E063EC9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290C09-77D3-DC47-9423-EA8FBAF0CD5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8720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C8AFD2F7-ED70-D073-9032-4606F61663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CE2A8497-E4E2-5F5E-C48E-E32712D0DE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F37A1EB6-2DF0-1FAD-E096-DC03908AD1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58AFB8-130C-B048-B3FE-0E150169DA0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8681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48BF146A-875E-CAFD-258D-D095F07027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D9F9DF12-2863-3A3C-8C2B-4E177FB639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6ABB2614-543A-775F-01F7-0BA1D6871B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8BF01E-F93B-0B48-84A7-DFDE77DA47D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017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568CE881-81D9-86B1-321E-151158A0EA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AC3E1EE2-1E64-0083-3EA6-CC67F87766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DAB11456-2EFE-4504-CE32-A40F1730A7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BE82F9-E695-4945-8BE7-BEE3478312E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694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2944C1F1-1972-B5B2-8C7D-001A0FBD50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4D8CFB57-875D-D951-0D39-42D1EE33D5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DB44E765-FAAB-B088-D0CC-30CB69E2F8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14874A-EAAE-234B-B4E6-94A653E8E62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3556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285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128E5D54-5FF5-8217-B033-1058614839A5}"/>
              </a:ext>
            </a:extLst>
          </p:cNvPr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110595" name="Freeform 3">
              <a:extLst>
                <a:ext uri="{FF2B5EF4-FFF2-40B4-BE49-F238E27FC236}">
                  <a16:creationId xmlns:a16="http://schemas.microsoft.com/office/drawing/2014/main" id="{312D6B02-9620-7D98-AFCC-E7D4F7D51F2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/>
              <a:ahLst/>
              <a:cxnLst>
                <a:cxn ang="0">
                  <a:pos x="717" y="72"/>
                </a:cxn>
                <a:cxn ang="0">
                  <a:pos x="717" y="0"/>
                </a:cxn>
                <a:cxn ang="0">
                  <a:pos x="699" y="101"/>
                </a:cxn>
                <a:cxn ang="0">
                  <a:pos x="675" y="209"/>
                </a:cxn>
                <a:cxn ang="0">
                  <a:pos x="627" y="389"/>
                </a:cxn>
                <a:cxn ang="0">
                  <a:pos x="574" y="569"/>
                </a:cxn>
                <a:cxn ang="0">
                  <a:pos x="502" y="749"/>
                </a:cxn>
                <a:cxn ang="0">
                  <a:pos x="424" y="935"/>
                </a:cxn>
                <a:cxn ang="0">
                  <a:pos x="334" y="1121"/>
                </a:cxn>
                <a:cxn ang="0">
                  <a:pos x="233" y="1312"/>
                </a:cxn>
                <a:cxn ang="0">
                  <a:pos x="125" y="1498"/>
                </a:cxn>
                <a:cxn ang="0">
                  <a:pos x="0" y="1690"/>
                </a:cxn>
                <a:cxn ang="0">
                  <a:pos x="11" y="1690"/>
                </a:cxn>
                <a:cxn ang="0">
                  <a:pos x="137" y="1498"/>
                </a:cxn>
                <a:cxn ang="0">
                  <a:pos x="245" y="1312"/>
                </a:cxn>
                <a:cxn ang="0">
                  <a:pos x="346" y="1121"/>
                </a:cxn>
                <a:cxn ang="0">
                  <a:pos x="436" y="935"/>
                </a:cxn>
                <a:cxn ang="0">
                  <a:pos x="514" y="749"/>
                </a:cxn>
                <a:cxn ang="0">
                  <a:pos x="585" y="569"/>
                </a:cxn>
                <a:cxn ang="0">
                  <a:pos x="639" y="389"/>
                </a:cxn>
                <a:cxn ang="0">
                  <a:pos x="687" y="209"/>
                </a:cxn>
                <a:cxn ang="0">
                  <a:pos x="705" y="143"/>
                </a:cxn>
                <a:cxn ang="0">
                  <a:pos x="717" y="72"/>
                </a:cxn>
                <a:cxn ang="0">
                  <a:pos x="717" y="72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10596" name="Freeform 4">
              <a:extLst>
                <a:ext uri="{FF2B5EF4-FFF2-40B4-BE49-F238E27FC236}">
                  <a16:creationId xmlns:a16="http://schemas.microsoft.com/office/drawing/2014/main" id="{7E77C4BB-B187-4784-6A6B-9E0BAE1C666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293" y="132"/>
                </a:cxn>
                <a:cxn ang="0">
                  <a:pos x="204" y="264"/>
                </a:cxn>
                <a:cxn ang="0">
                  <a:pos x="102" y="396"/>
                </a:cxn>
                <a:cxn ang="0">
                  <a:pos x="0" y="522"/>
                </a:cxn>
                <a:cxn ang="0">
                  <a:pos x="12" y="522"/>
                </a:cxn>
                <a:cxn ang="0">
                  <a:pos x="114" y="402"/>
                </a:cxn>
                <a:cxn ang="0">
                  <a:pos x="204" y="282"/>
                </a:cxn>
                <a:cxn ang="0">
                  <a:pos x="377" y="24"/>
                </a:cxn>
                <a:cxn ang="0">
                  <a:pos x="377" y="0"/>
                </a:cxn>
                <a:cxn ang="0">
                  <a:pos x="377" y="0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10597" name="Freeform 5">
              <a:extLst>
                <a:ext uri="{FF2B5EF4-FFF2-40B4-BE49-F238E27FC236}">
                  <a16:creationId xmlns:a16="http://schemas.microsoft.com/office/drawing/2014/main" id="{CE24F2FF-1286-ECE3-C18D-BA415963F1B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/>
              <a:ahLst/>
              <a:cxnLst>
                <a:cxn ang="0">
                  <a:pos x="0" y="102"/>
                </a:cxn>
                <a:cxn ang="0">
                  <a:pos x="18" y="102"/>
                </a:cxn>
                <a:cxn ang="0">
                  <a:pos x="48" y="60"/>
                </a:cxn>
                <a:cxn ang="0">
                  <a:pos x="84" y="24"/>
                </a:cxn>
                <a:cxn ang="0">
                  <a:pos x="84" y="0"/>
                </a:cxn>
                <a:cxn ang="0">
                  <a:pos x="42" y="54"/>
                </a:cxn>
                <a:cxn ang="0">
                  <a:pos x="0" y="102"/>
                </a:cxn>
                <a:cxn ang="0">
                  <a:pos x="0" y="102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1035" name="Group 6">
              <a:extLst>
                <a:ext uri="{FF2B5EF4-FFF2-40B4-BE49-F238E27FC236}">
                  <a16:creationId xmlns:a16="http://schemas.microsoft.com/office/drawing/2014/main" id="{3CE1EBDA-A49A-89A4-3D37-6BD7DAB891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10599" name="Freeform 7">
                <a:extLst>
                  <a:ext uri="{FF2B5EF4-FFF2-40B4-BE49-F238E27FC236}">
                    <a16:creationId xmlns:a16="http://schemas.microsoft.com/office/drawing/2014/main" id="{7AC996E4-4BEF-3606-8032-8FDA6F803F3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" y="4316"/>
                  </a:cxn>
                  <a:cxn ang="0">
                    <a:pos x="72" y="4316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0" name="Freeform 8">
                <a:extLst>
                  <a:ext uri="{FF2B5EF4-FFF2-40B4-BE49-F238E27FC236}">
                    <a16:creationId xmlns:a16="http://schemas.microsoft.com/office/drawing/2014/main" id="{875476EA-4D35-D98E-A739-6FC71783269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12" y="0"/>
                  </a:cxn>
                  <a:cxn ang="0">
                    <a:pos x="42" y="216"/>
                  </a:cxn>
                  <a:cxn ang="0">
                    <a:pos x="72" y="444"/>
                  </a:cxn>
                  <a:cxn ang="0">
                    <a:pos x="96" y="689"/>
                  </a:cxn>
                  <a:cxn ang="0">
                    <a:pos x="120" y="947"/>
                  </a:cxn>
                  <a:cxn ang="0">
                    <a:pos x="132" y="1211"/>
                  </a:cxn>
                  <a:cxn ang="0">
                    <a:pos x="150" y="1487"/>
                  </a:cxn>
                  <a:cxn ang="0">
                    <a:pos x="156" y="1768"/>
                  </a:cxn>
                  <a:cxn ang="0">
                    <a:pos x="162" y="2062"/>
                  </a:cxn>
                  <a:cxn ang="0">
                    <a:pos x="156" y="2644"/>
                  </a:cxn>
                  <a:cxn ang="0">
                    <a:pos x="126" y="3225"/>
                  </a:cxn>
                  <a:cxn ang="0">
                    <a:pos x="108" y="3507"/>
                  </a:cxn>
                  <a:cxn ang="0">
                    <a:pos x="78" y="3788"/>
                  </a:cxn>
                  <a:cxn ang="0">
                    <a:pos x="42" y="4058"/>
                  </a:cxn>
                  <a:cxn ang="0">
                    <a:pos x="0" y="4316"/>
                  </a:cxn>
                  <a:cxn ang="0">
                    <a:pos x="12" y="4316"/>
                  </a:cxn>
                  <a:cxn ang="0">
                    <a:pos x="54" y="4058"/>
                  </a:cxn>
                  <a:cxn ang="0">
                    <a:pos x="90" y="3782"/>
                  </a:cxn>
                  <a:cxn ang="0">
                    <a:pos x="120" y="3507"/>
                  </a:cxn>
                  <a:cxn ang="0">
                    <a:pos x="138" y="3219"/>
                  </a:cxn>
                  <a:cxn ang="0">
                    <a:pos x="168" y="2638"/>
                  </a:cxn>
                  <a:cxn ang="0">
                    <a:pos x="174" y="2056"/>
                  </a:cxn>
                  <a:cxn ang="0">
                    <a:pos x="168" y="1768"/>
                  </a:cxn>
                  <a:cxn ang="0">
                    <a:pos x="162" y="1487"/>
                  </a:cxn>
                  <a:cxn ang="0">
                    <a:pos x="144" y="1211"/>
                  </a:cxn>
                  <a:cxn ang="0">
                    <a:pos x="132" y="941"/>
                  </a:cxn>
                  <a:cxn ang="0">
                    <a:pos x="108" y="689"/>
                  </a:cxn>
                  <a:cxn ang="0">
                    <a:pos x="84" y="444"/>
                  </a:cxn>
                  <a:cxn ang="0">
                    <a:pos x="54" y="216"/>
                  </a:cxn>
                  <a:cxn ang="0">
                    <a:pos x="24" y="0"/>
                  </a:cxn>
                  <a:cxn ang="0">
                    <a:pos x="24" y="0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1" name="Freeform 9">
                <a:extLst>
                  <a:ext uri="{FF2B5EF4-FFF2-40B4-BE49-F238E27FC236}">
                    <a16:creationId xmlns:a16="http://schemas.microsoft.com/office/drawing/2014/main" id="{B3944753-D55E-8CB0-FEAE-5292CB54480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/>
                <a:ahLst/>
                <a:cxnLst>
                  <a:cxn ang="0">
                    <a:pos x="329" y="2014"/>
                  </a:cxn>
                  <a:cxn ang="0">
                    <a:pos x="317" y="1726"/>
                  </a:cxn>
                  <a:cxn ang="0">
                    <a:pos x="293" y="1445"/>
                  </a:cxn>
                  <a:cxn ang="0">
                    <a:pos x="263" y="1175"/>
                  </a:cxn>
                  <a:cxn ang="0">
                    <a:pos x="228" y="917"/>
                  </a:cxn>
                  <a:cxn ang="0">
                    <a:pos x="186" y="665"/>
                  </a:cxn>
                  <a:cxn ang="0">
                    <a:pos x="132" y="432"/>
                  </a:cxn>
                  <a:cxn ang="0">
                    <a:pos x="78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66" y="204"/>
                  </a:cxn>
                  <a:cxn ang="0">
                    <a:pos x="120" y="432"/>
                  </a:cxn>
                  <a:cxn ang="0">
                    <a:pos x="174" y="665"/>
                  </a:cxn>
                  <a:cxn ang="0">
                    <a:pos x="216" y="917"/>
                  </a:cxn>
                  <a:cxn ang="0">
                    <a:pos x="251" y="1175"/>
                  </a:cxn>
                  <a:cxn ang="0">
                    <a:pos x="281" y="1445"/>
                  </a:cxn>
                  <a:cxn ang="0">
                    <a:pos x="305" y="1726"/>
                  </a:cxn>
                  <a:cxn ang="0">
                    <a:pos x="317" y="2014"/>
                  </a:cxn>
                  <a:cxn ang="0">
                    <a:pos x="323" y="2314"/>
                  </a:cxn>
                  <a:cxn ang="0">
                    <a:pos x="317" y="2608"/>
                  </a:cxn>
                  <a:cxn ang="0">
                    <a:pos x="305" y="2907"/>
                  </a:cxn>
                  <a:cxn ang="0">
                    <a:pos x="281" y="3201"/>
                  </a:cxn>
                  <a:cxn ang="0">
                    <a:pos x="257" y="3489"/>
                  </a:cxn>
                  <a:cxn ang="0">
                    <a:pos x="216" y="3777"/>
                  </a:cxn>
                  <a:cxn ang="0">
                    <a:pos x="174" y="4052"/>
                  </a:cxn>
                  <a:cxn ang="0">
                    <a:pos x="120" y="4316"/>
                  </a:cxn>
                  <a:cxn ang="0">
                    <a:pos x="132" y="4316"/>
                  </a:cxn>
                  <a:cxn ang="0">
                    <a:pos x="186" y="4052"/>
                  </a:cxn>
                  <a:cxn ang="0">
                    <a:pos x="228" y="3777"/>
                  </a:cxn>
                  <a:cxn ang="0">
                    <a:pos x="269" y="3489"/>
                  </a:cxn>
                  <a:cxn ang="0">
                    <a:pos x="293" y="3201"/>
                  </a:cxn>
                  <a:cxn ang="0">
                    <a:pos x="317" y="2907"/>
                  </a:cxn>
                  <a:cxn ang="0">
                    <a:pos x="329" y="2608"/>
                  </a:cxn>
                  <a:cxn ang="0">
                    <a:pos x="335" y="2314"/>
                  </a:cxn>
                  <a:cxn ang="0">
                    <a:pos x="329" y="2014"/>
                  </a:cxn>
                  <a:cxn ang="0">
                    <a:pos x="329" y="2014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2" name="Freeform 10">
                <a:extLst>
                  <a:ext uri="{FF2B5EF4-FFF2-40B4-BE49-F238E27FC236}">
                    <a16:creationId xmlns:a16="http://schemas.microsoft.com/office/drawing/2014/main" id="{A80C2898-A598-E6F9-A80F-02A07321CDB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/>
                <a:ahLst/>
                <a:cxnLst>
                  <a:cxn ang="0">
                    <a:pos x="413" y="1924"/>
                  </a:cxn>
                  <a:cxn ang="0">
                    <a:pos x="395" y="1690"/>
                  </a:cxn>
                  <a:cxn ang="0">
                    <a:pos x="365" y="1457"/>
                  </a:cxn>
                  <a:cxn ang="0">
                    <a:pos x="329" y="1229"/>
                  </a:cxn>
                  <a:cxn ang="0">
                    <a:pos x="281" y="1001"/>
                  </a:cxn>
                  <a:cxn ang="0">
                    <a:pos x="227" y="761"/>
                  </a:cxn>
                  <a:cxn ang="0">
                    <a:pos x="162" y="522"/>
                  </a:cxn>
                  <a:cxn ang="0">
                    <a:pos x="90" y="27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84" y="270"/>
                  </a:cxn>
                  <a:cxn ang="0">
                    <a:pos x="156" y="522"/>
                  </a:cxn>
                  <a:cxn ang="0">
                    <a:pos x="216" y="767"/>
                  </a:cxn>
                  <a:cxn ang="0">
                    <a:pos x="275" y="1001"/>
                  </a:cxn>
                  <a:cxn ang="0">
                    <a:pos x="317" y="1235"/>
                  </a:cxn>
                  <a:cxn ang="0">
                    <a:pos x="353" y="1463"/>
                  </a:cxn>
                  <a:cxn ang="0">
                    <a:pos x="383" y="1690"/>
                  </a:cxn>
                  <a:cxn ang="0">
                    <a:pos x="401" y="1924"/>
                  </a:cxn>
                  <a:cxn ang="0">
                    <a:pos x="413" y="2188"/>
                  </a:cxn>
                  <a:cxn ang="0">
                    <a:pos x="407" y="2458"/>
                  </a:cxn>
                  <a:cxn ang="0">
                    <a:pos x="395" y="2733"/>
                  </a:cxn>
                  <a:cxn ang="0">
                    <a:pos x="365" y="3021"/>
                  </a:cxn>
                  <a:cxn ang="0">
                    <a:pos x="329" y="3321"/>
                  </a:cxn>
                  <a:cxn ang="0">
                    <a:pos x="275" y="3639"/>
                  </a:cxn>
                  <a:cxn ang="0">
                    <a:pos x="204" y="3968"/>
                  </a:cxn>
                  <a:cxn ang="0">
                    <a:pos x="126" y="4316"/>
                  </a:cxn>
                  <a:cxn ang="0">
                    <a:pos x="138" y="4316"/>
                  </a:cxn>
                  <a:cxn ang="0">
                    <a:pos x="216" y="3968"/>
                  </a:cxn>
                  <a:cxn ang="0">
                    <a:pos x="287" y="3639"/>
                  </a:cxn>
                  <a:cxn ang="0">
                    <a:pos x="341" y="3321"/>
                  </a:cxn>
                  <a:cxn ang="0">
                    <a:pos x="377" y="3021"/>
                  </a:cxn>
                  <a:cxn ang="0">
                    <a:pos x="407" y="2733"/>
                  </a:cxn>
                  <a:cxn ang="0">
                    <a:pos x="419" y="2458"/>
                  </a:cxn>
                  <a:cxn ang="0">
                    <a:pos x="425" y="2188"/>
                  </a:cxn>
                  <a:cxn ang="0">
                    <a:pos x="413" y="1924"/>
                  </a:cxn>
                  <a:cxn ang="0">
                    <a:pos x="413" y="1924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3" name="Freeform 11">
                <a:extLst>
                  <a:ext uri="{FF2B5EF4-FFF2-40B4-BE49-F238E27FC236}">
                    <a16:creationId xmlns:a16="http://schemas.microsoft.com/office/drawing/2014/main" id="{E06AE10E-2086-E5E4-1BEB-B1C116E329E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/>
                <a:ahLst/>
                <a:cxnLst>
                  <a:cxn ang="0">
                    <a:pos x="556" y="2020"/>
                  </a:cxn>
                  <a:cxn ang="0">
                    <a:pos x="538" y="1732"/>
                  </a:cxn>
                  <a:cxn ang="0">
                    <a:pos x="503" y="1445"/>
                  </a:cxn>
                  <a:cxn ang="0">
                    <a:pos x="455" y="1175"/>
                  </a:cxn>
                  <a:cxn ang="0">
                    <a:pos x="395" y="911"/>
                  </a:cxn>
                  <a:cxn ang="0">
                    <a:pos x="317" y="659"/>
                  </a:cxn>
                  <a:cxn ang="0">
                    <a:pos x="228" y="426"/>
                  </a:cxn>
                  <a:cxn ang="0">
                    <a:pos x="126" y="204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14" y="204"/>
                  </a:cxn>
                  <a:cxn ang="0">
                    <a:pos x="216" y="426"/>
                  </a:cxn>
                  <a:cxn ang="0">
                    <a:pos x="305" y="659"/>
                  </a:cxn>
                  <a:cxn ang="0">
                    <a:pos x="383" y="911"/>
                  </a:cxn>
                  <a:cxn ang="0">
                    <a:pos x="443" y="1175"/>
                  </a:cxn>
                  <a:cxn ang="0">
                    <a:pos x="491" y="1445"/>
                  </a:cxn>
                  <a:cxn ang="0">
                    <a:pos x="526" y="1732"/>
                  </a:cxn>
                  <a:cxn ang="0">
                    <a:pos x="544" y="2020"/>
                  </a:cxn>
                  <a:cxn ang="0">
                    <a:pos x="544" y="2326"/>
                  </a:cxn>
                  <a:cxn ang="0">
                    <a:pos x="532" y="2632"/>
                  </a:cxn>
                  <a:cxn ang="0">
                    <a:pos x="503" y="2931"/>
                  </a:cxn>
                  <a:cxn ang="0">
                    <a:pos x="455" y="3225"/>
                  </a:cxn>
                  <a:cxn ang="0">
                    <a:pos x="389" y="3513"/>
                  </a:cxn>
                  <a:cxn ang="0">
                    <a:pos x="311" y="3788"/>
                  </a:cxn>
                  <a:cxn ang="0">
                    <a:pos x="216" y="4058"/>
                  </a:cxn>
                  <a:cxn ang="0">
                    <a:pos x="102" y="4316"/>
                  </a:cxn>
                  <a:cxn ang="0">
                    <a:pos x="114" y="4316"/>
                  </a:cxn>
                  <a:cxn ang="0">
                    <a:pos x="228" y="4058"/>
                  </a:cxn>
                  <a:cxn ang="0">
                    <a:pos x="323" y="3788"/>
                  </a:cxn>
                  <a:cxn ang="0">
                    <a:pos x="401" y="3513"/>
                  </a:cxn>
                  <a:cxn ang="0">
                    <a:pos x="467" y="3225"/>
                  </a:cxn>
                  <a:cxn ang="0">
                    <a:pos x="515" y="2931"/>
                  </a:cxn>
                  <a:cxn ang="0">
                    <a:pos x="544" y="2632"/>
                  </a:cxn>
                  <a:cxn ang="0">
                    <a:pos x="556" y="2326"/>
                  </a:cxn>
                  <a:cxn ang="0">
                    <a:pos x="556" y="2020"/>
                  </a:cxn>
                  <a:cxn ang="0">
                    <a:pos x="556" y="2020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4" name="Freeform 12">
                <a:extLst>
                  <a:ext uri="{FF2B5EF4-FFF2-40B4-BE49-F238E27FC236}">
                    <a16:creationId xmlns:a16="http://schemas.microsoft.com/office/drawing/2014/main" id="{545E8556-77EA-DE32-9915-B8AA87CA22C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/>
                <a:ahLst/>
                <a:cxnLst>
                  <a:cxn ang="0">
                    <a:pos x="688" y="2086"/>
                  </a:cxn>
                  <a:cxn ang="0">
                    <a:pos x="670" y="1810"/>
                  </a:cxn>
                  <a:cxn ang="0">
                    <a:pos x="634" y="1541"/>
                  </a:cxn>
                  <a:cxn ang="0">
                    <a:pos x="574" y="1271"/>
                  </a:cxn>
                  <a:cxn ang="0">
                    <a:pos x="497" y="1007"/>
                  </a:cxn>
                  <a:cxn ang="0">
                    <a:pos x="401" y="749"/>
                  </a:cxn>
                  <a:cxn ang="0">
                    <a:pos x="293" y="492"/>
                  </a:cxn>
                  <a:cxn ang="0">
                    <a:pos x="162" y="24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50" y="240"/>
                  </a:cxn>
                  <a:cxn ang="0">
                    <a:pos x="281" y="492"/>
                  </a:cxn>
                  <a:cxn ang="0">
                    <a:pos x="389" y="749"/>
                  </a:cxn>
                  <a:cxn ang="0">
                    <a:pos x="485" y="1007"/>
                  </a:cxn>
                  <a:cxn ang="0">
                    <a:pos x="562" y="1271"/>
                  </a:cxn>
                  <a:cxn ang="0">
                    <a:pos x="622" y="1541"/>
                  </a:cxn>
                  <a:cxn ang="0">
                    <a:pos x="658" y="1810"/>
                  </a:cxn>
                  <a:cxn ang="0">
                    <a:pos x="676" y="2086"/>
                  </a:cxn>
                  <a:cxn ang="0">
                    <a:pos x="676" y="2368"/>
                  </a:cxn>
                  <a:cxn ang="0">
                    <a:pos x="658" y="2650"/>
                  </a:cxn>
                  <a:cxn ang="0">
                    <a:pos x="616" y="2931"/>
                  </a:cxn>
                  <a:cxn ang="0">
                    <a:pos x="556" y="3213"/>
                  </a:cxn>
                  <a:cxn ang="0">
                    <a:pos x="473" y="3495"/>
                  </a:cxn>
                  <a:cxn ang="0">
                    <a:pos x="371" y="3777"/>
                  </a:cxn>
                  <a:cxn ang="0">
                    <a:pos x="251" y="4046"/>
                  </a:cxn>
                  <a:cxn ang="0">
                    <a:pos x="114" y="4316"/>
                  </a:cxn>
                  <a:cxn ang="0">
                    <a:pos x="126" y="4316"/>
                  </a:cxn>
                  <a:cxn ang="0">
                    <a:pos x="263" y="4046"/>
                  </a:cxn>
                  <a:cxn ang="0">
                    <a:pos x="383" y="3777"/>
                  </a:cxn>
                  <a:cxn ang="0">
                    <a:pos x="485" y="3495"/>
                  </a:cxn>
                  <a:cxn ang="0">
                    <a:pos x="568" y="3219"/>
                  </a:cxn>
                  <a:cxn ang="0">
                    <a:pos x="628" y="2937"/>
                  </a:cxn>
                  <a:cxn ang="0">
                    <a:pos x="670" y="2656"/>
                  </a:cxn>
                  <a:cxn ang="0">
                    <a:pos x="688" y="2368"/>
                  </a:cxn>
                  <a:cxn ang="0">
                    <a:pos x="688" y="2086"/>
                  </a:cxn>
                  <a:cxn ang="0">
                    <a:pos x="688" y="2086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5" name="Freeform 13">
                <a:extLst>
                  <a:ext uri="{FF2B5EF4-FFF2-40B4-BE49-F238E27FC236}">
                    <a16:creationId xmlns:a16="http://schemas.microsoft.com/office/drawing/2014/main" id="{7DE45430-18E4-333B-1889-15A94672A97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/>
                <a:ahLst/>
                <a:cxnLst>
                  <a:cxn ang="0">
                    <a:pos x="855" y="2128"/>
                  </a:cxn>
                  <a:cxn ang="0">
                    <a:pos x="831" y="1834"/>
                  </a:cxn>
                  <a:cxn ang="0">
                    <a:pos x="808" y="1684"/>
                  </a:cxn>
                  <a:cxn ang="0">
                    <a:pos x="784" y="1541"/>
                  </a:cxn>
                  <a:cxn ang="0">
                    <a:pos x="748" y="1397"/>
                  </a:cxn>
                  <a:cxn ang="0">
                    <a:pos x="712" y="1253"/>
                  </a:cxn>
                  <a:cxn ang="0">
                    <a:pos x="664" y="1115"/>
                  </a:cxn>
                  <a:cxn ang="0">
                    <a:pos x="610" y="977"/>
                  </a:cxn>
                  <a:cxn ang="0">
                    <a:pos x="491" y="719"/>
                  </a:cxn>
                  <a:cxn ang="0">
                    <a:pos x="353" y="468"/>
                  </a:cxn>
                  <a:cxn ang="0">
                    <a:pos x="192" y="228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180" y="228"/>
                  </a:cxn>
                  <a:cxn ang="0">
                    <a:pos x="341" y="468"/>
                  </a:cxn>
                  <a:cxn ang="0">
                    <a:pos x="479" y="719"/>
                  </a:cxn>
                  <a:cxn ang="0">
                    <a:pos x="598" y="983"/>
                  </a:cxn>
                  <a:cxn ang="0">
                    <a:pos x="652" y="1121"/>
                  </a:cxn>
                  <a:cxn ang="0">
                    <a:pos x="700" y="1259"/>
                  </a:cxn>
                  <a:cxn ang="0">
                    <a:pos x="736" y="1403"/>
                  </a:cxn>
                  <a:cxn ang="0">
                    <a:pos x="772" y="1547"/>
                  </a:cxn>
                  <a:cxn ang="0">
                    <a:pos x="802" y="1690"/>
                  </a:cxn>
                  <a:cxn ang="0">
                    <a:pos x="819" y="1834"/>
                  </a:cxn>
                  <a:cxn ang="0">
                    <a:pos x="837" y="1984"/>
                  </a:cxn>
                  <a:cxn ang="0">
                    <a:pos x="843" y="2128"/>
                  </a:cxn>
                  <a:cxn ang="0">
                    <a:pos x="849" y="2278"/>
                  </a:cxn>
                  <a:cxn ang="0">
                    <a:pos x="843" y="2428"/>
                  </a:cxn>
                  <a:cxn ang="0">
                    <a:pos x="831" y="2572"/>
                  </a:cxn>
                  <a:cxn ang="0">
                    <a:pos x="819" y="2721"/>
                  </a:cxn>
                  <a:cxn ang="0">
                    <a:pos x="796" y="2865"/>
                  </a:cxn>
                  <a:cxn ang="0">
                    <a:pos x="766" y="3015"/>
                  </a:cxn>
                  <a:cxn ang="0">
                    <a:pos x="724" y="3159"/>
                  </a:cxn>
                  <a:cxn ang="0">
                    <a:pos x="682" y="3303"/>
                  </a:cxn>
                  <a:cxn ang="0">
                    <a:pos x="586" y="3567"/>
                  </a:cxn>
                  <a:cxn ang="0">
                    <a:pos x="473" y="3824"/>
                  </a:cxn>
                  <a:cxn ang="0">
                    <a:pos x="335" y="4076"/>
                  </a:cxn>
                  <a:cxn ang="0">
                    <a:pos x="180" y="4316"/>
                  </a:cxn>
                  <a:cxn ang="0">
                    <a:pos x="192" y="4316"/>
                  </a:cxn>
                  <a:cxn ang="0">
                    <a:pos x="347" y="4076"/>
                  </a:cxn>
                  <a:cxn ang="0">
                    <a:pos x="485" y="3824"/>
                  </a:cxn>
                  <a:cxn ang="0">
                    <a:pos x="598" y="3573"/>
                  </a:cxn>
                  <a:cxn ang="0">
                    <a:pos x="694" y="3309"/>
                  </a:cxn>
                  <a:cxn ang="0">
                    <a:pos x="736" y="3165"/>
                  </a:cxn>
                  <a:cxn ang="0">
                    <a:pos x="778" y="3021"/>
                  </a:cxn>
                  <a:cxn ang="0">
                    <a:pos x="808" y="2871"/>
                  </a:cxn>
                  <a:cxn ang="0">
                    <a:pos x="831" y="2727"/>
                  </a:cxn>
                  <a:cxn ang="0">
                    <a:pos x="843" y="2578"/>
                  </a:cxn>
                  <a:cxn ang="0">
                    <a:pos x="855" y="2428"/>
                  </a:cxn>
                  <a:cxn ang="0">
                    <a:pos x="861" y="2278"/>
                  </a:cxn>
                  <a:cxn ang="0">
                    <a:pos x="855" y="2128"/>
                  </a:cxn>
                  <a:cxn ang="0">
                    <a:pos x="855" y="2128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6" name="Freeform 14">
                <a:extLst>
                  <a:ext uri="{FF2B5EF4-FFF2-40B4-BE49-F238E27FC236}">
                    <a16:creationId xmlns:a16="http://schemas.microsoft.com/office/drawing/2014/main" id="{D8723CC4-1B79-6651-186B-73B8D68328D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/>
                <a:ahLst/>
                <a:cxnLst>
                  <a:cxn ang="0">
                    <a:pos x="18" y="1942"/>
                  </a:cxn>
                  <a:cxn ang="0">
                    <a:pos x="30" y="1630"/>
                  </a:cxn>
                  <a:cxn ang="0">
                    <a:pos x="42" y="1331"/>
                  </a:cxn>
                  <a:cxn ang="0">
                    <a:pos x="59" y="1055"/>
                  </a:cxn>
                  <a:cxn ang="0">
                    <a:pos x="77" y="791"/>
                  </a:cxn>
                  <a:cxn ang="0">
                    <a:pos x="83" y="671"/>
                  </a:cxn>
                  <a:cxn ang="0">
                    <a:pos x="95" y="557"/>
                  </a:cxn>
                  <a:cxn ang="0">
                    <a:pos x="107" y="444"/>
                  </a:cxn>
                  <a:cxn ang="0">
                    <a:pos x="113" y="342"/>
                  </a:cxn>
                  <a:cxn ang="0">
                    <a:pos x="125" y="246"/>
                  </a:cxn>
                  <a:cxn ang="0">
                    <a:pos x="131" y="156"/>
                  </a:cxn>
                  <a:cxn ang="0">
                    <a:pos x="143" y="72"/>
                  </a:cxn>
                  <a:cxn ang="0">
                    <a:pos x="149" y="0"/>
                  </a:cxn>
                  <a:cxn ang="0">
                    <a:pos x="137" y="0"/>
                  </a:cxn>
                  <a:cxn ang="0">
                    <a:pos x="131" y="72"/>
                  </a:cxn>
                  <a:cxn ang="0">
                    <a:pos x="119" y="156"/>
                  </a:cxn>
                  <a:cxn ang="0">
                    <a:pos x="113" y="246"/>
                  </a:cxn>
                  <a:cxn ang="0">
                    <a:pos x="101" y="342"/>
                  </a:cxn>
                  <a:cxn ang="0">
                    <a:pos x="95" y="444"/>
                  </a:cxn>
                  <a:cxn ang="0">
                    <a:pos x="83" y="557"/>
                  </a:cxn>
                  <a:cxn ang="0">
                    <a:pos x="71" y="671"/>
                  </a:cxn>
                  <a:cxn ang="0">
                    <a:pos x="65" y="791"/>
                  </a:cxn>
                  <a:cxn ang="0">
                    <a:pos x="48" y="1055"/>
                  </a:cxn>
                  <a:cxn ang="0">
                    <a:pos x="30" y="1331"/>
                  </a:cxn>
                  <a:cxn ang="0">
                    <a:pos x="18" y="1630"/>
                  </a:cxn>
                  <a:cxn ang="0">
                    <a:pos x="6" y="1942"/>
                  </a:cxn>
                  <a:cxn ang="0">
                    <a:pos x="0" y="2278"/>
                  </a:cxn>
                  <a:cxn ang="0">
                    <a:pos x="6" y="2602"/>
                  </a:cxn>
                  <a:cxn ang="0">
                    <a:pos x="12" y="2919"/>
                  </a:cxn>
                  <a:cxn ang="0">
                    <a:pos x="24" y="3219"/>
                  </a:cxn>
                  <a:cxn ang="0">
                    <a:pos x="36" y="3513"/>
                  </a:cxn>
                  <a:cxn ang="0">
                    <a:pos x="59" y="3794"/>
                  </a:cxn>
                  <a:cxn ang="0">
                    <a:pos x="89" y="4058"/>
                  </a:cxn>
                  <a:cxn ang="0">
                    <a:pos x="125" y="4316"/>
                  </a:cxn>
                  <a:cxn ang="0">
                    <a:pos x="137" y="4316"/>
                  </a:cxn>
                  <a:cxn ang="0">
                    <a:pos x="101" y="4058"/>
                  </a:cxn>
                  <a:cxn ang="0">
                    <a:pos x="71" y="3794"/>
                  </a:cxn>
                  <a:cxn ang="0">
                    <a:pos x="48" y="3513"/>
                  </a:cxn>
                  <a:cxn ang="0">
                    <a:pos x="36" y="3225"/>
                  </a:cxn>
                  <a:cxn ang="0">
                    <a:pos x="24" y="2919"/>
                  </a:cxn>
                  <a:cxn ang="0">
                    <a:pos x="18" y="2608"/>
                  </a:cxn>
                  <a:cxn ang="0">
                    <a:pos x="12" y="2278"/>
                  </a:cxn>
                  <a:cxn ang="0">
                    <a:pos x="18" y="1942"/>
                  </a:cxn>
                  <a:cxn ang="0">
                    <a:pos x="18" y="1942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7" name="Freeform 15">
                <a:extLst>
                  <a:ext uri="{FF2B5EF4-FFF2-40B4-BE49-F238E27FC236}">
                    <a16:creationId xmlns:a16="http://schemas.microsoft.com/office/drawing/2014/main" id="{835C1344-8860-C08C-C7A1-2081BC79BCD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/>
                <a:ahLst/>
                <a:cxnLst>
                  <a:cxn ang="0">
                    <a:pos x="18" y="2062"/>
                  </a:cxn>
                  <a:cxn ang="0">
                    <a:pos x="30" y="1750"/>
                  </a:cxn>
                  <a:cxn ang="0">
                    <a:pos x="54" y="1451"/>
                  </a:cxn>
                  <a:cxn ang="0">
                    <a:pos x="84" y="1169"/>
                  </a:cxn>
                  <a:cxn ang="0">
                    <a:pos x="126" y="899"/>
                  </a:cxn>
                  <a:cxn ang="0">
                    <a:pos x="162" y="641"/>
                  </a:cxn>
                  <a:cxn ang="0">
                    <a:pos x="209" y="408"/>
                  </a:cxn>
                  <a:cxn ang="0">
                    <a:pos x="251" y="192"/>
                  </a:cxn>
                  <a:cxn ang="0">
                    <a:pos x="299" y="0"/>
                  </a:cxn>
                  <a:cxn ang="0">
                    <a:pos x="287" y="0"/>
                  </a:cxn>
                  <a:cxn ang="0">
                    <a:pos x="239" y="192"/>
                  </a:cxn>
                  <a:cxn ang="0">
                    <a:pos x="198" y="408"/>
                  </a:cxn>
                  <a:cxn ang="0">
                    <a:pos x="156" y="641"/>
                  </a:cxn>
                  <a:cxn ang="0">
                    <a:pos x="114" y="899"/>
                  </a:cxn>
                  <a:cxn ang="0">
                    <a:pos x="78" y="1169"/>
                  </a:cxn>
                  <a:cxn ang="0">
                    <a:pos x="48" y="1451"/>
                  </a:cxn>
                  <a:cxn ang="0">
                    <a:pos x="24" y="1750"/>
                  </a:cxn>
                  <a:cxn ang="0">
                    <a:pos x="6" y="2062"/>
                  </a:cxn>
                  <a:cxn ang="0">
                    <a:pos x="0" y="2374"/>
                  </a:cxn>
                  <a:cxn ang="0">
                    <a:pos x="12" y="2674"/>
                  </a:cxn>
                  <a:cxn ang="0">
                    <a:pos x="30" y="2973"/>
                  </a:cxn>
                  <a:cxn ang="0">
                    <a:pos x="54" y="3255"/>
                  </a:cxn>
                  <a:cxn ang="0">
                    <a:pos x="96" y="3537"/>
                  </a:cxn>
                  <a:cxn ang="0">
                    <a:pos x="144" y="3806"/>
                  </a:cxn>
                  <a:cxn ang="0">
                    <a:pos x="203" y="4064"/>
                  </a:cxn>
                  <a:cxn ang="0">
                    <a:pos x="275" y="4316"/>
                  </a:cxn>
                  <a:cxn ang="0">
                    <a:pos x="287" y="4316"/>
                  </a:cxn>
                  <a:cxn ang="0">
                    <a:pos x="215" y="4064"/>
                  </a:cxn>
                  <a:cxn ang="0">
                    <a:pos x="156" y="3806"/>
                  </a:cxn>
                  <a:cxn ang="0">
                    <a:pos x="108" y="3537"/>
                  </a:cxn>
                  <a:cxn ang="0">
                    <a:pos x="66" y="3261"/>
                  </a:cxn>
                  <a:cxn ang="0">
                    <a:pos x="42" y="2973"/>
                  </a:cxn>
                  <a:cxn ang="0">
                    <a:pos x="24" y="2680"/>
                  </a:cxn>
                  <a:cxn ang="0">
                    <a:pos x="12" y="2374"/>
                  </a:cxn>
                  <a:cxn ang="0">
                    <a:pos x="18" y="2062"/>
                  </a:cxn>
                  <a:cxn ang="0">
                    <a:pos x="18" y="2062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8" name="Freeform 16">
                <a:extLst>
                  <a:ext uri="{FF2B5EF4-FFF2-40B4-BE49-F238E27FC236}">
                    <a16:creationId xmlns:a16="http://schemas.microsoft.com/office/drawing/2014/main" id="{3EC107BB-5D80-55A8-43BC-FBB73335639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/>
                <a:ahLst/>
                <a:cxnLst>
                  <a:cxn ang="0">
                    <a:pos x="424" y="0"/>
                  </a:cxn>
                  <a:cxn ang="0">
                    <a:pos x="412" y="0"/>
                  </a:cxn>
                  <a:cxn ang="0">
                    <a:pos x="316" y="222"/>
                  </a:cxn>
                  <a:cxn ang="0">
                    <a:pos x="239" y="462"/>
                  </a:cxn>
                  <a:cxn ang="0">
                    <a:pos x="167" y="707"/>
                  </a:cxn>
                  <a:cxn ang="0">
                    <a:pos x="107" y="971"/>
                  </a:cxn>
                  <a:cxn ang="0">
                    <a:pos x="65" y="1247"/>
                  </a:cxn>
                  <a:cxn ang="0">
                    <a:pos x="29" y="1529"/>
                  </a:cxn>
                  <a:cxn ang="0">
                    <a:pos x="6" y="1822"/>
                  </a:cxn>
                  <a:cxn ang="0">
                    <a:pos x="0" y="2122"/>
                  </a:cxn>
                  <a:cxn ang="0">
                    <a:pos x="6" y="2404"/>
                  </a:cxn>
                  <a:cxn ang="0">
                    <a:pos x="24" y="2686"/>
                  </a:cxn>
                  <a:cxn ang="0">
                    <a:pos x="47" y="2961"/>
                  </a:cxn>
                  <a:cxn ang="0">
                    <a:pos x="89" y="3243"/>
                  </a:cxn>
                  <a:cxn ang="0">
                    <a:pos x="137" y="3519"/>
                  </a:cxn>
                  <a:cxn ang="0">
                    <a:pos x="197" y="3788"/>
                  </a:cxn>
                  <a:cxn ang="0">
                    <a:pos x="269" y="4058"/>
                  </a:cxn>
                  <a:cxn ang="0">
                    <a:pos x="346" y="4316"/>
                  </a:cxn>
                  <a:cxn ang="0">
                    <a:pos x="358" y="4316"/>
                  </a:cxn>
                  <a:cxn ang="0">
                    <a:pos x="281" y="4058"/>
                  </a:cxn>
                  <a:cxn ang="0">
                    <a:pos x="209" y="3788"/>
                  </a:cxn>
                  <a:cxn ang="0">
                    <a:pos x="149" y="3519"/>
                  </a:cxn>
                  <a:cxn ang="0">
                    <a:pos x="101" y="3243"/>
                  </a:cxn>
                  <a:cxn ang="0">
                    <a:pos x="59" y="2961"/>
                  </a:cxn>
                  <a:cxn ang="0">
                    <a:pos x="35" y="2686"/>
                  </a:cxn>
                  <a:cxn ang="0">
                    <a:pos x="18" y="2404"/>
                  </a:cxn>
                  <a:cxn ang="0">
                    <a:pos x="12" y="2122"/>
                  </a:cxn>
                  <a:cxn ang="0">
                    <a:pos x="18" y="1822"/>
                  </a:cxn>
                  <a:cxn ang="0">
                    <a:pos x="41" y="1529"/>
                  </a:cxn>
                  <a:cxn ang="0">
                    <a:pos x="71" y="1247"/>
                  </a:cxn>
                  <a:cxn ang="0">
                    <a:pos x="119" y="971"/>
                  </a:cxn>
                  <a:cxn ang="0">
                    <a:pos x="179" y="707"/>
                  </a:cxn>
                  <a:cxn ang="0">
                    <a:pos x="245" y="462"/>
                  </a:cxn>
                  <a:cxn ang="0">
                    <a:pos x="328" y="222"/>
                  </a:cxn>
                  <a:cxn ang="0">
                    <a:pos x="424" y="0"/>
                  </a:cxn>
                  <a:cxn ang="0">
                    <a:pos x="424" y="0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09" name="Freeform 17">
                <a:extLst>
                  <a:ext uri="{FF2B5EF4-FFF2-40B4-BE49-F238E27FC236}">
                    <a16:creationId xmlns:a16="http://schemas.microsoft.com/office/drawing/2014/main" id="{0ADC4E98-3525-D29A-AC84-2D803F600F3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/>
                <a:ahLst/>
                <a:cxnLst>
                  <a:cxn ang="0">
                    <a:pos x="12" y="2146"/>
                  </a:cxn>
                  <a:cxn ang="0">
                    <a:pos x="24" y="1846"/>
                  </a:cxn>
                  <a:cxn ang="0">
                    <a:pos x="54" y="1559"/>
                  </a:cxn>
                  <a:cxn ang="0">
                    <a:pos x="96" y="1277"/>
                  </a:cxn>
                  <a:cxn ang="0">
                    <a:pos x="162" y="1001"/>
                  </a:cxn>
                  <a:cxn ang="0">
                    <a:pos x="239" y="731"/>
                  </a:cxn>
                  <a:cxn ang="0">
                    <a:pos x="335" y="480"/>
                  </a:cxn>
                  <a:cxn ang="0">
                    <a:pos x="449" y="234"/>
                  </a:cxn>
                  <a:cxn ang="0">
                    <a:pos x="574" y="0"/>
                  </a:cxn>
                  <a:cxn ang="0">
                    <a:pos x="562" y="0"/>
                  </a:cxn>
                  <a:cxn ang="0">
                    <a:pos x="437" y="234"/>
                  </a:cxn>
                  <a:cxn ang="0">
                    <a:pos x="323" y="480"/>
                  </a:cxn>
                  <a:cxn ang="0">
                    <a:pos x="227" y="737"/>
                  </a:cxn>
                  <a:cxn ang="0">
                    <a:pos x="150" y="1001"/>
                  </a:cxn>
                  <a:cxn ang="0">
                    <a:pos x="84" y="1277"/>
                  </a:cxn>
                  <a:cxn ang="0">
                    <a:pos x="42" y="1559"/>
                  </a:cxn>
                  <a:cxn ang="0">
                    <a:pos x="12" y="1852"/>
                  </a:cxn>
                  <a:cxn ang="0">
                    <a:pos x="0" y="2146"/>
                  </a:cxn>
                  <a:cxn ang="0">
                    <a:pos x="6" y="2434"/>
                  </a:cxn>
                  <a:cxn ang="0">
                    <a:pos x="30" y="2715"/>
                  </a:cxn>
                  <a:cxn ang="0">
                    <a:pos x="66" y="2997"/>
                  </a:cxn>
                  <a:cxn ang="0">
                    <a:pos x="120" y="3273"/>
                  </a:cxn>
                  <a:cxn ang="0">
                    <a:pos x="191" y="3549"/>
                  </a:cxn>
                  <a:cxn ang="0">
                    <a:pos x="275" y="3812"/>
                  </a:cxn>
                  <a:cxn ang="0">
                    <a:pos x="371" y="4070"/>
                  </a:cxn>
                  <a:cxn ang="0">
                    <a:pos x="484" y="4316"/>
                  </a:cxn>
                  <a:cxn ang="0">
                    <a:pos x="496" y="4316"/>
                  </a:cxn>
                  <a:cxn ang="0">
                    <a:pos x="383" y="4070"/>
                  </a:cxn>
                  <a:cxn ang="0">
                    <a:pos x="287" y="3812"/>
                  </a:cxn>
                  <a:cxn ang="0">
                    <a:pos x="203" y="3549"/>
                  </a:cxn>
                  <a:cxn ang="0">
                    <a:pos x="132" y="3273"/>
                  </a:cxn>
                  <a:cxn ang="0">
                    <a:pos x="78" y="2997"/>
                  </a:cxn>
                  <a:cxn ang="0">
                    <a:pos x="42" y="2715"/>
                  </a:cxn>
                  <a:cxn ang="0">
                    <a:pos x="18" y="2434"/>
                  </a:cxn>
                  <a:cxn ang="0">
                    <a:pos x="12" y="2146"/>
                  </a:cxn>
                  <a:cxn ang="0">
                    <a:pos x="12" y="2146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10" name="Freeform 18">
                <a:extLst>
                  <a:ext uri="{FF2B5EF4-FFF2-40B4-BE49-F238E27FC236}">
                    <a16:creationId xmlns:a16="http://schemas.microsoft.com/office/drawing/2014/main" id="{F993060B-0110-05C6-9AC7-BF908B96086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/>
                <a:ahLst/>
                <a:cxnLst>
                  <a:cxn ang="0">
                    <a:pos x="12" y="2098"/>
                  </a:cxn>
                  <a:cxn ang="0">
                    <a:pos x="29" y="1798"/>
                  </a:cxn>
                  <a:cxn ang="0">
                    <a:pos x="71" y="1505"/>
                  </a:cxn>
                  <a:cxn ang="0">
                    <a:pos x="131" y="1223"/>
                  </a:cxn>
                  <a:cxn ang="0">
                    <a:pos x="215" y="941"/>
                  </a:cxn>
                  <a:cxn ang="0">
                    <a:pos x="316" y="689"/>
                  </a:cxn>
                  <a:cxn ang="0">
                    <a:pos x="442" y="444"/>
                  </a:cxn>
                  <a:cxn ang="0">
                    <a:pos x="580" y="216"/>
                  </a:cxn>
                  <a:cxn ang="0">
                    <a:pos x="735" y="0"/>
                  </a:cxn>
                  <a:cxn ang="0">
                    <a:pos x="723" y="0"/>
                  </a:cxn>
                  <a:cxn ang="0">
                    <a:pos x="568" y="210"/>
                  </a:cxn>
                  <a:cxn ang="0">
                    <a:pos x="430" y="438"/>
                  </a:cxn>
                  <a:cxn ang="0">
                    <a:pos x="311" y="683"/>
                  </a:cxn>
                  <a:cxn ang="0">
                    <a:pos x="209" y="941"/>
                  </a:cxn>
                  <a:cxn ang="0">
                    <a:pos x="125" y="1217"/>
                  </a:cxn>
                  <a:cxn ang="0">
                    <a:pos x="59" y="1505"/>
                  </a:cxn>
                  <a:cxn ang="0">
                    <a:pos x="18" y="1798"/>
                  </a:cxn>
                  <a:cxn ang="0">
                    <a:pos x="0" y="2098"/>
                  </a:cxn>
                  <a:cxn ang="0">
                    <a:pos x="6" y="2404"/>
                  </a:cxn>
                  <a:cxn ang="0">
                    <a:pos x="29" y="2709"/>
                  </a:cxn>
                  <a:cxn ang="0">
                    <a:pos x="77" y="3015"/>
                  </a:cxn>
                  <a:cxn ang="0">
                    <a:pos x="149" y="3315"/>
                  </a:cxn>
                  <a:cxn ang="0">
                    <a:pos x="227" y="3573"/>
                  </a:cxn>
                  <a:cxn ang="0">
                    <a:pos x="316" y="3824"/>
                  </a:cxn>
                  <a:cxn ang="0">
                    <a:pos x="424" y="4076"/>
                  </a:cxn>
                  <a:cxn ang="0">
                    <a:pos x="544" y="4316"/>
                  </a:cxn>
                  <a:cxn ang="0">
                    <a:pos x="556" y="4316"/>
                  </a:cxn>
                  <a:cxn ang="0">
                    <a:pos x="436" y="4076"/>
                  </a:cxn>
                  <a:cxn ang="0">
                    <a:pos x="328" y="3824"/>
                  </a:cxn>
                  <a:cxn ang="0">
                    <a:pos x="239" y="3573"/>
                  </a:cxn>
                  <a:cxn ang="0">
                    <a:pos x="161" y="3315"/>
                  </a:cxn>
                  <a:cxn ang="0">
                    <a:pos x="89" y="3015"/>
                  </a:cxn>
                  <a:cxn ang="0">
                    <a:pos x="41" y="2709"/>
                  </a:cxn>
                  <a:cxn ang="0">
                    <a:pos x="18" y="2404"/>
                  </a:cxn>
                  <a:cxn ang="0">
                    <a:pos x="12" y="2098"/>
                  </a:cxn>
                  <a:cxn ang="0">
                    <a:pos x="12" y="2098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0611" name="Freeform 19">
                <a:extLst>
                  <a:ext uri="{FF2B5EF4-FFF2-40B4-BE49-F238E27FC236}">
                    <a16:creationId xmlns:a16="http://schemas.microsoft.com/office/drawing/2014/main" id="{1EAC7D07-95DB-D6B1-94D4-DBB2B7B022A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/>
                <a:ahLst/>
                <a:cxnLst>
                  <a:cxn ang="0">
                    <a:pos x="18" y="1948"/>
                  </a:cxn>
                  <a:cxn ang="0">
                    <a:pos x="48" y="1708"/>
                  </a:cxn>
                  <a:cxn ang="0">
                    <a:pos x="96" y="1475"/>
                  </a:cxn>
                  <a:cxn ang="0">
                    <a:pos x="161" y="1235"/>
                  </a:cxn>
                  <a:cxn ang="0">
                    <a:pos x="251" y="995"/>
                  </a:cxn>
                  <a:cxn ang="0">
                    <a:pos x="365" y="755"/>
                  </a:cxn>
                  <a:cxn ang="0">
                    <a:pos x="496" y="510"/>
                  </a:cxn>
                  <a:cxn ang="0">
                    <a:pos x="658" y="258"/>
                  </a:cxn>
                  <a:cxn ang="0">
                    <a:pos x="741" y="132"/>
                  </a:cxn>
                  <a:cxn ang="0">
                    <a:pos x="837" y="0"/>
                  </a:cxn>
                  <a:cxn ang="0">
                    <a:pos x="825" y="0"/>
                  </a:cxn>
                  <a:cxn ang="0">
                    <a:pos x="729" y="132"/>
                  </a:cxn>
                  <a:cxn ang="0">
                    <a:pos x="640" y="258"/>
                  </a:cxn>
                  <a:cxn ang="0">
                    <a:pos x="562" y="384"/>
                  </a:cxn>
                  <a:cxn ang="0">
                    <a:pos x="484" y="510"/>
                  </a:cxn>
                  <a:cxn ang="0">
                    <a:pos x="353" y="755"/>
                  </a:cxn>
                  <a:cxn ang="0">
                    <a:pos x="239" y="995"/>
                  </a:cxn>
                  <a:cxn ang="0">
                    <a:pos x="150" y="1235"/>
                  </a:cxn>
                  <a:cxn ang="0">
                    <a:pos x="84" y="1469"/>
                  </a:cxn>
                  <a:cxn ang="0">
                    <a:pos x="36" y="1702"/>
                  </a:cxn>
                  <a:cxn ang="0">
                    <a:pos x="6" y="1942"/>
                  </a:cxn>
                  <a:cxn ang="0">
                    <a:pos x="0" y="2200"/>
                  </a:cxn>
                  <a:cxn ang="0">
                    <a:pos x="12" y="2470"/>
                  </a:cxn>
                  <a:cxn ang="0">
                    <a:pos x="48" y="2739"/>
                  </a:cxn>
                  <a:cxn ang="0">
                    <a:pos x="114" y="3027"/>
                  </a:cxn>
                  <a:cxn ang="0">
                    <a:pos x="150" y="3171"/>
                  </a:cxn>
                  <a:cxn ang="0">
                    <a:pos x="197" y="3321"/>
                  </a:cxn>
                  <a:cxn ang="0">
                    <a:pos x="245" y="3477"/>
                  </a:cxn>
                  <a:cxn ang="0">
                    <a:pos x="305" y="3639"/>
                  </a:cxn>
                  <a:cxn ang="0">
                    <a:pos x="365" y="3800"/>
                  </a:cxn>
                  <a:cxn ang="0">
                    <a:pos x="437" y="3968"/>
                  </a:cxn>
                  <a:cxn ang="0">
                    <a:pos x="508" y="4136"/>
                  </a:cxn>
                  <a:cxn ang="0">
                    <a:pos x="592" y="4316"/>
                  </a:cxn>
                  <a:cxn ang="0">
                    <a:pos x="604" y="4316"/>
                  </a:cxn>
                  <a:cxn ang="0">
                    <a:pos x="520" y="4136"/>
                  </a:cxn>
                  <a:cxn ang="0">
                    <a:pos x="448" y="3968"/>
                  </a:cxn>
                  <a:cxn ang="0">
                    <a:pos x="377" y="3800"/>
                  </a:cxn>
                  <a:cxn ang="0">
                    <a:pos x="317" y="3639"/>
                  </a:cxn>
                  <a:cxn ang="0">
                    <a:pos x="257" y="3477"/>
                  </a:cxn>
                  <a:cxn ang="0">
                    <a:pos x="209" y="3327"/>
                  </a:cxn>
                  <a:cxn ang="0">
                    <a:pos x="161" y="3171"/>
                  </a:cxn>
                  <a:cxn ang="0">
                    <a:pos x="126" y="3027"/>
                  </a:cxn>
                  <a:cxn ang="0">
                    <a:pos x="60" y="2739"/>
                  </a:cxn>
                  <a:cxn ang="0">
                    <a:pos x="24" y="2470"/>
                  </a:cxn>
                  <a:cxn ang="0">
                    <a:pos x="12" y="2206"/>
                  </a:cxn>
                  <a:cxn ang="0">
                    <a:pos x="18" y="1948"/>
                  </a:cxn>
                  <a:cxn ang="0">
                    <a:pos x="18" y="1948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110612" name="Freeform 20">
              <a:extLst>
                <a:ext uri="{FF2B5EF4-FFF2-40B4-BE49-F238E27FC236}">
                  <a16:creationId xmlns:a16="http://schemas.microsoft.com/office/drawing/2014/main" id="{3C40433A-677A-AE99-9520-C550EF3A169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42" y="228"/>
                </a:cxn>
                <a:cxn ang="0">
                  <a:pos x="96" y="402"/>
                </a:cxn>
                <a:cxn ang="0">
                  <a:pos x="161" y="576"/>
                </a:cxn>
                <a:cxn ang="0">
                  <a:pos x="227" y="744"/>
                </a:cxn>
                <a:cxn ang="0">
                  <a:pos x="305" y="917"/>
                </a:cxn>
                <a:cxn ang="0">
                  <a:pos x="389" y="1085"/>
                </a:cxn>
                <a:cxn ang="0">
                  <a:pos x="484" y="1253"/>
                </a:cxn>
                <a:cxn ang="0">
                  <a:pos x="586" y="1415"/>
                </a:cxn>
                <a:cxn ang="0">
                  <a:pos x="604" y="1415"/>
                </a:cxn>
                <a:cxn ang="0">
                  <a:pos x="496" y="1247"/>
                </a:cxn>
                <a:cxn ang="0">
                  <a:pos x="401" y="1073"/>
                </a:cxn>
                <a:cxn ang="0">
                  <a:pos x="311" y="899"/>
                </a:cxn>
                <a:cxn ang="0">
                  <a:pos x="233" y="720"/>
                </a:cxn>
                <a:cxn ang="0">
                  <a:pos x="161" y="546"/>
                </a:cxn>
                <a:cxn ang="0">
                  <a:pos x="102" y="366"/>
                </a:cxn>
                <a:cxn ang="0">
                  <a:pos x="48" y="180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10613" name="Freeform 21">
              <a:extLst>
                <a:ext uri="{FF2B5EF4-FFF2-40B4-BE49-F238E27FC236}">
                  <a16:creationId xmlns:a16="http://schemas.microsoft.com/office/drawing/2014/main" id="{0172802F-A227-7224-BD53-985A34A59FE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108" y="240"/>
                </a:cxn>
                <a:cxn ang="0">
                  <a:pos x="215" y="426"/>
                </a:cxn>
                <a:cxn ang="0">
                  <a:pos x="227" y="426"/>
                </a:cxn>
                <a:cxn ang="0">
                  <a:pos x="167" y="330"/>
                </a:cxn>
                <a:cxn ang="0">
                  <a:pos x="114" y="222"/>
                </a:cxn>
                <a:cxn ang="0">
                  <a:pos x="0" y="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10614" name="Freeform 22">
              <a:extLst>
                <a:ext uri="{FF2B5EF4-FFF2-40B4-BE49-F238E27FC236}">
                  <a16:creationId xmlns:a16="http://schemas.microsoft.com/office/drawing/2014/main" id="{2B8C731A-ACB6-75DB-29C8-AF0BD12EE9B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/>
              <a:ahLst/>
              <a:cxnLst>
                <a:cxn ang="0">
                  <a:pos x="981" y="1786"/>
                </a:cxn>
                <a:cxn ang="0">
                  <a:pos x="981" y="1720"/>
                </a:cxn>
                <a:cxn ang="0">
                  <a:pos x="969" y="1666"/>
                </a:cxn>
                <a:cxn ang="0">
                  <a:pos x="957" y="1613"/>
                </a:cxn>
                <a:cxn ang="0">
                  <a:pos x="921" y="1487"/>
                </a:cxn>
                <a:cxn ang="0">
                  <a:pos x="885" y="1361"/>
                </a:cxn>
                <a:cxn ang="0">
                  <a:pos x="796" y="1121"/>
                </a:cxn>
                <a:cxn ang="0">
                  <a:pos x="682" y="899"/>
                </a:cxn>
                <a:cxn ang="0">
                  <a:pos x="562" y="689"/>
                </a:cxn>
                <a:cxn ang="0">
                  <a:pos x="431" y="498"/>
                </a:cxn>
                <a:cxn ang="0">
                  <a:pos x="293" y="318"/>
                </a:cxn>
                <a:cxn ang="0">
                  <a:pos x="150" y="15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138" y="150"/>
                </a:cxn>
                <a:cxn ang="0">
                  <a:pos x="275" y="318"/>
                </a:cxn>
                <a:cxn ang="0">
                  <a:pos x="413" y="498"/>
                </a:cxn>
                <a:cxn ang="0">
                  <a:pos x="545" y="689"/>
                </a:cxn>
                <a:cxn ang="0">
                  <a:pos x="670" y="899"/>
                </a:cxn>
                <a:cxn ang="0">
                  <a:pos x="778" y="1121"/>
                </a:cxn>
                <a:cxn ang="0">
                  <a:pos x="873" y="1361"/>
                </a:cxn>
                <a:cxn ang="0">
                  <a:pos x="909" y="1487"/>
                </a:cxn>
                <a:cxn ang="0">
                  <a:pos x="945" y="1619"/>
                </a:cxn>
                <a:cxn ang="0">
                  <a:pos x="963" y="1702"/>
                </a:cxn>
                <a:cxn ang="0">
                  <a:pos x="981" y="1786"/>
                </a:cxn>
                <a:cxn ang="0">
                  <a:pos x="981" y="1786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39" name="Freeform 23">
              <a:extLst>
                <a:ext uri="{FF2B5EF4-FFF2-40B4-BE49-F238E27FC236}">
                  <a16:creationId xmlns:a16="http://schemas.microsoft.com/office/drawing/2014/main" id="{5AB7966A-2971-815B-10F6-FBFB46B4F35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819 w 717"/>
                <a:gd name="T1" fmla="*/ 845 h 845"/>
                <a:gd name="T2" fmla="*/ 819 w 717"/>
                <a:gd name="T3" fmla="*/ 821 h 845"/>
                <a:gd name="T4" fmla="*/ 676 w 717"/>
                <a:gd name="T5" fmla="*/ 605 h 845"/>
                <a:gd name="T6" fmla="*/ 457 w 717"/>
                <a:gd name="T7" fmla="*/ 396 h 845"/>
                <a:gd name="T8" fmla="*/ 272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60 w 717"/>
                <a:gd name="T15" fmla="*/ 198 h 845"/>
                <a:gd name="T16" fmla="*/ 451 w 717"/>
                <a:gd name="T17" fmla="*/ 408 h 845"/>
                <a:gd name="T18" fmla="*/ 670 w 717"/>
                <a:gd name="T19" fmla="*/ 623 h 845"/>
                <a:gd name="T20" fmla="*/ 819 w 717"/>
                <a:gd name="T21" fmla="*/ 845 h 845"/>
                <a:gd name="T22" fmla="*/ 819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040" name="Freeform 24">
              <a:extLst>
                <a:ext uri="{FF2B5EF4-FFF2-40B4-BE49-F238E27FC236}">
                  <a16:creationId xmlns:a16="http://schemas.microsoft.com/office/drawing/2014/main" id="{D69A2B9E-D3A9-8877-AF02-C35436017B0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58 w 407"/>
                <a:gd name="T1" fmla="*/ 414 h 414"/>
                <a:gd name="T2" fmla="*/ 458 w 407"/>
                <a:gd name="T3" fmla="*/ 396 h 414"/>
                <a:gd name="T4" fmla="*/ 273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67 w 407"/>
                <a:gd name="T13" fmla="*/ 204 h 414"/>
                <a:gd name="T14" fmla="*/ 458 w 407"/>
                <a:gd name="T15" fmla="*/ 414 h 414"/>
                <a:gd name="T16" fmla="*/ 458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10617" name="Freeform 25">
              <a:extLst>
                <a:ext uri="{FF2B5EF4-FFF2-40B4-BE49-F238E27FC236}">
                  <a16:creationId xmlns:a16="http://schemas.microsoft.com/office/drawing/2014/main" id="{08A363F6-E090-3354-ACB7-DDA8111C0A8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/>
              <a:ahLst/>
              <a:cxnLst>
                <a:cxn ang="0">
                  <a:pos x="0" y="1361"/>
                </a:cxn>
                <a:cxn ang="0">
                  <a:pos x="0" y="1409"/>
                </a:cxn>
                <a:cxn ang="0">
                  <a:pos x="54" y="1211"/>
                </a:cxn>
                <a:cxn ang="0">
                  <a:pos x="126" y="1013"/>
                </a:cxn>
                <a:cxn ang="0">
                  <a:pos x="215" y="827"/>
                </a:cxn>
                <a:cxn ang="0">
                  <a:pos x="311" y="647"/>
                </a:cxn>
                <a:cxn ang="0">
                  <a:pos x="431" y="474"/>
                </a:cxn>
                <a:cxn ang="0">
                  <a:pos x="556" y="312"/>
                </a:cxn>
                <a:cxn ang="0">
                  <a:pos x="700" y="150"/>
                </a:cxn>
                <a:cxn ang="0">
                  <a:pos x="855" y="0"/>
                </a:cxn>
                <a:cxn ang="0">
                  <a:pos x="837" y="0"/>
                </a:cxn>
                <a:cxn ang="0">
                  <a:pos x="688" y="144"/>
                </a:cxn>
                <a:cxn ang="0">
                  <a:pos x="550" y="300"/>
                </a:cxn>
                <a:cxn ang="0">
                  <a:pos x="425" y="462"/>
                </a:cxn>
                <a:cxn ang="0">
                  <a:pos x="311" y="629"/>
                </a:cxn>
                <a:cxn ang="0">
                  <a:pos x="215" y="803"/>
                </a:cxn>
                <a:cxn ang="0">
                  <a:pos x="132" y="983"/>
                </a:cxn>
                <a:cxn ang="0">
                  <a:pos x="60" y="1169"/>
                </a:cxn>
                <a:cxn ang="0">
                  <a:pos x="0" y="1361"/>
                </a:cxn>
                <a:cxn ang="0">
                  <a:pos x="0" y="1361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2" name="Freeform 26">
              <a:extLst>
                <a:ext uri="{FF2B5EF4-FFF2-40B4-BE49-F238E27FC236}">
                  <a16:creationId xmlns:a16="http://schemas.microsoft.com/office/drawing/2014/main" id="{BCF48ECF-8391-C792-DF4F-5BB6077B1AF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88 w 586"/>
                <a:gd name="T1" fmla="*/ 0 h 599"/>
                <a:gd name="T2" fmla="*/ 670 w 586"/>
                <a:gd name="T3" fmla="*/ 0 h 599"/>
                <a:gd name="T4" fmla="*/ 476 w 586"/>
                <a:gd name="T5" fmla="*/ 132 h 599"/>
                <a:gd name="T6" fmla="*/ 308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08 w 586"/>
                <a:gd name="T17" fmla="*/ 282 h 599"/>
                <a:gd name="T18" fmla="*/ 488 w 586"/>
                <a:gd name="T19" fmla="*/ 138 h 599"/>
                <a:gd name="T20" fmla="*/ 688 w 586"/>
                <a:gd name="T21" fmla="*/ 0 h 599"/>
                <a:gd name="T22" fmla="*/ 688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043" name="Freeform 27">
              <a:extLst>
                <a:ext uri="{FF2B5EF4-FFF2-40B4-BE49-F238E27FC236}">
                  <a16:creationId xmlns:a16="http://schemas.microsoft.com/office/drawing/2014/main" id="{08D9CA0F-CE2B-E298-3CD0-4274D864DDD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320 w 269"/>
                <a:gd name="T1" fmla="*/ 0 h 252"/>
                <a:gd name="T2" fmla="*/ 302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320 w 269"/>
                <a:gd name="T15" fmla="*/ 0 h 252"/>
                <a:gd name="T16" fmla="*/ 320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044" name="Line 28">
              <a:extLst>
                <a:ext uri="{FF2B5EF4-FFF2-40B4-BE49-F238E27FC236}">
                  <a16:creationId xmlns:a16="http://schemas.microsoft.com/office/drawing/2014/main" id="{155F80EB-650E-1C36-6918-989625022835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045" name="Line 29">
              <a:extLst>
                <a:ext uri="{FF2B5EF4-FFF2-40B4-BE49-F238E27FC236}">
                  <a16:creationId xmlns:a16="http://schemas.microsoft.com/office/drawing/2014/main" id="{3DFEBC91-4FFA-FC1B-57B8-BDD4A8B7FABE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046" name="Line 30">
              <a:extLst>
                <a:ext uri="{FF2B5EF4-FFF2-40B4-BE49-F238E27FC236}">
                  <a16:creationId xmlns:a16="http://schemas.microsoft.com/office/drawing/2014/main" id="{537F6BD9-C5A0-9DED-6DA6-DDB2C9881188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grpSp>
          <p:nvGrpSpPr>
            <p:cNvPr id="1047" name="Group 31">
              <a:extLst>
                <a:ext uri="{FF2B5EF4-FFF2-40B4-BE49-F238E27FC236}">
                  <a16:creationId xmlns:a16="http://schemas.microsoft.com/office/drawing/2014/main" id="{AF507C8D-F68B-AFAB-67A4-75E3CDE445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>
                <a:extLst>
                  <a:ext uri="{FF2B5EF4-FFF2-40B4-BE49-F238E27FC236}">
                    <a16:creationId xmlns:a16="http://schemas.microsoft.com/office/drawing/2014/main" id="{6BA681DB-012F-D6F8-7F54-B75D8682753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51" name="Line 33">
                <a:extLst>
                  <a:ext uri="{FF2B5EF4-FFF2-40B4-BE49-F238E27FC236}">
                    <a16:creationId xmlns:a16="http://schemas.microsoft.com/office/drawing/2014/main" id="{C0257436-D25A-BAE9-9795-1B5F1DA08F3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52" name="Line 34">
                <a:extLst>
                  <a:ext uri="{FF2B5EF4-FFF2-40B4-BE49-F238E27FC236}">
                    <a16:creationId xmlns:a16="http://schemas.microsoft.com/office/drawing/2014/main" id="{98E12662-D5FE-89BC-E5EB-1EE6156E03A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53" name="Line 35">
                <a:extLst>
                  <a:ext uri="{FF2B5EF4-FFF2-40B4-BE49-F238E27FC236}">
                    <a16:creationId xmlns:a16="http://schemas.microsoft.com/office/drawing/2014/main" id="{8C4C7592-2EEE-CA00-FDC9-C255EE3AC99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54" name="Line 36">
                <a:extLst>
                  <a:ext uri="{FF2B5EF4-FFF2-40B4-BE49-F238E27FC236}">
                    <a16:creationId xmlns:a16="http://schemas.microsoft.com/office/drawing/2014/main" id="{7E369A34-A7D0-858B-61DF-CA0C30D3DEE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1048" name="Line 37">
              <a:extLst>
                <a:ext uri="{FF2B5EF4-FFF2-40B4-BE49-F238E27FC236}">
                  <a16:creationId xmlns:a16="http://schemas.microsoft.com/office/drawing/2014/main" id="{8A6E1442-4C64-3F73-A37C-107299F98FBB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049" name="Line 38">
              <a:extLst>
                <a:ext uri="{FF2B5EF4-FFF2-40B4-BE49-F238E27FC236}">
                  <a16:creationId xmlns:a16="http://schemas.microsoft.com/office/drawing/2014/main" id="{6D2ACEEE-CBC8-5790-30E7-75E3DB485B01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</p:grpSp>
      <p:sp>
        <p:nvSpPr>
          <p:cNvPr id="110631" name="Rectangle 39">
            <a:extLst>
              <a:ext uri="{FF2B5EF4-FFF2-40B4-BE49-F238E27FC236}">
                <a16:creationId xmlns:a16="http://schemas.microsoft.com/office/drawing/2014/main" id="{DC297242-29CB-4AB7-8E95-C414FC7607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10632" name="Rectangle 40">
            <a:extLst>
              <a:ext uri="{FF2B5EF4-FFF2-40B4-BE49-F238E27FC236}">
                <a16:creationId xmlns:a16="http://schemas.microsoft.com/office/drawing/2014/main" id="{058FED52-BD57-86F9-8879-BD6A5E4A30C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633" name="Rectangle 41">
            <a:extLst>
              <a:ext uri="{FF2B5EF4-FFF2-40B4-BE49-F238E27FC236}">
                <a16:creationId xmlns:a16="http://schemas.microsoft.com/office/drawing/2014/main" id="{FD074472-0E8C-6C4D-FE96-0BD12599B69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0634" name="Rectangle 42">
            <a:extLst>
              <a:ext uri="{FF2B5EF4-FFF2-40B4-BE49-F238E27FC236}">
                <a16:creationId xmlns:a16="http://schemas.microsoft.com/office/drawing/2014/main" id="{DA8EF79C-9C6F-07AB-894D-AC6D740F358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40A27943-C3C7-1045-93BB-087EC1024777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10635" name="Rectangle 43">
            <a:extLst>
              <a:ext uri="{FF2B5EF4-FFF2-40B4-BE49-F238E27FC236}">
                <a16:creationId xmlns:a16="http://schemas.microsoft.com/office/drawing/2014/main" id="{74F7C8E6-98C9-1BF8-F703-5480508AF3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351" r:id="rId1"/>
    <p:sldLayoutId id="2147484341" r:id="rId2"/>
    <p:sldLayoutId id="2147484342" r:id="rId3"/>
    <p:sldLayoutId id="2147484343" r:id="rId4"/>
    <p:sldLayoutId id="2147484344" r:id="rId5"/>
    <p:sldLayoutId id="2147484345" r:id="rId6"/>
    <p:sldLayoutId id="2147484346" r:id="rId7"/>
    <p:sldLayoutId id="2147484347" r:id="rId8"/>
    <p:sldLayoutId id="2147484348" r:id="rId9"/>
    <p:sldLayoutId id="2147484349" r:id="rId10"/>
    <p:sldLayoutId id="214748435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slab-cms.nju.edu.cn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slab-cms.nju.edu.cn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7FB4788-B7DF-3D22-2D8D-58E74DCE56F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692275"/>
            <a:ext cx="7772400" cy="19526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dirty="0"/>
              <a:t>《</a:t>
            </a:r>
            <a:r>
              <a:rPr lang="zh-CN" altLang="en-US" dirty="0"/>
              <a:t>高级程序设计</a:t>
            </a:r>
            <a:r>
              <a:rPr lang="en-US" altLang="zh-CN" dirty="0" smtClean="0"/>
              <a:t>》01</a:t>
            </a:r>
            <a:r>
              <a:rPr lang="zh-CN" altLang="en-US" dirty="0" smtClean="0"/>
              <a:t>班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sz="4400" dirty="0"/>
              <a:t>课程实践</a:t>
            </a:r>
            <a:endParaRPr lang="zh-CN" altLang="en-US" sz="4400" dirty="0">
              <a:solidFill>
                <a:schemeClr val="folHlink"/>
              </a:solidFill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1405696-7385-400F-45E0-913166BFB1A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11188" y="4437063"/>
            <a:ext cx="8137525" cy="1512887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任课教师：左志</a:t>
            </a:r>
            <a:r>
              <a:rPr lang="zh-CN" altLang="en-US" dirty="0" smtClean="0"/>
              <a:t>强</a:t>
            </a:r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1C21C325-5589-28BA-3D5D-D15AC09CC7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课程考核</a:t>
            </a:r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81D1A2D2-D7F4-C85F-9F6E-3A99ABE143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6725" y="1600200"/>
            <a:ext cx="8208963" cy="4530725"/>
          </a:xfrm>
        </p:spPr>
        <p:txBody>
          <a:bodyPr/>
          <a:lstStyle/>
          <a:p>
            <a:pPr eaLnBrk="1" hangingPunct="1"/>
            <a:r>
              <a:rPr lang="zh-CN" altLang="en-US" dirty="0"/>
              <a:t>平时作业（</a:t>
            </a:r>
            <a:r>
              <a:rPr lang="en-US" altLang="zh-CN" dirty="0"/>
              <a:t>10</a:t>
            </a:r>
            <a:r>
              <a:rPr lang="zh-CN" altLang="en-US" dirty="0"/>
              <a:t>％）</a:t>
            </a:r>
            <a:endParaRPr lang="en-US" altLang="zh-CN" dirty="0"/>
          </a:p>
          <a:p>
            <a:pPr eaLnBrk="1" hangingPunct="1"/>
            <a:r>
              <a:rPr lang="zh-CN" altLang="en-US" dirty="0"/>
              <a:t>课程设计</a:t>
            </a:r>
            <a:r>
              <a:rPr lang="zh-CN" altLang="en-US" dirty="0" smtClean="0"/>
              <a:t>（</a:t>
            </a:r>
            <a:r>
              <a:rPr lang="en-US" altLang="zh-CN" dirty="0"/>
              <a:t>2</a:t>
            </a:r>
            <a:r>
              <a:rPr lang="en-US" altLang="zh-CN" dirty="0" smtClean="0"/>
              <a:t>0</a:t>
            </a:r>
            <a:r>
              <a:rPr lang="zh-CN" altLang="en-US" dirty="0" smtClean="0"/>
              <a:t>％）</a:t>
            </a:r>
            <a:endParaRPr lang="en-US" altLang="zh-CN" dirty="0"/>
          </a:p>
          <a:p>
            <a:pPr eaLnBrk="1" hangingPunct="1"/>
            <a:r>
              <a:rPr lang="zh-CN" altLang="en-US" dirty="0"/>
              <a:t>上机测验</a:t>
            </a:r>
            <a:r>
              <a:rPr lang="zh-CN" altLang="en-US" dirty="0" smtClean="0"/>
              <a:t>（</a:t>
            </a:r>
            <a:r>
              <a:rPr lang="en-US" altLang="zh-CN" dirty="0"/>
              <a:t>3</a:t>
            </a:r>
            <a:r>
              <a:rPr lang="en-US" altLang="zh-CN" dirty="0" smtClean="0"/>
              <a:t>0</a:t>
            </a:r>
            <a:r>
              <a:rPr lang="zh-CN" altLang="en-US" dirty="0" smtClean="0"/>
              <a:t>％）</a:t>
            </a:r>
            <a:endParaRPr lang="en-US" altLang="zh-CN" dirty="0"/>
          </a:p>
          <a:p>
            <a:pPr eaLnBrk="1" hangingPunct="1"/>
            <a:r>
              <a:rPr lang="zh-CN" altLang="en-US" dirty="0"/>
              <a:t>期末笔试</a:t>
            </a:r>
            <a:r>
              <a:rPr lang="zh-CN" altLang="en-US" dirty="0" smtClean="0"/>
              <a:t>（</a:t>
            </a:r>
            <a:r>
              <a:rPr lang="en-US" altLang="zh-CN" dirty="0" smtClean="0"/>
              <a:t>40</a:t>
            </a:r>
            <a:r>
              <a:rPr lang="zh-CN" altLang="en-US" dirty="0"/>
              <a:t>％）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208E21FB-DED4-BE5D-4652-54CCB697F8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平时作业（</a:t>
            </a:r>
            <a:r>
              <a:rPr lang="en-US" altLang="zh-CN"/>
              <a:t>10%</a:t>
            </a:r>
            <a:r>
              <a:rPr lang="zh-CN" altLang="en-US"/>
              <a:t>）</a:t>
            </a:r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F7366AFB-7457-8A9A-3661-3268301255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0375" y="1417638"/>
            <a:ext cx="8713788" cy="4530725"/>
          </a:xfrm>
        </p:spPr>
        <p:txBody>
          <a:bodyPr/>
          <a:lstStyle/>
          <a:p>
            <a:pPr eaLnBrk="1" hangingPunct="1"/>
            <a:r>
              <a:rPr lang="zh-CN" altLang="en-US" dirty="0"/>
              <a:t>目标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配合教学内容，掌握知识点</a:t>
            </a:r>
            <a:endParaRPr lang="en-US" altLang="zh-CN" dirty="0"/>
          </a:p>
          <a:p>
            <a:pPr eaLnBrk="1" hangingPunct="1"/>
            <a:r>
              <a:rPr lang="zh-CN" altLang="en-US" dirty="0"/>
              <a:t>题目内容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选教材每章后面的练习和另外组织的题目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概念题、编程题等</a:t>
            </a:r>
            <a:endParaRPr lang="en-US" altLang="zh-CN" dirty="0"/>
          </a:p>
          <a:p>
            <a:pPr eaLnBrk="1" hangingPunct="1"/>
            <a:r>
              <a:rPr lang="zh-CN" altLang="en-US" dirty="0"/>
              <a:t>安排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逐周布置，离线完成</a:t>
            </a:r>
            <a:endParaRPr lang="en-US" altLang="zh-CN" dirty="0"/>
          </a:p>
          <a:p>
            <a:pPr lvl="1" eaLnBrk="1" hangingPunct="1"/>
            <a:r>
              <a:rPr lang="en-US" altLang="zh-CN" dirty="0">
                <a:hlinkClick r:id="rId3"/>
              </a:rPr>
              <a:t>https://cslab-cms.nju.edu.cn</a:t>
            </a:r>
            <a:r>
              <a:rPr lang="en-US" altLang="zh-CN" dirty="0" smtClean="0">
                <a:hlinkClick r:id="rId3"/>
              </a:rPr>
              <a:t>/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助教抽查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633A045C-CBBB-3F51-74C8-21081D9323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课程设计</a:t>
            </a:r>
            <a:r>
              <a:rPr lang="zh-CN" altLang="en-US" dirty="0" smtClean="0"/>
              <a:t>（</a:t>
            </a:r>
            <a:r>
              <a:rPr lang="en-US" altLang="zh-CN" dirty="0"/>
              <a:t>2</a:t>
            </a:r>
            <a:r>
              <a:rPr lang="en-US" altLang="zh-CN" dirty="0" smtClean="0"/>
              <a:t>0</a:t>
            </a:r>
            <a:r>
              <a:rPr lang="en-US" altLang="zh-CN" dirty="0" smtClean="0"/>
              <a:t>%</a:t>
            </a:r>
            <a:r>
              <a:rPr lang="zh-CN" altLang="en-US" dirty="0"/>
              <a:t>）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A2249BD0-2C8F-DBAC-6E23-25DC6CC988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1" y="1417638"/>
            <a:ext cx="8640637" cy="4530725"/>
          </a:xfrm>
        </p:spPr>
        <p:txBody>
          <a:bodyPr/>
          <a:lstStyle/>
          <a:p>
            <a:pPr eaLnBrk="1" hangingPunct="1"/>
            <a:r>
              <a:rPr lang="zh-CN" altLang="en-US" dirty="0"/>
              <a:t>目标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锻炼综合所学内容进行编程的能力</a:t>
            </a:r>
            <a:endParaRPr lang="en-US" altLang="zh-CN" dirty="0"/>
          </a:p>
          <a:p>
            <a:pPr eaLnBrk="1" hangingPunct="1"/>
            <a:r>
              <a:rPr lang="zh-CN" altLang="en-US" dirty="0"/>
              <a:t>内容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完成指定</a:t>
            </a:r>
            <a:r>
              <a:rPr lang="zh-CN" altLang="en-US" dirty="0" smtClean="0"/>
              <a:t>的</a:t>
            </a:r>
            <a:r>
              <a:rPr lang="en-US" altLang="zh-CN" dirty="0" smtClean="0"/>
              <a:t>1-2</a:t>
            </a:r>
            <a:r>
              <a:rPr lang="zh-CN" altLang="en-US" dirty="0" smtClean="0"/>
              <a:t>个</a:t>
            </a:r>
            <a:r>
              <a:rPr lang="zh-CN" altLang="en-US" dirty="0"/>
              <a:t>编程项目</a:t>
            </a:r>
            <a:endParaRPr lang="en-US" altLang="zh-CN" dirty="0"/>
          </a:p>
          <a:p>
            <a:pPr eaLnBrk="1" hangingPunct="1"/>
            <a:r>
              <a:rPr lang="zh-CN" altLang="en-US" dirty="0"/>
              <a:t>安排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进行项目开发、检查（</a:t>
            </a:r>
            <a:r>
              <a:rPr lang="zh-CN" altLang="en-US" dirty="0" smtClean="0"/>
              <a:t>周一</a:t>
            </a:r>
            <a:r>
              <a:rPr lang="en-US" altLang="zh-CN" dirty="0" smtClean="0"/>
              <a:t>7-8</a:t>
            </a:r>
            <a:r>
              <a:rPr lang="zh-CN" altLang="en-US" dirty="0" smtClean="0"/>
              <a:t>节</a:t>
            </a:r>
            <a:r>
              <a:rPr lang="zh-CN" altLang="en-US" dirty="0"/>
              <a:t>，南园综合</a:t>
            </a:r>
            <a:r>
              <a:rPr lang="zh-CN" altLang="en-US" dirty="0" smtClean="0"/>
              <a:t>楼</a:t>
            </a:r>
            <a:r>
              <a:rPr lang="en-US" altLang="zh-CN" dirty="0" smtClean="0"/>
              <a:t>503</a:t>
            </a:r>
            <a:r>
              <a:rPr lang="zh-CN" altLang="en-US" dirty="0" smtClean="0"/>
              <a:t>）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助教</a:t>
            </a:r>
            <a:r>
              <a:rPr lang="zh-CN" altLang="en-US" dirty="0" smtClean="0"/>
              <a:t>逐一检查</a:t>
            </a:r>
            <a:r>
              <a:rPr lang="zh-CN" altLang="en-US" dirty="0"/>
              <a:t>评分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择优进行课堂报告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优秀设计可获</a:t>
            </a:r>
            <a:r>
              <a:rPr lang="en-US" altLang="zh-CN" dirty="0"/>
              <a:t>10% bonus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ECA52BB2-7E30-F152-B005-608CA21A7E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上机测验</a:t>
            </a:r>
            <a:r>
              <a:rPr lang="zh-CN" altLang="en-US" dirty="0" smtClean="0"/>
              <a:t>（</a:t>
            </a:r>
            <a:r>
              <a:rPr lang="en-US" altLang="zh-CN" dirty="0"/>
              <a:t>3</a:t>
            </a:r>
            <a:r>
              <a:rPr lang="en-US" altLang="zh-CN" dirty="0" smtClean="0"/>
              <a:t>0</a:t>
            </a:r>
            <a:r>
              <a:rPr lang="en-US" altLang="zh-CN" dirty="0" smtClean="0"/>
              <a:t>%</a:t>
            </a:r>
            <a:r>
              <a:rPr lang="zh-CN" altLang="en-US" dirty="0"/>
              <a:t>）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D67C21B9-F750-10E8-6304-25B71C5787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417638"/>
            <a:ext cx="8712646" cy="4530725"/>
          </a:xfrm>
        </p:spPr>
        <p:txBody>
          <a:bodyPr/>
          <a:lstStyle/>
          <a:p>
            <a:pPr eaLnBrk="1" hangingPunct="1"/>
            <a:r>
              <a:rPr lang="zh-CN" altLang="en-US" dirty="0"/>
              <a:t>目标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结合教学内容，解决应用问题，锻炼编程熟练度</a:t>
            </a:r>
            <a:endParaRPr lang="en-US" altLang="zh-CN" dirty="0"/>
          </a:p>
          <a:p>
            <a:pPr eaLnBrk="1" hangingPunct="1"/>
            <a:r>
              <a:rPr lang="zh-CN" altLang="en-US" dirty="0"/>
              <a:t>题目</a:t>
            </a:r>
            <a:endParaRPr lang="en-US" altLang="zh-CN" dirty="0"/>
          </a:p>
          <a:p>
            <a:pPr lvl="1" eaLnBrk="1" hangingPunct="1"/>
            <a:r>
              <a:rPr lang="zh-CN" altLang="en-US" dirty="0" smtClean="0"/>
              <a:t>高级程序设计相关</a:t>
            </a:r>
            <a:r>
              <a:rPr lang="zh-CN" altLang="en-US" dirty="0"/>
              <a:t>内容和算法编程强化练习</a:t>
            </a:r>
            <a:endParaRPr lang="en-US" altLang="zh-CN" dirty="0"/>
          </a:p>
          <a:p>
            <a:pPr eaLnBrk="1" hangingPunct="1"/>
            <a:r>
              <a:rPr lang="zh-CN" altLang="en-US" dirty="0"/>
              <a:t>安排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当场出题，当场完成（</a:t>
            </a:r>
            <a:r>
              <a:rPr lang="zh-CN" altLang="en-US" dirty="0" smtClean="0"/>
              <a:t>周一</a:t>
            </a:r>
            <a:r>
              <a:rPr lang="en-US" altLang="zh-CN" dirty="0" smtClean="0"/>
              <a:t>7-8</a:t>
            </a:r>
            <a:r>
              <a:rPr lang="zh-CN" altLang="en-US" dirty="0"/>
              <a:t>节，南园综合</a:t>
            </a:r>
            <a:r>
              <a:rPr lang="zh-CN" altLang="en-US" dirty="0" smtClean="0"/>
              <a:t>楼</a:t>
            </a:r>
            <a:r>
              <a:rPr lang="en-US" altLang="zh-CN" dirty="0" smtClean="0"/>
              <a:t>503</a:t>
            </a:r>
            <a:r>
              <a:rPr lang="zh-CN" altLang="en-US" dirty="0" smtClean="0"/>
              <a:t>）</a:t>
            </a:r>
            <a:endParaRPr lang="en-US" altLang="zh-CN" dirty="0"/>
          </a:p>
          <a:p>
            <a:pPr lvl="2" eaLnBrk="1" hangingPunct="1"/>
            <a:r>
              <a:rPr lang="en-US" altLang="zh-CN" dirty="0" smtClean="0"/>
              <a:t>110</a:t>
            </a:r>
            <a:r>
              <a:rPr lang="zh-CN" altLang="en-US" dirty="0" smtClean="0"/>
              <a:t>分钟</a:t>
            </a:r>
            <a:r>
              <a:rPr lang="zh-CN" altLang="en-US" dirty="0"/>
              <a:t>内完成为满分</a:t>
            </a:r>
            <a:endParaRPr lang="en-US" altLang="zh-CN" dirty="0"/>
          </a:p>
          <a:p>
            <a:pPr lvl="2" eaLnBrk="1" hangingPunct="1"/>
            <a:r>
              <a:rPr lang="en-US" altLang="zh-CN" dirty="0" smtClean="0"/>
              <a:t>110</a:t>
            </a:r>
            <a:r>
              <a:rPr lang="zh-CN" altLang="en-US" dirty="0" smtClean="0"/>
              <a:t>分钟后，</a:t>
            </a:r>
            <a:r>
              <a:rPr lang="zh-CN" altLang="en-US" dirty="0"/>
              <a:t>当天提交</a:t>
            </a:r>
            <a:r>
              <a:rPr lang="en-US" altLang="zh-CN" dirty="0"/>
              <a:t>60%</a:t>
            </a:r>
          </a:p>
          <a:p>
            <a:pPr lvl="1" eaLnBrk="1" hangingPunct="1"/>
            <a:r>
              <a:rPr lang="en-US" altLang="zh-CN" dirty="0"/>
              <a:t>OJ</a:t>
            </a:r>
            <a:r>
              <a:rPr lang="zh-CN" altLang="en-US" dirty="0"/>
              <a:t>系统自动进行测试用例评分</a:t>
            </a:r>
            <a:endParaRPr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D5C40999-E5C9-41D6-1CB4-7F1C9A958A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限时任务的补交机会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D868AEC7-E345-EB28-FAD3-C801C8544A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417638"/>
            <a:ext cx="8424863" cy="4530725"/>
          </a:xfrm>
        </p:spPr>
        <p:txBody>
          <a:bodyPr/>
          <a:lstStyle/>
          <a:p>
            <a:pPr eaLnBrk="1" hangingPunct="1"/>
            <a:r>
              <a:rPr lang="zh-CN" altLang="en-US" dirty="0"/>
              <a:t>作业、上机测验、课程设计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每人</a:t>
            </a:r>
            <a:r>
              <a:rPr lang="zh-CN" altLang="en-US" b="1" dirty="0">
                <a:solidFill>
                  <a:srgbClr val="FFC000"/>
                </a:solidFill>
              </a:rPr>
              <a:t>一共</a:t>
            </a:r>
            <a:r>
              <a:rPr lang="en-US" altLang="zh-CN" dirty="0"/>
              <a:t>3</a:t>
            </a:r>
            <a:r>
              <a:rPr lang="zh-CN" altLang="en-US" dirty="0"/>
              <a:t>次补交机会，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补交时间为截至时间一周之内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评分按</a:t>
            </a:r>
            <a:r>
              <a:rPr lang="en-US" altLang="zh-CN" dirty="0"/>
              <a:t>60%</a:t>
            </a:r>
            <a:r>
              <a:rPr lang="zh-CN" altLang="en-US" dirty="0"/>
              <a:t>计算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需向助教或老师说明补交缘由，并征得助教或老师同意</a:t>
            </a:r>
            <a:endParaRPr lang="en-US" altLang="zh-CN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86B8EA82-ADAA-8C11-9F54-7A65D83D82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期末考试</a:t>
            </a:r>
            <a:r>
              <a:rPr lang="zh-CN" altLang="en-US" dirty="0" smtClean="0"/>
              <a:t>（</a:t>
            </a:r>
            <a:r>
              <a:rPr lang="en-US" altLang="zh-CN" dirty="0" smtClean="0"/>
              <a:t>40</a:t>
            </a:r>
            <a:r>
              <a:rPr lang="en-US" altLang="zh-CN" dirty="0"/>
              <a:t>%</a:t>
            </a:r>
            <a:r>
              <a:rPr lang="zh-CN" altLang="en-US" dirty="0"/>
              <a:t>）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6A46C8E0-C6F5-856C-8A61-FEEA3E86FA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417638"/>
            <a:ext cx="8208963" cy="4530725"/>
          </a:xfrm>
        </p:spPr>
        <p:txBody>
          <a:bodyPr/>
          <a:lstStyle/>
          <a:p>
            <a:pPr eaLnBrk="1" hangingPunct="1"/>
            <a:r>
              <a:rPr lang="zh-CN" altLang="en-US" dirty="0"/>
              <a:t>目标</a:t>
            </a:r>
            <a:endParaRPr lang="en-US" altLang="zh-CN" dirty="0"/>
          </a:p>
          <a:p>
            <a:pPr lvl="1" eaLnBrk="1" hangingPunct="1"/>
            <a:r>
              <a:rPr lang="zh-CN" altLang="en-US" dirty="0" smtClean="0"/>
              <a:t>考察程序</a:t>
            </a:r>
            <a:r>
              <a:rPr lang="zh-CN" altLang="en-US" dirty="0"/>
              <a:t>分析理解、程序设计思路方法等</a:t>
            </a:r>
            <a:endParaRPr lang="en-US" altLang="zh-CN" dirty="0"/>
          </a:p>
          <a:p>
            <a:pPr eaLnBrk="1" hangingPunct="1"/>
            <a:r>
              <a:rPr lang="zh-CN" altLang="en-US" dirty="0"/>
              <a:t>题目</a:t>
            </a:r>
            <a:endParaRPr lang="en-US" altLang="zh-CN" dirty="0"/>
          </a:p>
          <a:p>
            <a:pPr lvl="1" eaLnBrk="1" hangingPunct="1"/>
            <a:r>
              <a:rPr lang="zh-CN" altLang="en-US" dirty="0" smtClean="0"/>
              <a:t>分析</a:t>
            </a:r>
            <a:r>
              <a:rPr lang="zh-CN" altLang="en-US" dirty="0"/>
              <a:t>、编程</a:t>
            </a:r>
            <a:endParaRPr lang="en-US" altLang="zh-CN" dirty="0"/>
          </a:p>
          <a:p>
            <a:pPr eaLnBrk="1" hangingPunct="1"/>
            <a:r>
              <a:rPr lang="zh-CN" altLang="en-US" dirty="0"/>
              <a:t>安排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闭卷笔答</a:t>
            </a:r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F3CA8434-EDB7-6D4F-CE0B-89CCB7AB12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关于作弊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80CA1DB6-7865-64B5-A708-86476A8A3D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417638"/>
            <a:ext cx="8640763" cy="4530725"/>
          </a:xfrm>
        </p:spPr>
        <p:txBody>
          <a:bodyPr/>
          <a:lstStyle/>
          <a:p>
            <a:pPr eaLnBrk="1" hangingPunct="1"/>
            <a:r>
              <a:rPr lang="zh-CN" altLang="en-US" dirty="0"/>
              <a:t>所有代码重查</a:t>
            </a:r>
            <a:endParaRPr lang="en-US" altLang="zh-CN" dirty="0"/>
          </a:p>
          <a:p>
            <a:pPr eaLnBrk="1" hangingPunct="1"/>
            <a:r>
              <a:rPr lang="zh-CN" altLang="en-US" dirty="0"/>
              <a:t>作弊处理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第一次：当次</a:t>
            </a:r>
            <a:r>
              <a:rPr lang="en-US" altLang="zh-CN" dirty="0"/>
              <a:t>0</a:t>
            </a:r>
            <a:r>
              <a:rPr lang="zh-CN" altLang="en-US" dirty="0"/>
              <a:t>分；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第二次：课程零分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抄袭与被抄袭者同等处罚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上学期发现作弊</a:t>
            </a:r>
            <a:r>
              <a:rPr lang="en-US" altLang="zh-CN" dirty="0"/>
              <a:t>67</a:t>
            </a:r>
            <a:r>
              <a:rPr lang="zh-CN" altLang="en-US" dirty="0"/>
              <a:t>人次 </a:t>
            </a:r>
            <a:endParaRPr lang="en-US" altLang="zh-CN" dirty="0"/>
          </a:p>
          <a:p>
            <a:pPr lvl="2" eaLnBrk="1" hangingPunct="1"/>
            <a:r>
              <a:rPr lang="en-US" altLang="zh-CN" dirty="0"/>
              <a:t>OJ</a:t>
            </a:r>
            <a:r>
              <a:rPr lang="zh-CN" altLang="en-US" dirty="0"/>
              <a:t>登录已完成同学的账号</a:t>
            </a:r>
            <a:endParaRPr lang="en-US" altLang="zh-CN" dirty="0"/>
          </a:p>
          <a:p>
            <a:pPr lvl="2" eaLnBrk="1" hangingPunct="1"/>
            <a:r>
              <a:rPr lang="en-US" altLang="zh-CN" dirty="0"/>
              <a:t>‘</a:t>
            </a:r>
            <a:r>
              <a:rPr lang="zh-CN" altLang="en-US" dirty="0"/>
              <a:t>借鉴同学代码</a:t>
            </a:r>
            <a:r>
              <a:rPr lang="en-US" altLang="zh-CN" dirty="0"/>
              <a:t>’</a:t>
            </a:r>
            <a:r>
              <a:rPr lang="zh-CN" altLang="en-US" dirty="0"/>
              <a:t>、只是讨论问题但是代码一样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抄</a:t>
            </a:r>
            <a:r>
              <a:rPr lang="en-US" altLang="zh-CN" dirty="0" err="1"/>
              <a:t>Github</a:t>
            </a:r>
            <a:r>
              <a:rPr lang="zh-CN" altLang="en-US" dirty="0"/>
              <a:t>开源项目</a:t>
            </a:r>
            <a:endParaRPr lang="en-US" altLang="zh-CN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F3CA8434-EDB7-6D4F-CE0B-89CCB7AB12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关于作弊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80CA1DB6-7865-64B5-A708-86476A8A3D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417638"/>
            <a:ext cx="8640763" cy="4530725"/>
          </a:xfrm>
        </p:spPr>
        <p:txBody>
          <a:bodyPr/>
          <a:lstStyle/>
          <a:p>
            <a:pPr eaLnBrk="1" hangingPunct="1"/>
            <a:r>
              <a:rPr lang="zh-CN" altLang="en-US" dirty="0"/>
              <a:t>注意事项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无论被抄袭者是否知情，双方同等处罚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OJ</a:t>
            </a:r>
            <a:r>
              <a:rPr lang="zh-CN" altLang="en-US" dirty="0"/>
              <a:t>及时改密码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OJ</a:t>
            </a:r>
            <a:r>
              <a:rPr lang="zh-CN" altLang="en-US" dirty="0"/>
              <a:t>独立完成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项目（课程设计）讨论则会相应扣分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本课程项目应当独立完成</a:t>
            </a:r>
            <a:endParaRPr lang="en-US" altLang="zh-CN" dirty="0"/>
          </a:p>
          <a:p>
            <a:pPr eaLnBrk="1" hangingPunct="1"/>
            <a:r>
              <a:rPr lang="zh-CN" altLang="en-US" dirty="0"/>
              <a:t>作弊认定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OJ</a:t>
            </a:r>
            <a:r>
              <a:rPr lang="zh-CN" altLang="en-US" dirty="0"/>
              <a:t>查重，多种查重算法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人工审核，助教随机查验代码，询问代码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同学举报</a:t>
            </a:r>
            <a:endParaRPr lang="en-US" altLang="zh-CN" dirty="0"/>
          </a:p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71338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903F2D98-AC1E-582A-698C-89FA7D7211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助教安排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1EFA6E9E-00E8-6117-3B32-286E9EEE3A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417638"/>
            <a:ext cx="8208963" cy="4530725"/>
          </a:xfrm>
        </p:spPr>
        <p:txBody>
          <a:bodyPr/>
          <a:lstStyle/>
          <a:p>
            <a:pPr eaLnBrk="1" hangingPunct="1"/>
            <a:r>
              <a:rPr lang="zh-CN" altLang="en-US" dirty="0"/>
              <a:t>分组负责制度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每组</a:t>
            </a:r>
            <a:r>
              <a:rPr lang="zh-CN" altLang="en-US" dirty="0" smtClean="0"/>
              <a:t>约</a:t>
            </a:r>
            <a:r>
              <a:rPr lang="en-US" altLang="zh-CN" dirty="0" smtClean="0"/>
              <a:t>20</a:t>
            </a:r>
            <a:r>
              <a:rPr lang="zh-CN" altLang="en-US" dirty="0" smtClean="0"/>
              <a:t>位</a:t>
            </a:r>
            <a:r>
              <a:rPr lang="zh-CN" altLang="en-US" dirty="0"/>
              <a:t>同学，</a:t>
            </a:r>
            <a:r>
              <a:rPr lang="en-US" altLang="zh-CN" dirty="0"/>
              <a:t>1</a:t>
            </a:r>
            <a:r>
              <a:rPr lang="zh-CN" altLang="en-US" dirty="0"/>
              <a:t>位责任助教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责任助教负责该组答疑、讨论和各项任务检查</a:t>
            </a:r>
            <a:endParaRPr lang="en-US" altLang="zh-CN" dirty="0"/>
          </a:p>
          <a:p>
            <a:pPr eaLnBrk="1" hangingPunct="1"/>
            <a:r>
              <a:rPr lang="zh-CN" altLang="en-US" dirty="0"/>
              <a:t>分组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详细分组安排将在开课两周后选课结束后确定</a:t>
            </a:r>
            <a:endParaRPr lang="en-US" altLang="zh-C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BCBC2FA1-478E-F946-FB1C-CDAB18F6BA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联系方式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E3F2E7E1-D9E5-4354-4362-AA7E6ED351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417638"/>
            <a:ext cx="8712646" cy="4530725"/>
          </a:xfrm>
        </p:spPr>
        <p:txBody>
          <a:bodyPr/>
          <a:lstStyle/>
          <a:p>
            <a:pPr eaLnBrk="1" hangingPunct="1"/>
            <a:r>
              <a:rPr lang="en-US" altLang="zh-CN" dirty="0"/>
              <a:t>QQ</a:t>
            </a:r>
            <a:r>
              <a:rPr lang="zh-CN" altLang="en-US" dirty="0"/>
              <a:t>群</a:t>
            </a:r>
            <a:r>
              <a:rPr lang="zh-CN" altLang="en-US" dirty="0" smtClean="0"/>
              <a:t>：</a:t>
            </a:r>
            <a:r>
              <a:rPr lang="en-US" altLang="zh-CN" dirty="0"/>
              <a:t>1079265355</a:t>
            </a:r>
            <a:endParaRPr lang="en-US" altLang="zh-CN" dirty="0" smtClean="0"/>
          </a:p>
          <a:p>
            <a:pPr eaLnBrk="1" hangingPunct="1"/>
            <a:r>
              <a:rPr lang="zh-CN" altLang="en-US" dirty="0" smtClean="0"/>
              <a:t>课程平台：</a:t>
            </a:r>
            <a:r>
              <a:rPr lang="en-US" altLang="zh-CN" dirty="0" smtClean="0">
                <a:hlinkClick r:id="rId3"/>
              </a:rPr>
              <a:t>https://cslab-cms.nju.edu.cn</a:t>
            </a:r>
            <a:endParaRPr lang="en-US" altLang="zh-CN" dirty="0" smtClean="0"/>
          </a:p>
          <a:p>
            <a:pPr marL="0" indent="0" eaLnBrk="1" hangingPunct="1">
              <a:buNone/>
            </a:pPr>
            <a:r>
              <a:rPr lang="en-US" altLang="zh-CN" dirty="0" smtClean="0"/>
              <a:t>   </a:t>
            </a:r>
            <a:r>
              <a:rPr lang="zh-CN" altLang="en-US" dirty="0" smtClean="0"/>
              <a:t>名称</a:t>
            </a:r>
            <a:r>
              <a:rPr lang="zh-CN" altLang="en-US" dirty="0"/>
              <a:t>：高级程序设计</a:t>
            </a:r>
            <a:r>
              <a:rPr lang="en-US" altLang="zh-CN" dirty="0"/>
              <a:t>2026</a:t>
            </a:r>
            <a:r>
              <a:rPr lang="zh-CN" altLang="en-US" dirty="0"/>
              <a:t>春季</a:t>
            </a:r>
            <a:r>
              <a:rPr lang="en-US" altLang="zh-CN" dirty="0"/>
              <a:t>01</a:t>
            </a:r>
            <a:r>
              <a:rPr lang="zh-CN" altLang="en-US" dirty="0" smtClean="0"/>
              <a:t>班</a:t>
            </a:r>
            <a:endParaRPr lang="en-US" altLang="zh-CN" dirty="0" smtClean="0"/>
          </a:p>
          <a:p>
            <a:pPr marL="0" indent="0" eaLnBrk="1" hangingPunct="1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zh-CN" altLang="en-US" dirty="0" smtClean="0"/>
              <a:t>邀请码：</a:t>
            </a:r>
            <a:r>
              <a:rPr lang="en-US" altLang="zh-CN" dirty="0"/>
              <a:t>OXZCP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1C21C325-5589-28BA-3D5D-D15AC09CC7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使用</a:t>
            </a:r>
            <a:r>
              <a:rPr lang="en-US" altLang="zh-CN" dirty="0"/>
              <a:t>AI</a:t>
            </a:r>
            <a:r>
              <a:rPr lang="zh-CN" altLang="en-US" dirty="0"/>
              <a:t>辅助</a:t>
            </a:r>
            <a:r>
              <a:rPr lang="zh-CN" altLang="en-US" dirty="0" smtClean="0"/>
              <a:t>编程</a:t>
            </a:r>
            <a:endParaRPr lang="zh-CN" altLang="en-US" dirty="0"/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81D1A2D2-D7F4-C85F-9F6E-3A99ABE143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6725" y="1600200"/>
            <a:ext cx="8208963" cy="4530725"/>
          </a:xfrm>
        </p:spPr>
        <p:txBody>
          <a:bodyPr/>
          <a:lstStyle/>
          <a:p>
            <a:pPr eaLnBrk="1" hangingPunct="1"/>
            <a:r>
              <a:rPr lang="zh-CN" altLang="en-US" dirty="0"/>
              <a:t>平时作业（</a:t>
            </a:r>
            <a:r>
              <a:rPr lang="en-US" altLang="zh-CN" dirty="0"/>
              <a:t>10</a:t>
            </a:r>
            <a:r>
              <a:rPr lang="zh-CN" altLang="en-US" dirty="0" smtClean="0"/>
              <a:t>％）</a:t>
            </a:r>
            <a:r>
              <a:rPr lang="zh-CN" altLang="en-US" dirty="0" smtClean="0">
                <a:solidFill>
                  <a:srgbClr val="92D050"/>
                </a:solidFill>
              </a:rPr>
              <a:t>允许</a:t>
            </a:r>
            <a:endParaRPr lang="en-US" altLang="zh-CN" dirty="0">
              <a:solidFill>
                <a:srgbClr val="92D050"/>
              </a:solidFill>
            </a:endParaRPr>
          </a:p>
          <a:p>
            <a:pPr eaLnBrk="1" hangingPunct="1"/>
            <a:r>
              <a:rPr lang="zh-CN" altLang="en-US" dirty="0"/>
              <a:t>课程设计</a:t>
            </a:r>
            <a:r>
              <a:rPr lang="zh-CN" altLang="en-US" dirty="0" smtClean="0"/>
              <a:t>（</a:t>
            </a:r>
            <a:r>
              <a:rPr lang="en-US" altLang="zh-CN" dirty="0"/>
              <a:t>2</a:t>
            </a:r>
            <a:r>
              <a:rPr lang="en-US" altLang="zh-CN" dirty="0" smtClean="0"/>
              <a:t>0</a:t>
            </a:r>
            <a:r>
              <a:rPr lang="zh-CN" altLang="en-US" dirty="0"/>
              <a:t>％）</a:t>
            </a:r>
            <a:r>
              <a:rPr lang="zh-CN" altLang="en-US" dirty="0">
                <a:solidFill>
                  <a:srgbClr val="92D050"/>
                </a:solidFill>
              </a:rPr>
              <a:t>允许</a:t>
            </a:r>
            <a:endParaRPr lang="en-US" altLang="zh-CN" dirty="0">
              <a:solidFill>
                <a:srgbClr val="92D050"/>
              </a:solidFill>
            </a:endParaRPr>
          </a:p>
          <a:p>
            <a:pPr eaLnBrk="1" hangingPunct="1"/>
            <a:r>
              <a:rPr lang="zh-CN" altLang="en-US" dirty="0"/>
              <a:t>上机测验</a:t>
            </a:r>
            <a:r>
              <a:rPr lang="zh-CN" altLang="en-US" dirty="0" smtClean="0"/>
              <a:t>（</a:t>
            </a:r>
            <a:r>
              <a:rPr lang="en-US" altLang="zh-CN" dirty="0"/>
              <a:t>3</a:t>
            </a:r>
            <a:r>
              <a:rPr lang="en-US" altLang="zh-CN" dirty="0" smtClean="0"/>
              <a:t>0</a:t>
            </a:r>
            <a:r>
              <a:rPr lang="zh-CN" altLang="en-US" dirty="0" smtClean="0"/>
              <a:t>％）</a:t>
            </a:r>
            <a:r>
              <a:rPr lang="zh-CN" altLang="en-US" dirty="0" smtClean="0">
                <a:solidFill>
                  <a:srgbClr val="FF0000"/>
                </a:solidFill>
              </a:rPr>
              <a:t>不允许</a:t>
            </a:r>
            <a:r>
              <a:rPr lang="zh-CN" altLang="en-US" dirty="0" smtClean="0"/>
              <a:t>，固定机位断网</a:t>
            </a:r>
            <a:endParaRPr lang="en-US" altLang="zh-CN" dirty="0"/>
          </a:p>
          <a:p>
            <a:pPr eaLnBrk="1" hangingPunct="1"/>
            <a:r>
              <a:rPr lang="zh-CN" altLang="en-US" dirty="0"/>
              <a:t>期末笔试</a:t>
            </a:r>
            <a:r>
              <a:rPr lang="zh-CN" altLang="en-US" dirty="0" smtClean="0"/>
              <a:t>（</a:t>
            </a:r>
            <a:r>
              <a:rPr lang="en-US" altLang="zh-CN" dirty="0" smtClean="0"/>
              <a:t>40</a:t>
            </a:r>
            <a:r>
              <a:rPr lang="zh-CN" altLang="en-US" dirty="0" smtClean="0"/>
              <a:t>％）</a:t>
            </a:r>
            <a:r>
              <a:rPr lang="zh-CN" altLang="en-US" dirty="0" smtClean="0">
                <a:solidFill>
                  <a:srgbClr val="FF0000"/>
                </a:solidFill>
              </a:rPr>
              <a:t>不允许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3893569"/>
      </p:ext>
    </p:extLst>
  </p:cSld>
  <p:clrMapOvr>
    <a:masterClrMapping/>
  </p:clrMapOvr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16680</TotalTime>
  <Words>505</Words>
  <Application>Microsoft Office PowerPoint</Application>
  <PresentationFormat>全屏显示(4:3)</PresentationFormat>
  <Paragraphs>99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宋体</vt:lpstr>
      <vt:lpstr>Arial</vt:lpstr>
      <vt:lpstr>Verdana</vt:lpstr>
      <vt:lpstr>Wingdings</vt:lpstr>
      <vt:lpstr>Globe</vt:lpstr>
      <vt:lpstr>《高级程序设计》01班 课程实践</vt:lpstr>
      <vt:lpstr>课程考核</vt:lpstr>
      <vt:lpstr>平时作业（10%）</vt:lpstr>
      <vt:lpstr>课程设计（20%）</vt:lpstr>
      <vt:lpstr>上机测验（30%）</vt:lpstr>
      <vt:lpstr>限时任务的补交机会</vt:lpstr>
      <vt:lpstr>期末考试（40%）</vt:lpstr>
      <vt:lpstr>关于作弊</vt:lpstr>
      <vt:lpstr>关于作弊</vt:lpstr>
      <vt:lpstr>助教安排</vt:lpstr>
      <vt:lpstr>联系方式</vt:lpstr>
      <vt:lpstr>使用AI辅助编程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《程序设计》课程教学</dc:title>
  <dc:creator>chenjiajun</dc:creator>
  <cp:lastModifiedBy>Dell</cp:lastModifiedBy>
  <cp:revision>385</cp:revision>
  <dcterms:created xsi:type="dcterms:W3CDTF">2005-06-30T13:15:58Z</dcterms:created>
  <dcterms:modified xsi:type="dcterms:W3CDTF">2026-03-01T03:38:15Z</dcterms:modified>
</cp:coreProperties>
</file>