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1"/>
  </p:sldMasterIdLst>
  <p:notesMasterIdLst>
    <p:notesMasterId r:id="rId45"/>
  </p:notesMasterIdLst>
  <p:sldIdLst>
    <p:sldId id="484" r:id="rId2"/>
    <p:sldId id="526" r:id="rId3"/>
    <p:sldId id="531" r:id="rId4"/>
    <p:sldId id="532" r:id="rId5"/>
    <p:sldId id="533" r:id="rId6"/>
    <p:sldId id="534" r:id="rId7"/>
    <p:sldId id="481" r:id="rId8"/>
    <p:sldId id="536" r:id="rId9"/>
    <p:sldId id="482" r:id="rId10"/>
    <p:sldId id="542" r:id="rId11"/>
    <p:sldId id="543" r:id="rId12"/>
    <p:sldId id="544" r:id="rId13"/>
    <p:sldId id="545" r:id="rId14"/>
    <p:sldId id="546" r:id="rId15"/>
    <p:sldId id="547" r:id="rId16"/>
    <p:sldId id="548" r:id="rId17"/>
    <p:sldId id="549" r:id="rId18"/>
    <p:sldId id="550" r:id="rId19"/>
    <p:sldId id="551" r:id="rId20"/>
    <p:sldId id="552" r:id="rId21"/>
    <p:sldId id="553" r:id="rId22"/>
    <p:sldId id="554" r:id="rId23"/>
    <p:sldId id="555" r:id="rId24"/>
    <p:sldId id="556" r:id="rId25"/>
    <p:sldId id="557" r:id="rId26"/>
    <p:sldId id="558" r:id="rId27"/>
    <p:sldId id="535" r:id="rId28"/>
    <p:sldId id="483" r:id="rId29"/>
    <p:sldId id="527" r:id="rId30"/>
    <p:sldId id="502" r:id="rId31"/>
    <p:sldId id="503" r:id="rId32"/>
    <p:sldId id="529" r:id="rId33"/>
    <p:sldId id="513" r:id="rId34"/>
    <p:sldId id="539" r:id="rId35"/>
    <p:sldId id="518" r:id="rId36"/>
    <p:sldId id="517" r:id="rId37"/>
    <p:sldId id="514" r:id="rId38"/>
    <p:sldId id="530" r:id="rId39"/>
    <p:sldId id="496" r:id="rId40"/>
    <p:sldId id="498" r:id="rId41"/>
    <p:sldId id="499" r:id="rId42"/>
    <p:sldId id="500" r:id="rId43"/>
    <p:sldId id="538" r:id="rId44"/>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99"/>
    <a:srgbClr val="FF8585"/>
    <a:srgbClr val="66FFFF"/>
    <a:srgbClr val="003366"/>
    <a:srgbClr val="000000"/>
    <a:srgbClr val="008080"/>
    <a:srgbClr val="6699FF"/>
    <a:srgbClr val="99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434" autoAdjust="0"/>
    <p:restoredTop sz="94719" autoAdjust="0"/>
  </p:normalViewPr>
  <p:slideViewPr>
    <p:cSldViewPr>
      <p:cViewPr varScale="1">
        <p:scale>
          <a:sx n="162" d="100"/>
          <a:sy n="162" d="100"/>
        </p:scale>
        <p:origin x="4320" y="1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8694"/>
    </p:cViewPr>
  </p:sorterViewPr>
  <p:notesViewPr>
    <p:cSldViewPr>
      <p:cViewPr>
        <p:scale>
          <a:sx n="75" d="100"/>
          <a:sy n="75" d="100"/>
        </p:scale>
        <p:origin x="-173" y="12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4172C4D-FC33-B095-794A-F706A2EC8134}"/>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US" altLang="zh-CN"/>
          </a:p>
        </p:txBody>
      </p:sp>
      <p:sp>
        <p:nvSpPr>
          <p:cNvPr id="6147" name="Rectangle 3">
            <a:extLst>
              <a:ext uri="{FF2B5EF4-FFF2-40B4-BE49-F238E27FC236}">
                <a16:creationId xmlns:a16="http://schemas.microsoft.com/office/drawing/2014/main" id="{3F18DEDD-CD22-26F3-EDF6-AA993C449C51}"/>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ea typeface="宋体" pitchFamily="2" charset="-122"/>
              </a:defRPr>
            </a:lvl1pPr>
          </a:lstStyle>
          <a:p>
            <a:pPr>
              <a:defRPr/>
            </a:pPr>
            <a:endParaRPr lang="en-US" altLang="zh-CN"/>
          </a:p>
        </p:txBody>
      </p:sp>
      <p:sp>
        <p:nvSpPr>
          <p:cNvPr id="3076" name="Rectangle 4">
            <a:extLst>
              <a:ext uri="{FF2B5EF4-FFF2-40B4-BE49-F238E27FC236}">
                <a16:creationId xmlns:a16="http://schemas.microsoft.com/office/drawing/2014/main" id="{D47996BB-FAE7-2205-9FBC-2805C82F3D62}"/>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72455B3D-1F60-7E2C-30DD-99293D70E554}"/>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150" name="Rectangle 6">
            <a:extLst>
              <a:ext uri="{FF2B5EF4-FFF2-40B4-BE49-F238E27FC236}">
                <a16:creationId xmlns:a16="http://schemas.microsoft.com/office/drawing/2014/main" id="{9676EBE7-423F-973F-F9C6-7880C77522C1}"/>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US" altLang="zh-CN"/>
          </a:p>
        </p:txBody>
      </p:sp>
      <p:sp>
        <p:nvSpPr>
          <p:cNvPr id="6151" name="Rectangle 7">
            <a:extLst>
              <a:ext uri="{FF2B5EF4-FFF2-40B4-BE49-F238E27FC236}">
                <a16:creationId xmlns:a16="http://schemas.microsoft.com/office/drawing/2014/main" id="{A585B0D7-1A42-FF63-F507-45E96372565A}"/>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fld id="{45B15159-A7BF-4835-AB92-11EBAD2AED7A}"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A70D5527-B57D-08C7-1636-CBC9C4A465E2}"/>
              </a:ext>
            </a:extLst>
          </p:cNvPr>
          <p:cNvGrpSpPr>
            <a:grpSpLocks/>
          </p:cNvGrpSpPr>
          <p:nvPr/>
        </p:nvGrpSpPr>
        <p:grpSpPr bwMode="auto">
          <a:xfrm>
            <a:off x="0" y="0"/>
            <a:ext cx="9148763" cy="6851650"/>
            <a:chOff x="1" y="0"/>
            <a:chExt cx="5763" cy="4316"/>
          </a:xfrm>
        </p:grpSpPr>
        <p:sp>
          <p:nvSpPr>
            <p:cNvPr id="3" name="Freeform 3">
              <a:extLst>
                <a:ext uri="{FF2B5EF4-FFF2-40B4-BE49-F238E27FC236}">
                  <a16:creationId xmlns:a16="http://schemas.microsoft.com/office/drawing/2014/main" id="{70D502B4-01C6-1137-FE11-DA2D1BEAC1E3}"/>
                </a:ext>
              </a:extLst>
            </p:cNvPr>
            <p:cNvSpPr>
              <a:spLocks/>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4" name="Freeform 4">
              <a:extLst>
                <a:ext uri="{FF2B5EF4-FFF2-40B4-BE49-F238E27FC236}">
                  <a16:creationId xmlns:a16="http://schemas.microsoft.com/office/drawing/2014/main" id="{882C491D-9E46-D91E-BBF8-FF34647E1261}"/>
                </a:ext>
              </a:extLst>
            </p:cNvPr>
            <p:cNvSpPr>
              <a:spLocks/>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5" name="Freeform 5">
              <a:extLst>
                <a:ext uri="{FF2B5EF4-FFF2-40B4-BE49-F238E27FC236}">
                  <a16:creationId xmlns:a16="http://schemas.microsoft.com/office/drawing/2014/main" id="{397D8098-07DF-FD80-683B-95C72F2D77CC}"/>
                </a:ext>
              </a:extLst>
            </p:cNvPr>
            <p:cNvSpPr>
              <a:spLocks/>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grpSp>
          <p:nvGrpSpPr>
            <p:cNvPr id="6" name="Group 6">
              <a:extLst>
                <a:ext uri="{FF2B5EF4-FFF2-40B4-BE49-F238E27FC236}">
                  <a16:creationId xmlns:a16="http://schemas.microsoft.com/office/drawing/2014/main" id="{EA10328D-0DB7-1C7D-092A-A86C4FA0980A}"/>
                </a:ext>
              </a:extLst>
            </p:cNvPr>
            <p:cNvGrpSpPr>
              <a:grpSpLocks/>
            </p:cNvGrpSpPr>
            <p:nvPr/>
          </p:nvGrpSpPr>
          <p:grpSpPr bwMode="auto">
            <a:xfrm>
              <a:off x="288" y="0"/>
              <a:ext cx="5098" cy="4316"/>
              <a:chOff x="288" y="0"/>
              <a:chExt cx="5098" cy="4316"/>
            </a:xfrm>
          </p:grpSpPr>
          <p:sp>
            <p:nvSpPr>
              <p:cNvPr id="26" name="Freeform 7">
                <a:extLst>
                  <a:ext uri="{FF2B5EF4-FFF2-40B4-BE49-F238E27FC236}">
                    <a16:creationId xmlns:a16="http://schemas.microsoft.com/office/drawing/2014/main" id="{0DA718B0-D511-2988-F233-6757B49A6943}"/>
                  </a:ext>
                </a:extLst>
              </p:cNvPr>
              <p:cNvSpPr>
                <a:spLocks/>
              </p:cNvSpPr>
              <p:nvPr userDrawn="1"/>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7" name="Freeform 8">
                <a:extLst>
                  <a:ext uri="{FF2B5EF4-FFF2-40B4-BE49-F238E27FC236}">
                    <a16:creationId xmlns:a16="http://schemas.microsoft.com/office/drawing/2014/main" id="{D69954CE-3B76-2DA5-3E60-E8AAEE9882BA}"/>
                  </a:ext>
                </a:extLst>
              </p:cNvPr>
              <p:cNvSpPr>
                <a:spLocks/>
              </p:cNvSpPr>
              <p:nvPr userDrawn="1"/>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8" name="Freeform 9">
                <a:extLst>
                  <a:ext uri="{FF2B5EF4-FFF2-40B4-BE49-F238E27FC236}">
                    <a16:creationId xmlns:a16="http://schemas.microsoft.com/office/drawing/2014/main" id="{369248CD-143A-E8F6-8E18-E18A0DB7E288}"/>
                  </a:ext>
                </a:extLst>
              </p:cNvPr>
              <p:cNvSpPr>
                <a:spLocks/>
              </p:cNvSpPr>
              <p:nvPr userDrawn="1"/>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9" name="Freeform 10">
                <a:extLst>
                  <a:ext uri="{FF2B5EF4-FFF2-40B4-BE49-F238E27FC236}">
                    <a16:creationId xmlns:a16="http://schemas.microsoft.com/office/drawing/2014/main" id="{61D396B4-AE11-E760-27EA-245EF2BBCC42}"/>
                  </a:ext>
                </a:extLst>
              </p:cNvPr>
              <p:cNvSpPr>
                <a:spLocks/>
              </p:cNvSpPr>
              <p:nvPr userDrawn="1"/>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0" name="Freeform 11">
                <a:extLst>
                  <a:ext uri="{FF2B5EF4-FFF2-40B4-BE49-F238E27FC236}">
                    <a16:creationId xmlns:a16="http://schemas.microsoft.com/office/drawing/2014/main" id="{0DCCD3B4-B920-89C4-6271-B3D486759D70}"/>
                  </a:ext>
                </a:extLst>
              </p:cNvPr>
              <p:cNvSpPr>
                <a:spLocks/>
              </p:cNvSpPr>
              <p:nvPr userDrawn="1"/>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1" name="Freeform 12">
                <a:extLst>
                  <a:ext uri="{FF2B5EF4-FFF2-40B4-BE49-F238E27FC236}">
                    <a16:creationId xmlns:a16="http://schemas.microsoft.com/office/drawing/2014/main" id="{58FE2F59-25F5-812A-386E-D8A5D1CAB490}"/>
                  </a:ext>
                </a:extLst>
              </p:cNvPr>
              <p:cNvSpPr>
                <a:spLocks/>
              </p:cNvSpPr>
              <p:nvPr userDrawn="1"/>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2" name="Freeform 13">
                <a:extLst>
                  <a:ext uri="{FF2B5EF4-FFF2-40B4-BE49-F238E27FC236}">
                    <a16:creationId xmlns:a16="http://schemas.microsoft.com/office/drawing/2014/main" id="{4DED0714-97C6-3E64-4EE4-883BBE1B1334}"/>
                  </a:ext>
                </a:extLst>
              </p:cNvPr>
              <p:cNvSpPr>
                <a:spLocks/>
              </p:cNvSpPr>
              <p:nvPr userDrawn="1"/>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3" name="Freeform 14">
                <a:extLst>
                  <a:ext uri="{FF2B5EF4-FFF2-40B4-BE49-F238E27FC236}">
                    <a16:creationId xmlns:a16="http://schemas.microsoft.com/office/drawing/2014/main" id="{02ADD9A0-0A67-C224-8FAF-F6F8FC577C7E}"/>
                  </a:ext>
                </a:extLst>
              </p:cNvPr>
              <p:cNvSpPr>
                <a:spLocks/>
              </p:cNvSpPr>
              <p:nvPr userDrawn="1"/>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4" name="Freeform 15">
                <a:extLst>
                  <a:ext uri="{FF2B5EF4-FFF2-40B4-BE49-F238E27FC236}">
                    <a16:creationId xmlns:a16="http://schemas.microsoft.com/office/drawing/2014/main" id="{AD897D91-23EF-0F26-8BEE-22120643C00A}"/>
                  </a:ext>
                </a:extLst>
              </p:cNvPr>
              <p:cNvSpPr>
                <a:spLocks/>
              </p:cNvSpPr>
              <p:nvPr userDrawn="1"/>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5" name="Freeform 16">
                <a:extLst>
                  <a:ext uri="{FF2B5EF4-FFF2-40B4-BE49-F238E27FC236}">
                    <a16:creationId xmlns:a16="http://schemas.microsoft.com/office/drawing/2014/main" id="{461D9CC2-9775-C3DB-5844-38AF366EE5F0}"/>
                  </a:ext>
                </a:extLst>
              </p:cNvPr>
              <p:cNvSpPr>
                <a:spLocks/>
              </p:cNvSpPr>
              <p:nvPr userDrawn="1"/>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6" name="Freeform 17">
                <a:extLst>
                  <a:ext uri="{FF2B5EF4-FFF2-40B4-BE49-F238E27FC236}">
                    <a16:creationId xmlns:a16="http://schemas.microsoft.com/office/drawing/2014/main" id="{192D5B2C-D832-E0CD-5265-23CE69D6A241}"/>
                  </a:ext>
                </a:extLst>
              </p:cNvPr>
              <p:cNvSpPr>
                <a:spLocks/>
              </p:cNvSpPr>
              <p:nvPr userDrawn="1"/>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7" name="Freeform 18">
                <a:extLst>
                  <a:ext uri="{FF2B5EF4-FFF2-40B4-BE49-F238E27FC236}">
                    <a16:creationId xmlns:a16="http://schemas.microsoft.com/office/drawing/2014/main" id="{34813CFB-ACAC-253E-F333-46F76884D443}"/>
                  </a:ext>
                </a:extLst>
              </p:cNvPr>
              <p:cNvSpPr>
                <a:spLocks/>
              </p:cNvSpPr>
              <p:nvPr userDrawn="1"/>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8" name="Freeform 19">
                <a:extLst>
                  <a:ext uri="{FF2B5EF4-FFF2-40B4-BE49-F238E27FC236}">
                    <a16:creationId xmlns:a16="http://schemas.microsoft.com/office/drawing/2014/main" id="{7B4DB312-E99E-E100-0FBD-7A1E210D386B}"/>
                  </a:ext>
                </a:extLst>
              </p:cNvPr>
              <p:cNvSpPr>
                <a:spLocks/>
              </p:cNvSpPr>
              <p:nvPr userDrawn="1"/>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grpSp>
        <p:sp>
          <p:nvSpPr>
            <p:cNvPr id="7" name="Freeform 20">
              <a:extLst>
                <a:ext uri="{FF2B5EF4-FFF2-40B4-BE49-F238E27FC236}">
                  <a16:creationId xmlns:a16="http://schemas.microsoft.com/office/drawing/2014/main" id="{962B1A4F-4250-9572-6BCD-BEB5E4876747}"/>
                </a:ext>
              </a:extLst>
            </p:cNvPr>
            <p:cNvSpPr>
              <a:spLocks/>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8" name="Freeform 21">
              <a:extLst>
                <a:ext uri="{FF2B5EF4-FFF2-40B4-BE49-F238E27FC236}">
                  <a16:creationId xmlns:a16="http://schemas.microsoft.com/office/drawing/2014/main" id="{E82337AE-639A-63D0-4D7F-4A3E3F6A45D0}"/>
                </a:ext>
              </a:extLst>
            </p:cNvPr>
            <p:cNvSpPr>
              <a:spLocks/>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9" name="Freeform 22">
              <a:extLst>
                <a:ext uri="{FF2B5EF4-FFF2-40B4-BE49-F238E27FC236}">
                  <a16:creationId xmlns:a16="http://schemas.microsoft.com/office/drawing/2014/main" id="{8DD8ED90-A175-2DD1-CC9A-8C6AF0BB3A44}"/>
                </a:ext>
              </a:extLst>
            </p:cNvPr>
            <p:cNvSpPr>
              <a:spLocks/>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a:p>
          </p:txBody>
        </p:sp>
        <p:sp>
          <p:nvSpPr>
            <p:cNvPr id="10" name="Freeform 23">
              <a:extLst>
                <a:ext uri="{FF2B5EF4-FFF2-40B4-BE49-F238E27FC236}">
                  <a16:creationId xmlns:a16="http://schemas.microsoft.com/office/drawing/2014/main" id="{AEA0168C-B5B3-2808-1121-AE7DB2B55BE0}"/>
                </a:ext>
              </a:extLst>
            </p:cNvPr>
            <p:cNvSpPr>
              <a:spLocks/>
            </p:cNvSpPr>
            <p:nvPr/>
          </p:nvSpPr>
          <p:spPr bwMode="hidden">
            <a:xfrm>
              <a:off x="5041" y="0"/>
              <a:ext cx="719" cy="845"/>
            </a:xfrm>
            <a:custGeom>
              <a:avLst/>
              <a:gdLst>
                <a:gd name="T0" fmla="*/ 1005 w 717"/>
                <a:gd name="T1" fmla="*/ 845 h 845"/>
                <a:gd name="T2" fmla="*/ 1005 w 717"/>
                <a:gd name="T3" fmla="*/ 821 h 845"/>
                <a:gd name="T4" fmla="*/ 826 w 717"/>
                <a:gd name="T5" fmla="*/ 605 h 845"/>
                <a:gd name="T6" fmla="*/ 532 w 717"/>
                <a:gd name="T7" fmla="*/ 396 h 845"/>
                <a:gd name="T8" fmla="*/ 347 w 717"/>
                <a:gd name="T9" fmla="*/ 192 h 845"/>
                <a:gd name="T10" fmla="*/ 17 w 717"/>
                <a:gd name="T11" fmla="*/ 0 h 845"/>
                <a:gd name="T12" fmla="*/ 0 w 717"/>
                <a:gd name="T13" fmla="*/ 0 h 845"/>
                <a:gd name="T14" fmla="*/ 335 w 717"/>
                <a:gd name="T15" fmla="*/ 198 h 845"/>
                <a:gd name="T16" fmla="*/ 526 w 717"/>
                <a:gd name="T17" fmla="*/ 408 h 845"/>
                <a:gd name="T18" fmla="*/ 820 w 717"/>
                <a:gd name="T19" fmla="*/ 623 h 845"/>
                <a:gd name="T20" fmla="*/ 1005 w 717"/>
                <a:gd name="T21" fmla="*/ 845 h 845"/>
                <a:gd name="T22" fmla="*/ 1005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24">
              <a:extLst>
                <a:ext uri="{FF2B5EF4-FFF2-40B4-BE49-F238E27FC236}">
                  <a16:creationId xmlns:a16="http://schemas.microsoft.com/office/drawing/2014/main" id="{B8664904-A864-5C1A-3A5E-636F1F6F41D3}"/>
                </a:ext>
              </a:extLst>
            </p:cNvPr>
            <p:cNvSpPr>
              <a:spLocks/>
            </p:cNvSpPr>
            <p:nvPr/>
          </p:nvSpPr>
          <p:spPr bwMode="hidden">
            <a:xfrm>
              <a:off x="5352" y="0"/>
              <a:ext cx="408" cy="414"/>
            </a:xfrm>
            <a:custGeom>
              <a:avLst/>
              <a:gdLst>
                <a:gd name="T0" fmla="*/ 533 w 407"/>
                <a:gd name="T1" fmla="*/ 414 h 414"/>
                <a:gd name="T2" fmla="*/ 533 w 407"/>
                <a:gd name="T3" fmla="*/ 396 h 414"/>
                <a:gd name="T4" fmla="*/ 348 w 407"/>
                <a:gd name="T5" fmla="*/ 192 h 414"/>
                <a:gd name="T6" fmla="*/ 12 w 407"/>
                <a:gd name="T7" fmla="*/ 0 h 414"/>
                <a:gd name="T8" fmla="*/ 0 w 407"/>
                <a:gd name="T9" fmla="*/ 0 h 414"/>
                <a:gd name="T10" fmla="*/ 108 w 407"/>
                <a:gd name="T11" fmla="*/ 102 h 414"/>
                <a:gd name="T12" fmla="*/ 342 w 407"/>
                <a:gd name="T13" fmla="*/ 204 h 414"/>
                <a:gd name="T14" fmla="*/ 533 w 407"/>
                <a:gd name="T15" fmla="*/ 414 h 414"/>
                <a:gd name="T16" fmla="*/ 533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25">
              <a:extLst>
                <a:ext uri="{FF2B5EF4-FFF2-40B4-BE49-F238E27FC236}">
                  <a16:creationId xmlns:a16="http://schemas.microsoft.com/office/drawing/2014/main" id="{FE6A28F0-A4DB-0D97-8F03-6EC8556338A7}"/>
                </a:ext>
              </a:extLst>
            </p:cNvPr>
            <p:cNvSpPr>
              <a:spLocks/>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a:p>
          </p:txBody>
        </p:sp>
        <p:sp>
          <p:nvSpPr>
            <p:cNvPr id="13" name="Freeform 26">
              <a:extLst>
                <a:ext uri="{FF2B5EF4-FFF2-40B4-BE49-F238E27FC236}">
                  <a16:creationId xmlns:a16="http://schemas.microsoft.com/office/drawing/2014/main" id="{97748891-9AE0-20AE-2D51-3C211CE13077}"/>
                </a:ext>
              </a:extLst>
            </p:cNvPr>
            <p:cNvSpPr>
              <a:spLocks/>
            </p:cNvSpPr>
            <p:nvPr/>
          </p:nvSpPr>
          <p:spPr bwMode="hidden">
            <a:xfrm>
              <a:off x="6" y="0"/>
              <a:ext cx="588" cy="599"/>
            </a:xfrm>
            <a:custGeom>
              <a:avLst/>
              <a:gdLst>
                <a:gd name="T0" fmla="*/ 890 w 586"/>
                <a:gd name="T1" fmla="*/ 0 h 599"/>
                <a:gd name="T2" fmla="*/ 863 w 586"/>
                <a:gd name="T3" fmla="*/ 0 h 599"/>
                <a:gd name="T4" fmla="*/ 626 w 586"/>
                <a:gd name="T5" fmla="*/ 132 h 599"/>
                <a:gd name="T6" fmla="*/ 383 w 586"/>
                <a:gd name="T7" fmla="*/ 270 h 599"/>
                <a:gd name="T8" fmla="*/ 120 w 586"/>
                <a:gd name="T9" fmla="*/ 420 h 599"/>
                <a:gd name="T10" fmla="*/ 0 w 586"/>
                <a:gd name="T11" fmla="*/ 575 h 599"/>
                <a:gd name="T12" fmla="*/ 0 w 586"/>
                <a:gd name="T13" fmla="*/ 599 h 599"/>
                <a:gd name="T14" fmla="*/ 120 w 586"/>
                <a:gd name="T15" fmla="*/ 432 h 599"/>
                <a:gd name="T16" fmla="*/ 383 w 586"/>
                <a:gd name="T17" fmla="*/ 282 h 599"/>
                <a:gd name="T18" fmla="*/ 638 w 586"/>
                <a:gd name="T19" fmla="*/ 138 h 599"/>
                <a:gd name="T20" fmla="*/ 890 w 586"/>
                <a:gd name="T21" fmla="*/ 0 h 599"/>
                <a:gd name="T22" fmla="*/ 890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27">
              <a:extLst>
                <a:ext uri="{FF2B5EF4-FFF2-40B4-BE49-F238E27FC236}">
                  <a16:creationId xmlns:a16="http://schemas.microsoft.com/office/drawing/2014/main" id="{77E5E7AC-B89F-A594-1C54-CB3A5A54FFEE}"/>
                </a:ext>
              </a:extLst>
            </p:cNvPr>
            <p:cNvSpPr>
              <a:spLocks/>
            </p:cNvSpPr>
            <p:nvPr/>
          </p:nvSpPr>
          <p:spPr bwMode="hidden">
            <a:xfrm>
              <a:off x="6" y="0"/>
              <a:ext cx="270" cy="252"/>
            </a:xfrm>
            <a:custGeom>
              <a:avLst/>
              <a:gdLst>
                <a:gd name="T0" fmla="*/ 395 w 269"/>
                <a:gd name="T1" fmla="*/ 0 h 252"/>
                <a:gd name="T2" fmla="*/ 377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395 w 269"/>
                <a:gd name="T15" fmla="*/ 0 h 252"/>
                <a:gd name="T16" fmla="*/ 395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Line 28">
              <a:extLst>
                <a:ext uri="{FF2B5EF4-FFF2-40B4-BE49-F238E27FC236}">
                  <a16:creationId xmlns:a16="http://schemas.microsoft.com/office/drawing/2014/main" id="{3B04CEA1-89DE-F6C0-6F94-B26C6F1A68FD}"/>
                </a:ext>
              </a:extLst>
            </p:cNvPr>
            <p:cNvSpPr>
              <a:spLocks noChangeShapeType="1"/>
            </p:cNvSpPr>
            <p:nvPr/>
          </p:nvSpPr>
          <p:spPr bwMode="hidden">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29">
              <a:extLst>
                <a:ext uri="{FF2B5EF4-FFF2-40B4-BE49-F238E27FC236}">
                  <a16:creationId xmlns:a16="http://schemas.microsoft.com/office/drawing/2014/main" id="{D8D186D8-9019-7B62-6A58-F05D94445067}"/>
                </a:ext>
              </a:extLst>
            </p:cNvPr>
            <p:cNvSpPr>
              <a:spLocks noChangeShapeType="1"/>
            </p:cNvSpPr>
            <p:nvPr/>
          </p:nvSpPr>
          <p:spPr bwMode="hidden">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30">
              <a:extLst>
                <a:ext uri="{FF2B5EF4-FFF2-40B4-BE49-F238E27FC236}">
                  <a16:creationId xmlns:a16="http://schemas.microsoft.com/office/drawing/2014/main" id="{DDB8554D-0E0D-615E-AF68-F86F1CAC8AB6}"/>
                </a:ext>
              </a:extLst>
            </p:cNvPr>
            <p:cNvSpPr>
              <a:spLocks noChangeShapeType="1"/>
            </p:cNvSpPr>
            <p:nvPr/>
          </p:nvSpPr>
          <p:spPr bwMode="hidden">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 name="Group 31">
              <a:extLst>
                <a:ext uri="{FF2B5EF4-FFF2-40B4-BE49-F238E27FC236}">
                  <a16:creationId xmlns:a16="http://schemas.microsoft.com/office/drawing/2014/main" id="{68C3EAF5-E51F-7EFD-8100-C28DB99B5E90}"/>
                </a:ext>
              </a:extLst>
            </p:cNvPr>
            <p:cNvGrpSpPr>
              <a:grpSpLocks/>
            </p:cNvGrpSpPr>
            <p:nvPr/>
          </p:nvGrpSpPr>
          <p:grpSpPr bwMode="auto">
            <a:xfrm>
              <a:off x="1" y="392"/>
              <a:ext cx="5758" cy="1571"/>
              <a:chOff x="1" y="392"/>
              <a:chExt cx="5758" cy="1571"/>
            </a:xfrm>
          </p:grpSpPr>
          <p:sp>
            <p:nvSpPr>
              <p:cNvPr id="21" name="Line 32">
                <a:extLst>
                  <a:ext uri="{FF2B5EF4-FFF2-40B4-BE49-F238E27FC236}">
                    <a16:creationId xmlns:a16="http://schemas.microsoft.com/office/drawing/2014/main" id="{8F6B8107-953A-325C-0CA0-CC4676C7EE84}"/>
                  </a:ext>
                </a:extLst>
              </p:cNvPr>
              <p:cNvSpPr>
                <a:spLocks noChangeShapeType="1"/>
              </p:cNvSpPr>
              <p:nvPr userDrawn="1"/>
            </p:nvSpPr>
            <p:spPr bwMode="hidden">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33">
                <a:extLst>
                  <a:ext uri="{FF2B5EF4-FFF2-40B4-BE49-F238E27FC236}">
                    <a16:creationId xmlns:a16="http://schemas.microsoft.com/office/drawing/2014/main" id="{351C6984-AEFC-EF3D-E74B-F736B75CF7D7}"/>
                  </a:ext>
                </a:extLst>
              </p:cNvPr>
              <p:cNvSpPr>
                <a:spLocks noChangeShapeType="1"/>
              </p:cNvSpPr>
              <p:nvPr userDrawn="1"/>
            </p:nvSpPr>
            <p:spPr bwMode="hidden">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34">
                <a:extLst>
                  <a:ext uri="{FF2B5EF4-FFF2-40B4-BE49-F238E27FC236}">
                    <a16:creationId xmlns:a16="http://schemas.microsoft.com/office/drawing/2014/main" id="{69E28049-FB20-FD07-1ACE-759C563DF80C}"/>
                  </a:ext>
                </a:extLst>
              </p:cNvPr>
              <p:cNvSpPr>
                <a:spLocks noChangeShapeType="1"/>
              </p:cNvSpPr>
              <p:nvPr userDrawn="1"/>
            </p:nvSpPr>
            <p:spPr bwMode="hidden">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35">
                <a:extLst>
                  <a:ext uri="{FF2B5EF4-FFF2-40B4-BE49-F238E27FC236}">
                    <a16:creationId xmlns:a16="http://schemas.microsoft.com/office/drawing/2014/main" id="{F3BB9C15-A959-561D-2B6A-361193EE5C51}"/>
                  </a:ext>
                </a:extLst>
              </p:cNvPr>
              <p:cNvSpPr>
                <a:spLocks noChangeShapeType="1"/>
              </p:cNvSpPr>
              <p:nvPr userDrawn="1"/>
            </p:nvSpPr>
            <p:spPr bwMode="hidden">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36">
                <a:extLst>
                  <a:ext uri="{FF2B5EF4-FFF2-40B4-BE49-F238E27FC236}">
                    <a16:creationId xmlns:a16="http://schemas.microsoft.com/office/drawing/2014/main" id="{1AC09C04-2CE8-5888-3866-CC176ED5D15A}"/>
                  </a:ext>
                </a:extLst>
              </p:cNvPr>
              <p:cNvSpPr>
                <a:spLocks noChangeShapeType="1"/>
              </p:cNvSpPr>
              <p:nvPr userDrawn="1"/>
            </p:nvSpPr>
            <p:spPr bwMode="hidden">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 name="Line 37">
              <a:extLst>
                <a:ext uri="{FF2B5EF4-FFF2-40B4-BE49-F238E27FC236}">
                  <a16:creationId xmlns:a16="http://schemas.microsoft.com/office/drawing/2014/main" id="{532D25A1-FF05-841B-F26A-562496992C23}"/>
                </a:ext>
              </a:extLst>
            </p:cNvPr>
            <p:cNvSpPr>
              <a:spLocks noChangeShapeType="1"/>
            </p:cNvSpPr>
            <p:nvPr/>
          </p:nvSpPr>
          <p:spPr bwMode="hidden">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38">
              <a:extLst>
                <a:ext uri="{FF2B5EF4-FFF2-40B4-BE49-F238E27FC236}">
                  <a16:creationId xmlns:a16="http://schemas.microsoft.com/office/drawing/2014/main" id="{07F71B97-EC97-B4A7-5381-6605C8EB0607}"/>
                </a:ext>
              </a:extLst>
            </p:cNvPr>
            <p:cNvSpPr>
              <a:spLocks noChangeShapeType="1"/>
            </p:cNvSpPr>
            <p:nvPr/>
          </p:nvSpPr>
          <p:spPr bwMode="hidden">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63207" name="Rectangle 39"/>
          <p:cNvSpPr>
            <a:spLocks noGrp="1" noChangeArrowheads="1"/>
          </p:cNvSpPr>
          <p:nvPr>
            <p:ph type="ctrTitle" sz="quarter"/>
          </p:nvPr>
        </p:nvSpPr>
        <p:spPr>
          <a:xfrm>
            <a:off x="685800" y="1692275"/>
            <a:ext cx="7772400" cy="1736725"/>
          </a:xfrm>
        </p:spPr>
        <p:txBody>
          <a:bodyPr anchor="b"/>
          <a:lstStyle>
            <a:lvl1pPr>
              <a:defRPr sz="5400"/>
            </a:lvl1pPr>
          </a:lstStyle>
          <a:p>
            <a:r>
              <a:rPr lang="zh-CN" altLang="en-US"/>
              <a:t>单击此处编辑母版标题样式</a:t>
            </a:r>
          </a:p>
        </p:txBody>
      </p:sp>
      <p:sp>
        <p:nvSpPr>
          <p:cNvPr id="263208" name="Rectangle 40"/>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39" name="Rectangle 41">
            <a:extLst>
              <a:ext uri="{FF2B5EF4-FFF2-40B4-BE49-F238E27FC236}">
                <a16:creationId xmlns:a16="http://schemas.microsoft.com/office/drawing/2014/main" id="{69D511C0-6289-F27B-66F0-9F2579A3D86A}"/>
              </a:ext>
            </a:extLst>
          </p:cNvPr>
          <p:cNvSpPr>
            <a:spLocks noGrp="1" noChangeArrowheads="1"/>
          </p:cNvSpPr>
          <p:nvPr>
            <p:ph type="dt" sz="quarter" idx="10"/>
          </p:nvPr>
        </p:nvSpPr>
        <p:spPr/>
        <p:txBody>
          <a:bodyPr/>
          <a:lstStyle>
            <a:lvl1pPr>
              <a:defRPr/>
            </a:lvl1pPr>
          </a:lstStyle>
          <a:p>
            <a:pPr>
              <a:defRPr/>
            </a:pPr>
            <a:endParaRPr lang="en-US" altLang="zh-CN"/>
          </a:p>
        </p:txBody>
      </p:sp>
      <p:sp>
        <p:nvSpPr>
          <p:cNvPr id="40" name="Rectangle 42">
            <a:extLst>
              <a:ext uri="{FF2B5EF4-FFF2-40B4-BE49-F238E27FC236}">
                <a16:creationId xmlns:a16="http://schemas.microsoft.com/office/drawing/2014/main" id="{5D8C16C8-62FE-8D3A-BA60-626BA929C322}"/>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41" name="Rectangle 43">
            <a:extLst>
              <a:ext uri="{FF2B5EF4-FFF2-40B4-BE49-F238E27FC236}">
                <a16:creationId xmlns:a16="http://schemas.microsoft.com/office/drawing/2014/main" id="{E73691B6-9C3A-DDE9-A3C7-31CE3A47E539}"/>
              </a:ext>
            </a:extLst>
          </p:cNvPr>
          <p:cNvSpPr>
            <a:spLocks noGrp="1" noChangeArrowheads="1"/>
          </p:cNvSpPr>
          <p:nvPr>
            <p:ph type="sldNum" sz="quarter" idx="12"/>
          </p:nvPr>
        </p:nvSpPr>
        <p:spPr/>
        <p:txBody>
          <a:bodyPr/>
          <a:lstStyle>
            <a:lvl1pPr>
              <a:defRPr/>
            </a:lvl1pPr>
          </a:lstStyle>
          <a:p>
            <a:fld id="{ECBB45F5-FCD4-47D2-9BF4-BB4B287351D2}" type="slidenum">
              <a:rPr lang="en-US" altLang="zh-CN"/>
              <a:pPr/>
              <a:t>‹#›</a:t>
            </a:fld>
            <a:endParaRPr lang="en-US" altLang="zh-CN"/>
          </a:p>
        </p:txBody>
      </p:sp>
    </p:spTree>
    <p:extLst>
      <p:ext uri="{BB962C8B-B14F-4D97-AF65-F5344CB8AC3E}">
        <p14:creationId xmlns:p14="http://schemas.microsoft.com/office/powerpoint/2010/main" val="4212767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F804876A-D984-9A7C-7F0A-89E94EA17E2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5E691450-4645-0394-2F4D-32DFDFA629E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E4A6C599-FB0F-D258-582C-FF6B5F7A87E7}"/>
              </a:ext>
            </a:extLst>
          </p:cNvPr>
          <p:cNvSpPr>
            <a:spLocks noGrp="1" noChangeArrowheads="1"/>
          </p:cNvSpPr>
          <p:nvPr>
            <p:ph type="sldNum" sz="quarter" idx="12"/>
          </p:nvPr>
        </p:nvSpPr>
        <p:spPr>
          <a:ln/>
        </p:spPr>
        <p:txBody>
          <a:bodyPr/>
          <a:lstStyle>
            <a:lvl1pPr>
              <a:defRPr/>
            </a:lvl1pPr>
          </a:lstStyle>
          <a:p>
            <a:fld id="{B9DD976B-AC54-4F2A-849E-08C3EF08F722}" type="slidenum">
              <a:rPr lang="en-US" altLang="zh-CN"/>
              <a:pPr/>
              <a:t>‹#›</a:t>
            </a:fld>
            <a:endParaRPr lang="en-US" altLang="zh-CN"/>
          </a:p>
        </p:txBody>
      </p:sp>
    </p:spTree>
    <p:extLst>
      <p:ext uri="{BB962C8B-B14F-4D97-AF65-F5344CB8AC3E}">
        <p14:creationId xmlns:p14="http://schemas.microsoft.com/office/powerpoint/2010/main" val="2791764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0">
            <a:extLst>
              <a:ext uri="{FF2B5EF4-FFF2-40B4-BE49-F238E27FC236}">
                <a16:creationId xmlns:a16="http://schemas.microsoft.com/office/drawing/2014/main" id="{1953FCE9-905C-A598-8814-97E06337A4F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7DFD9C39-91A1-C63D-19ED-25BD92BB2C6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600C35EB-1A0F-9BF5-4D76-C99139ECE1F8}"/>
              </a:ext>
            </a:extLst>
          </p:cNvPr>
          <p:cNvSpPr>
            <a:spLocks noGrp="1" noChangeArrowheads="1"/>
          </p:cNvSpPr>
          <p:nvPr>
            <p:ph type="sldNum" sz="quarter" idx="12"/>
          </p:nvPr>
        </p:nvSpPr>
        <p:spPr>
          <a:ln/>
        </p:spPr>
        <p:txBody>
          <a:bodyPr/>
          <a:lstStyle>
            <a:lvl1pPr>
              <a:defRPr/>
            </a:lvl1pPr>
          </a:lstStyle>
          <a:p>
            <a:fld id="{2CF2E94E-826A-4722-9BB1-54FD6458BABE}" type="slidenum">
              <a:rPr lang="en-US" altLang="zh-CN"/>
              <a:pPr/>
              <a:t>‹#›</a:t>
            </a:fld>
            <a:endParaRPr lang="en-US" altLang="zh-CN"/>
          </a:p>
        </p:txBody>
      </p:sp>
    </p:spTree>
    <p:extLst>
      <p:ext uri="{BB962C8B-B14F-4D97-AF65-F5344CB8AC3E}">
        <p14:creationId xmlns:p14="http://schemas.microsoft.com/office/powerpoint/2010/main" val="721852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0">
            <a:extLst>
              <a:ext uri="{FF2B5EF4-FFF2-40B4-BE49-F238E27FC236}">
                <a16:creationId xmlns:a16="http://schemas.microsoft.com/office/drawing/2014/main" id="{9E8679A4-7FCE-1328-0BB3-72A19E865F7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ED125B7F-F487-1763-6341-86E4C276A51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4B3D5F72-8968-3CD3-D37C-C63241D1BD8C}"/>
              </a:ext>
            </a:extLst>
          </p:cNvPr>
          <p:cNvSpPr>
            <a:spLocks noGrp="1" noChangeArrowheads="1"/>
          </p:cNvSpPr>
          <p:nvPr>
            <p:ph type="sldNum" sz="quarter" idx="12"/>
          </p:nvPr>
        </p:nvSpPr>
        <p:spPr>
          <a:ln/>
        </p:spPr>
        <p:txBody>
          <a:bodyPr/>
          <a:lstStyle>
            <a:lvl1pPr>
              <a:defRPr/>
            </a:lvl1pPr>
          </a:lstStyle>
          <a:p>
            <a:fld id="{DC6CBD18-3EFB-4CD5-B915-3FA727665502}" type="slidenum">
              <a:rPr lang="en-US" altLang="zh-CN"/>
              <a:pPr/>
              <a:t>‹#›</a:t>
            </a:fld>
            <a:endParaRPr lang="en-US" altLang="zh-CN"/>
          </a:p>
        </p:txBody>
      </p:sp>
    </p:spTree>
    <p:extLst>
      <p:ext uri="{BB962C8B-B14F-4D97-AF65-F5344CB8AC3E}">
        <p14:creationId xmlns:p14="http://schemas.microsoft.com/office/powerpoint/2010/main" val="3246272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0">
            <a:extLst>
              <a:ext uri="{FF2B5EF4-FFF2-40B4-BE49-F238E27FC236}">
                <a16:creationId xmlns:a16="http://schemas.microsoft.com/office/drawing/2014/main" id="{5EDADA4F-42CB-A2FA-A19A-D50EE34E16D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41">
            <a:extLst>
              <a:ext uri="{FF2B5EF4-FFF2-40B4-BE49-F238E27FC236}">
                <a16:creationId xmlns:a16="http://schemas.microsoft.com/office/drawing/2014/main" id="{141B781E-C69D-624E-78C1-6DAD7F72C2F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42">
            <a:extLst>
              <a:ext uri="{FF2B5EF4-FFF2-40B4-BE49-F238E27FC236}">
                <a16:creationId xmlns:a16="http://schemas.microsoft.com/office/drawing/2014/main" id="{7DDADA92-B0F3-6762-9A7E-2434206E5434}"/>
              </a:ext>
            </a:extLst>
          </p:cNvPr>
          <p:cNvSpPr>
            <a:spLocks noGrp="1" noChangeArrowheads="1"/>
          </p:cNvSpPr>
          <p:nvPr>
            <p:ph type="sldNum" sz="quarter" idx="12"/>
          </p:nvPr>
        </p:nvSpPr>
        <p:spPr>
          <a:ln/>
        </p:spPr>
        <p:txBody>
          <a:bodyPr/>
          <a:lstStyle>
            <a:lvl1pPr>
              <a:defRPr/>
            </a:lvl1pPr>
          </a:lstStyle>
          <a:p>
            <a:fld id="{B543B369-2447-4375-A898-9EF0148EEC9D}" type="slidenum">
              <a:rPr lang="en-US" altLang="zh-CN"/>
              <a:pPr/>
              <a:t>‹#›</a:t>
            </a:fld>
            <a:endParaRPr lang="en-US" altLang="zh-CN"/>
          </a:p>
        </p:txBody>
      </p:sp>
    </p:spTree>
    <p:extLst>
      <p:ext uri="{BB962C8B-B14F-4D97-AF65-F5344CB8AC3E}">
        <p14:creationId xmlns:p14="http://schemas.microsoft.com/office/powerpoint/2010/main" val="973887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0">
            <a:extLst>
              <a:ext uri="{FF2B5EF4-FFF2-40B4-BE49-F238E27FC236}">
                <a16:creationId xmlns:a16="http://schemas.microsoft.com/office/drawing/2014/main" id="{6400EDFE-2C2E-136D-6B9E-D37406D8C04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41">
            <a:extLst>
              <a:ext uri="{FF2B5EF4-FFF2-40B4-BE49-F238E27FC236}">
                <a16:creationId xmlns:a16="http://schemas.microsoft.com/office/drawing/2014/main" id="{E2C52606-3A91-11C4-1DB1-FE774FDEBE9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42">
            <a:extLst>
              <a:ext uri="{FF2B5EF4-FFF2-40B4-BE49-F238E27FC236}">
                <a16:creationId xmlns:a16="http://schemas.microsoft.com/office/drawing/2014/main" id="{54BC1C43-99ED-321F-A353-90B2919C8682}"/>
              </a:ext>
            </a:extLst>
          </p:cNvPr>
          <p:cNvSpPr>
            <a:spLocks noGrp="1" noChangeArrowheads="1"/>
          </p:cNvSpPr>
          <p:nvPr>
            <p:ph type="sldNum" sz="quarter" idx="12"/>
          </p:nvPr>
        </p:nvSpPr>
        <p:spPr>
          <a:ln/>
        </p:spPr>
        <p:txBody>
          <a:bodyPr/>
          <a:lstStyle>
            <a:lvl1pPr>
              <a:defRPr/>
            </a:lvl1pPr>
          </a:lstStyle>
          <a:p>
            <a:fld id="{391ABAF2-4EFA-4404-856A-B97721EB2340}" type="slidenum">
              <a:rPr lang="en-US" altLang="zh-CN"/>
              <a:pPr/>
              <a:t>‹#›</a:t>
            </a:fld>
            <a:endParaRPr lang="en-US" altLang="zh-CN"/>
          </a:p>
        </p:txBody>
      </p:sp>
    </p:spTree>
    <p:extLst>
      <p:ext uri="{BB962C8B-B14F-4D97-AF65-F5344CB8AC3E}">
        <p14:creationId xmlns:p14="http://schemas.microsoft.com/office/powerpoint/2010/main" val="131817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0">
            <a:extLst>
              <a:ext uri="{FF2B5EF4-FFF2-40B4-BE49-F238E27FC236}">
                <a16:creationId xmlns:a16="http://schemas.microsoft.com/office/drawing/2014/main" id="{DFA49F4A-91CC-A4A4-1FB6-C47A3DE1E7C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41">
            <a:extLst>
              <a:ext uri="{FF2B5EF4-FFF2-40B4-BE49-F238E27FC236}">
                <a16:creationId xmlns:a16="http://schemas.microsoft.com/office/drawing/2014/main" id="{E6B6ED63-50C1-5914-447E-8D14E9AD6AB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42">
            <a:extLst>
              <a:ext uri="{FF2B5EF4-FFF2-40B4-BE49-F238E27FC236}">
                <a16:creationId xmlns:a16="http://schemas.microsoft.com/office/drawing/2014/main" id="{F608427D-3BE6-0F6F-C0E3-238D13252B30}"/>
              </a:ext>
            </a:extLst>
          </p:cNvPr>
          <p:cNvSpPr>
            <a:spLocks noGrp="1" noChangeArrowheads="1"/>
          </p:cNvSpPr>
          <p:nvPr>
            <p:ph type="sldNum" sz="quarter" idx="12"/>
          </p:nvPr>
        </p:nvSpPr>
        <p:spPr>
          <a:ln/>
        </p:spPr>
        <p:txBody>
          <a:bodyPr/>
          <a:lstStyle>
            <a:lvl1pPr>
              <a:defRPr/>
            </a:lvl1pPr>
          </a:lstStyle>
          <a:p>
            <a:fld id="{164EE600-3052-4109-862F-440857918EB8}" type="slidenum">
              <a:rPr lang="en-US" altLang="zh-CN"/>
              <a:pPr/>
              <a:t>‹#›</a:t>
            </a:fld>
            <a:endParaRPr lang="en-US" altLang="zh-CN"/>
          </a:p>
        </p:txBody>
      </p:sp>
    </p:spTree>
    <p:extLst>
      <p:ext uri="{BB962C8B-B14F-4D97-AF65-F5344CB8AC3E}">
        <p14:creationId xmlns:p14="http://schemas.microsoft.com/office/powerpoint/2010/main" val="258073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0">
            <a:extLst>
              <a:ext uri="{FF2B5EF4-FFF2-40B4-BE49-F238E27FC236}">
                <a16:creationId xmlns:a16="http://schemas.microsoft.com/office/drawing/2014/main" id="{EC5C222F-2F6D-DF98-80EB-52951E0354E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393E784A-0756-FEFA-416E-52B2CB733D3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19AB5851-1820-3B46-DD7F-16DE6E03286E}"/>
              </a:ext>
            </a:extLst>
          </p:cNvPr>
          <p:cNvSpPr>
            <a:spLocks noGrp="1" noChangeArrowheads="1"/>
          </p:cNvSpPr>
          <p:nvPr>
            <p:ph type="sldNum" sz="quarter" idx="12"/>
          </p:nvPr>
        </p:nvSpPr>
        <p:spPr>
          <a:ln/>
        </p:spPr>
        <p:txBody>
          <a:bodyPr/>
          <a:lstStyle>
            <a:lvl1pPr>
              <a:defRPr/>
            </a:lvl1pPr>
          </a:lstStyle>
          <a:p>
            <a:fld id="{3F40F720-BCAE-4683-9C73-75AD3C655AE3}" type="slidenum">
              <a:rPr lang="en-US" altLang="zh-CN"/>
              <a:pPr/>
              <a:t>‹#›</a:t>
            </a:fld>
            <a:endParaRPr lang="en-US" altLang="zh-CN"/>
          </a:p>
        </p:txBody>
      </p:sp>
    </p:spTree>
    <p:extLst>
      <p:ext uri="{BB962C8B-B14F-4D97-AF65-F5344CB8AC3E}">
        <p14:creationId xmlns:p14="http://schemas.microsoft.com/office/powerpoint/2010/main" val="2562036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0">
            <a:extLst>
              <a:ext uri="{FF2B5EF4-FFF2-40B4-BE49-F238E27FC236}">
                <a16:creationId xmlns:a16="http://schemas.microsoft.com/office/drawing/2014/main" id="{B34A22BD-C1DB-2208-DCDD-0323F26D0BF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6E96192B-1AD7-5E63-3119-4F82D186AF4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926FF3D4-5866-EDF1-F8BB-EBAA5AB272BC}"/>
              </a:ext>
            </a:extLst>
          </p:cNvPr>
          <p:cNvSpPr>
            <a:spLocks noGrp="1" noChangeArrowheads="1"/>
          </p:cNvSpPr>
          <p:nvPr>
            <p:ph type="sldNum" sz="quarter" idx="12"/>
          </p:nvPr>
        </p:nvSpPr>
        <p:spPr>
          <a:ln/>
        </p:spPr>
        <p:txBody>
          <a:bodyPr/>
          <a:lstStyle>
            <a:lvl1pPr>
              <a:defRPr/>
            </a:lvl1pPr>
          </a:lstStyle>
          <a:p>
            <a:fld id="{E7C1E318-5222-41F7-887C-B8127CC9CC18}" type="slidenum">
              <a:rPr lang="en-US" altLang="zh-CN"/>
              <a:pPr/>
              <a:t>‹#›</a:t>
            </a:fld>
            <a:endParaRPr lang="en-US" altLang="zh-CN"/>
          </a:p>
        </p:txBody>
      </p:sp>
    </p:spTree>
    <p:extLst>
      <p:ext uri="{BB962C8B-B14F-4D97-AF65-F5344CB8AC3E}">
        <p14:creationId xmlns:p14="http://schemas.microsoft.com/office/powerpoint/2010/main" val="3196519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8756D07D-9BD8-FC23-782E-62D9DE61305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06740BE9-99B7-2891-B468-A46231253C6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2393C0BD-9919-791C-FE2E-342A094C281D}"/>
              </a:ext>
            </a:extLst>
          </p:cNvPr>
          <p:cNvSpPr>
            <a:spLocks noGrp="1" noChangeArrowheads="1"/>
          </p:cNvSpPr>
          <p:nvPr>
            <p:ph type="sldNum" sz="quarter" idx="12"/>
          </p:nvPr>
        </p:nvSpPr>
        <p:spPr>
          <a:ln/>
        </p:spPr>
        <p:txBody>
          <a:bodyPr/>
          <a:lstStyle>
            <a:lvl1pPr>
              <a:defRPr/>
            </a:lvl1pPr>
          </a:lstStyle>
          <a:p>
            <a:fld id="{09681356-02D9-4357-B43C-E43C65EDE984}" type="slidenum">
              <a:rPr lang="en-US" altLang="zh-CN"/>
              <a:pPr/>
              <a:t>‹#›</a:t>
            </a:fld>
            <a:endParaRPr lang="en-US" altLang="zh-CN"/>
          </a:p>
        </p:txBody>
      </p:sp>
    </p:spTree>
    <p:extLst>
      <p:ext uri="{BB962C8B-B14F-4D97-AF65-F5344CB8AC3E}">
        <p14:creationId xmlns:p14="http://schemas.microsoft.com/office/powerpoint/2010/main" val="37669430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BEF8E803-18EE-8294-4AE9-CF358C25E07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F92DC2FF-E41D-0463-9442-DBA0776F420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879A4627-C380-0711-2E7D-D0D904B71616}"/>
              </a:ext>
            </a:extLst>
          </p:cNvPr>
          <p:cNvSpPr>
            <a:spLocks noGrp="1" noChangeArrowheads="1"/>
          </p:cNvSpPr>
          <p:nvPr>
            <p:ph type="sldNum" sz="quarter" idx="12"/>
          </p:nvPr>
        </p:nvSpPr>
        <p:spPr>
          <a:ln/>
        </p:spPr>
        <p:txBody>
          <a:bodyPr/>
          <a:lstStyle>
            <a:lvl1pPr>
              <a:defRPr/>
            </a:lvl1pPr>
          </a:lstStyle>
          <a:p>
            <a:fld id="{61FABB96-90EF-457F-BACE-53CF91442FF7}" type="slidenum">
              <a:rPr lang="en-US" altLang="zh-CN"/>
              <a:pPr/>
              <a:t>‹#›</a:t>
            </a:fld>
            <a:endParaRPr lang="en-US" altLang="zh-CN"/>
          </a:p>
        </p:txBody>
      </p:sp>
    </p:spTree>
    <p:extLst>
      <p:ext uri="{BB962C8B-B14F-4D97-AF65-F5344CB8AC3E}">
        <p14:creationId xmlns:p14="http://schemas.microsoft.com/office/powerpoint/2010/main" val="3316262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3366"/>
            </a:gs>
            <a:gs pos="100000">
              <a:srgbClr val="001D3B"/>
            </a:gs>
          </a:gsLst>
          <a:lin ang="5400000" scaled="1"/>
        </a:gra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B85B53BE-A37A-1124-0CC1-6F7CBED8122B}"/>
              </a:ext>
            </a:extLst>
          </p:cNvPr>
          <p:cNvGrpSpPr>
            <a:grpSpLocks/>
          </p:cNvGrpSpPr>
          <p:nvPr/>
        </p:nvGrpSpPr>
        <p:grpSpPr bwMode="auto">
          <a:xfrm>
            <a:off x="1588" y="0"/>
            <a:ext cx="9148762" cy="6851650"/>
            <a:chOff x="1" y="0"/>
            <a:chExt cx="5763" cy="4316"/>
          </a:xfrm>
        </p:grpSpPr>
        <p:sp>
          <p:nvSpPr>
            <p:cNvPr id="262147" name="Freeform 3">
              <a:extLst>
                <a:ext uri="{FF2B5EF4-FFF2-40B4-BE49-F238E27FC236}">
                  <a16:creationId xmlns:a16="http://schemas.microsoft.com/office/drawing/2014/main" id="{8F5970B0-693B-ACF1-0956-72641AC87310}"/>
                </a:ext>
              </a:extLst>
            </p:cNvPr>
            <p:cNvSpPr>
              <a:spLocks/>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262148" name="Freeform 4">
              <a:extLst>
                <a:ext uri="{FF2B5EF4-FFF2-40B4-BE49-F238E27FC236}">
                  <a16:creationId xmlns:a16="http://schemas.microsoft.com/office/drawing/2014/main" id="{05702E84-F047-D108-6A69-924B4F4334DD}"/>
                </a:ext>
              </a:extLst>
            </p:cNvPr>
            <p:cNvSpPr>
              <a:spLocks/>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262149" name="Freeform 5">
              <a:extLst>
                <a:ext uri="{FF2B5EF4-FFF2-40B4-BE49-F238E27FC236}">
                  <a16:creationId xmlns:a16="http://schemas.microsoft.com/office/drawing/2014/main" id="{A11A3D17-F48F-25FD-732B-DFDFFEA11A21}"/>
                </a:ext>
              </a:extLst>
            </p:cNvPr>
            <p:cNvSpPr>
              <a:spLocks/>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grpSp>
          <p:nvGrpSpPr>
            <p:cNvPr id="1035" name="Group 6">
              <a:extLst>
                <a:ext uri="{FF2B5EF4-FFF2-40B4-BE49-F238E27FC236}">
                  <a16:creationId xmlns:a16="http://schemas.microsoft.com/office/drawing/2014/main" id="{E53379F9-F501-6DE6-E5DD-B8E803420D05}"/>
                </a:ext>
              </a:extLst>
            </p:cNvPr>
            <p:cNvGrpSpPr>
              <a:grpSpLocks/>
            </p:cNvGrpSpPr>
            <p:nvPr/>
          </p:nvGrpSpPr>
          <p:grpSpPr bwMode="auto">
            <a:xfrm>
              <a:off x="288" y="0"/>
              <a:ext cx="5098" cy="4316"/>
              <a:chOff x="288" y="0"/>
              <a:chExt cx="5098" cy="4316"/>
            </a:xfrm>
          </p:grpSpPr>
          <p:sp>
            <p:nvSpPr>
              <p:cNvPr id="262151" name="Freeform 7">
                <a:extLst>
                  <a:ext uri="{FF2B5EF4-FFF2-40B4-BE49-F238E27FC236}">
                    <a16:creationId xmlns:a16="http://schemas.microsoft.com/office/drawing/2014/main" id="{D1564ECE-6541-D167-BB7C-91534243A006}"/>
                  </a:ext>
                </a:extLst>
              </p:cNvPr>
              <p:cNvSpPr>
                <a:spLocks/>
              </p:cNvSpPr>
              <p:nvPr userDrawn="1"/>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62152" name="Freeform 8">
                <a:extLst>
                  <a:ext uri="{FF2B5EF4-FFF2-40B4-BE49-F238E27FC236}">
                    <a16:creationId xmlns:a16="http://schemas.microsoft.com/office/drawing/2014/main" id="{7D14564C-79DD-09D5-C42F-85E6F478FD61}"/>
                  </a:ext>
                </a:extLst>
              </p:cNvPr>
              <p:cNvSpPr>
                <a:spLocks/>
              </p:cNvSpPr>
              <p:nvPr userDrawn="1"/>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62153" name="Freeform 9">
                <a:extLst>
                  <a:ext uri="{FF2B5EF4-FFF2-40B4-BE49-F238E27FC236}">
                    <a16:creationId xmlns:a16="http://schemas.microsoft.com/office/drawing/2014/main" id="{39BE3DC3-7EFB-3C46-EABF-7BE15E14BFA2}"/>
                  </a:ext>
                </a:extLst>
              </p:cNvPr>
              <p:cNvSpPr>
                <a:spLocks/>
              </p:cNvSpPr>
              <p:nvPr userDrawn="1"/>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62154" name="Freeform 10">
                <a:extLst>
                  <a:ext uri="{FF2B5EF4-FFF2-40B4-BE49-F238E27FC236}">
                    <a16:creationId xmlns:a16="http://schemas.microsoft.com/office/drawing/2014/main" id="{E4F78A5F-ED07-BF13-B5C2-C1C10DACC85B}"/>
                  </a:ext>
                </a:extLst>
              </p:cNvPr>
              <p:cNvSpPr>
                <a:spLocks/>
              </p:cNvSpPr>
              <p:nvPr userDrawn="1"/>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62155" name="Freeform 11">
                <a:extLst>
                  <a:ext uri="{FF2B5EF4-FFF2-40B4-BE49-F238E27FC236}">
                    <a16:creationId xmlns:a16="http://schemas.microsoft.com/office/drawing/2014/main" id="{761DD85D-3792-12F1-4996-DA6C00096AD4}"/>
                  </a:ext>
                </a:extLst>
              </p:cNvPr>
              <p:cNvSpPr>
                <a:spLocks/>
              </p:cNvSpPr>
              <p:nvPr userDrawn="1"/>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62156" name="Freeform 12">
                <a:extLst>
                  <a:ext uri="{FF2B5EF4-FFF2-40B4-BE49-F238E27FC236}">
                    <a16:creationId xmlns:a16="http://schemas.microsoft.com/office/drawing/2014/main" id="{230516F7-DA55-12F9-9647-140B9A0AE4F4}"/>
                  </a:ext>
                </a:extLst>
              </p:cNvPr>
              <p:cNvSpPr>
                <a:spLocks/>
              </p:cNvSpPr>
              <p:nvPr userDrawn="1"/>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62157" name="Freeform 13">
                <a:extLst>
                  <a:ext uri="{FF2B5EF4-FFF2-40B4-BE49-F238E27FC236}">
                    <a16:creationId xmlns:a16="http://schemas.microsoft.com/office/drawing/2014/main" id="{FBA41886-A980-0857-C0AD-2E14853E27D2}"/>
                  </a:ext>
                </a:extLst>
              </p:cNvPr>
              <p:cNvSpPr>
                <a:spLocks/>
              </p:cNvSpPr>
              <p:nvPr userDrawn="1"/>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62158" name="Freeform 14">
                <a:extLst>
                  <a:ext uri="{FF2B5EF4-FFF2-40B4-BE49-F238E27FC236}">
                    <a16:creationId xmlns:a16="http://schemas.microsoft.com/office/drawing/2014/main" id="{0A3DB137-2889-1E21-C54C-16430492022F}"/>
                  </a:ext>
                </a:extLst>
              </p:cNvPr>
              <p:cNvSpPr>
                <a:spLocks/>
              </p:cNvSpPr>
              <p:nvPr userDrawn="1"/>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62159" name="Freeform 15">
                <a:extLst>
                  <a:ext uri="{FF2B5EF4-FFF2-40B4-BE49-F238E27FC236}">
                    <a16:creationId xmlns:a16="http://schemas.microsoft.com/office/drawing/2014/main" id="{005E3B0F-407D-5758-7E18-8B877E404CB2}"/>
                  </a:ext>
                </a:extLst>
              </p:cNvPr>
              <p:cNvSpPr>
                <a:spLocks/>
              </p:cNvSpPr>
              <p:nvPr userDrawn="1"/>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62160" name="Freeform 16">
                <a:extLst>
                  <a:ext uri="{FF2B5EF4-FFF2-40B4-BE49-F238E27FC236}">
                    <a16:creationId xmlns:a16="http://schemas.microsoft.com/office/drawing/2014/main" id="{3D3CA427-A14A-E410-0E51-0A0853195A8B}"/>
                  </a:ext>
                </a:extLst>
              </p:cNvPr>
              <p:cNvSpPr>
                <a:spLocks/>
              </p:cNvSpPr>
              <p:nvPr userDrawn="1"/>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62161" name="Freeform 17">
                <a:extLst>
                  <a:ext uri="{FF2B5EF4-FFF2-40B4-BE49-F238E27FC236}">
                    <a16:creationId xmlns:a16="http://schemas.microsoft.com/office/drawing/2014/main" id="{BEA8A6D8-266F-C7DF-7510-6593061B6026}"/>
                  </a:ext>
                </a:extLst>
              </p:cNvPr>
              <p:cNvSpPr>
                <a:spLocks/>
              </p:cNvSpPr>
              <p:nvPr userDrawn="1"/>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62162" name="Freeform 18">
                <a:extLst>
                  <a:ext uri="{FF2B5EF4-FFF2-40B4-BE49-F238E27FC236}">
                    <a16:creationId xmlns:a16="http://schemas.microsoft.com/office/drawing/2014/main" id="{6E7C6AD2-E325-A580-3C23-1222247322D4}"/>
                  </a:ext>
                </a:extLst>
              </p:cNvPr>
              <p:cNvSpPr>
                <a:spLocks/>
              </p:cNvSpPr>
              <p:nvPr userDrawn="1"/>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62163" name="Freeform 19">
                <a:extLst>
                  <a:ext uri="{FF2B5EF4-FFF2-40B4-BE49-F238E27FC236}">
                    <a16:creationId xmlns:a16="http://schemas.microsoft.com/office/drawing/2014/main" id="{F62C0F4E-E1F3-2F8A-9A3A-DA1E5FF4B9B2}"/>
                  </a:ext>
                </a:extLst>
              </p:cNvPr>
              <p:cNvSpPr>
                <a:spLocks/>
              </p:cNvSpPr>
              <p:nvPr userDrawn="1"/>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grpSp>
        <p:sp>
          <p:nvSpPr>
            <p:cNvPr id="262164" name="Freeform 20">
              <a:extLst>
                <a:ext uri="{FF2B5EF4-FFF2-40B4-BE49-F238E27FC236}">
                  <a16:creationId xmlns:a16="http://schemas.microsoft.com/office/drawing/2014/main" id="{23F721BE-4D79-E1F8-5EE8-A5D3FC88CC31}"/>
                </a:ext>
              </a:extLst>
            </p:cNvPr>
            <p:cNvSpPr>
              <a:spLocks/>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262165" name="Freeform 21">
              <a:extLst>
                <a:ext uri="{FF2B5EF4-FFF2-40B4-BE49-F238E27FC236}">
                  <a16:creationId xmlns:a16="http://schemas.microsoft.com/office/drawing/2014/main" id="{39828FA2-822F-1E71-AE64-99D3CB1548E5}"/>
                </a:ext>
              </a:extLst>
            </p:cNvPr>
            <p:cNvSpPr>
              <a:spLocks/>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262166" name="Freeform 22">
              <a:extLst>
                <a:ext uri="{FF2B5EF4-FFF2-40B4-BE49-F238E27FC236}">
                  <a16:creationId xmlns:a16="http://schemas.microsoft.com/office/drawing/2014/main" id="{A171296B-4441-C30D-D25B-7EABF1C86520}"/>
                </a:ext>
              </a:extLst>
            </p:cNvPr>
            <p:cNvSpPr>
              <a:spLocks/>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a:p>
          </p:txBody>
        </p:sp>
        <p:sp>
          <p:nvSpPr>
            <p:cNvPr id="1039" name="Freeform 23">
              <a:extLst>
                <a:ext uri="{FF2B5EF4-FFF2-40B4-BE49-F238E27FC236}">
                  <a16:creationId xmlns:a16="http://schemas.microsoft.com/office/drawing/2014/main" id="{ACEA560F-069B-BBC3-B96F-8F6AC3BD81C5}"/>
                </a:ext>
              </a:extLst>
            </p:cNvPr>
            <p:cNvSpPr>
              <a:spLocks/>
            </p:cNvSpPr>
            <p:nvPr/>
          </p:nvSpPr>
          <p:spPr bwMode="hidden">
            <a:xfrm>
              <a:off x="5041" y="0"/>
              <a:ext cx="719" cy="845"/>
            </a:xfrm>
            <a:custGeom>
              <a:avLst/>
              <a:gdLst>
                <a:gd name="T0" fmla="*/ 1005 w 717"/>
                <a:gd name="T1" fmla="*/ 845 h 845"/>
                <a:gd name="T2" fmla="*/ 1005 w 717"/>
                <a:gd name="T3" fmla="*/ 821 h 845"/>
                <a:gd name="T4" fmla="*/ 826 w 717"/>
                <a:gd name="T5" fmla="*/ 605 h 845"/>
                <a:gd name="T6" fmla="*/ 532 w 717"/>
                <a:gd name="T7" fmla="*/ 396 h 845"/>
                <a:gd name="T8" fmla="*/ 347 w 717"/>
                <a:gd name="T9" fmla="*/ 192 h 845"/>
                <a:gd name="T10" fmla="*/ 17 w 717"/>
                <a:gd name="T11" fmla="*/ 0 h 845"/>
                <a:gd name="T12" fmla="*/ 0 w 717"/>
                <a:gd name="T13" fmla="*/ 0 h 845"/>
                <a:gd name="T14" fmla="*/ 335 w 717"/>
                <a:gd name="T15" fmla="*/ 198 h 845"/>
                <a:gd name="T16" fmla="*/ 526 w 717"/>
                <a:gd name="T17" fmla="*/ 408 h 845"/>
                <a:gd name="T18" fmla="*/ 820 w 717"/>
                <a:gd name="T19" fmla="*/ 623 h 845"/>
                <a:gd name="T20" fmla="*/ 1005 w 717"/>
                <a:gd name="T21" fmla="*/ 845 h 845"/>
                <a:gd name="T22" fmla="*/ 1005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0" name="Freeform 24">
              <a:extLst>
                <a:ext uri="{FF2B5EF4-FFF2-40B4-BE49-F238E27FC236}">
                  <a16:creationId xmlns:a16="http://schemas.microsoft.com/office/drawing/2014/main" id="{2CEB560F-7FB2-E392-9313-BA936B2D2716}"/>
                </a:ext>
              </a:extLst>
            </p:cNvPr>
            <p:cNvSpPr>
              <a:spLocks/>
            </p:cNvSpPr>
            <p:nvPr/>
          </p:nvSpPr>
          <p:spPr bwMode="hidden">
            <a:xfrm>
              <a:off x="5352" y="0"/>
              <a:ext cx="408" cy="414"/>
            </a:xfrm>
            <a:custGeom>
              <a:avLst/>
              <a:gdLst>
                <a:gd name="T0" fmla="*/ 533 w 407"/>
                <a:gd name="T1" fmla="*/ 414 h 414"/>
                <a:gd name="T2" fmla="*/ 533 w 407"/>
                <a:gd name="T3" fmla="*/ 396 h 414"/>
                <a:gd name="T4" fmla="*/ 348 w 407"/>
                <a:gd name="T5" fmla="*/ 192 h 414"/>
                <a:gd name="T6" fmla="*/ 12 w 407"/>
                <a:gd name="T7" fmla="*/ 0 h 414"/>
                <a:gd name="T8" fmla="*/ 0 w 407"/>
                <a:gd name="T9" fmla="*/ 0 h 414"/>
                <a:gd name="T10" fmla="*/ 108 w 407"/>
                <a:gd name="T11" fmla="*/ 102 h 414"/>
                <a:gd name="T12" fmla="*/ 342 w 407"/>
                <a:gd name="T13" fmla="*/ 204 h 414"/>
                <a:gd name="T14" fmla="*/ 533 w 407"/>
                <a:gd name="T15" fmla="*/ 414 h 414"/>
                <a:gd name="T16" fmla="*/ 533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2169" name="Freeform 25">
              <a:extLst>
                <a:ext uri="{FF2B5EF4-FFF2-40B4-BE49-F238E27FC236}">
                  <a16:creationId xmlns:a16="http://schemas.microsoft.com/office/drawing/2014/main" id="{4764C5D4-BF4C-2BEA-1FAC-3E89EE181289}"/>
                </a:ext>
              </a:extLst>
            </p:cNvPr>
            <p:cNvSpPr>
              <a:spLocks/>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a:p>
          </p:txBody>
        </p:sp>
        <p:sp>
          <p:nvSpPr>
            <p:cNvPr id="1042" name="Freeform 26">
              <a:extLst>
                <a:ext uri="{FF2B5EF4-FFF2-40B4-BE49-F238E27FC236}">
                  <a16:creationId xmlns:a16="http://schemas.microsoft.com/office/drawing/2014/main" id="{0E629617-24AC-D9EA-FCF9-B3E34BF5A2C7}"/>
                </a:ext>
              </a:extLst>
            </p:cNvPr>
            <p:cNvSpPr>
              <a:spLocks/>
            </p:cNvSpPr>
            <p:nvPr/>
          </p:nvSpPr>
          <p:spPr bwMode="hidden">
            <a:xfrm>
              <a:off x="6" y="0"/>
              <a:ext cx="588" cy="599"/>
            </a:xfrm>
            <a:custGeom>
              <a:avLst/>
              <a:gdLst>
                <a:gd name="T0" fmla="*/ 890 w 586"/>
                <a:gd name="T1" fmla="*/ 0 h 599"/>
                <a:gd name="T2" fmla="*/ 863 w 586"/>
                <a:gd name="T3" fmla="*/ 0 h 599"/>
                <a:gd name="T4" fmla="*/ 626 w 586"/>
                <a:gd name="T5" fmla="*/ 132 h 599"/>
                <a:gd name="T6" fmla="*/ 383 w 586"/>
                <a:gd name="T7" fmla="*/ 270 h 599"/>
                <a:gd name="T8" fmla="*/ 120 w 586"/>
                <a:gd name="T9" fmla="*/ 420 h 599"/>
                <a:gd name="T10" fmla="*/ 0 w 586"/>
                <a:gd name="T11" fmla="*/ 575 h 599"/>
                <a:gd name="T12" fmla="*/ 0 w 586"/>
                <a:gd name="T13" fmla="*/ 599 h 599"/>
                <a:gd name="T14" fmla="*/ 120 w 586"/>
                <a:gd name="T15" fmla="*/ 432 h 599"/>
                <a:gd name="T16" fmla="*/ 383 w 586"/>
                <a:gd name="T17" fmla="*/ 282 h 599"/>
                <a:gd name="T18" fmla="*/ 638 w 586"/>
                <a:gd name="T19" fmla="*/ 138 h 599"/>
                <a:gd name="T20" fmla="*/ 890 w 586"/>
                <a:gd name="T21" fmla="*/ 0 h 599"/>
                <a:gd name="T22" fmla="*/ 890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3" name="Freeform 27">
              <a:extLst>
                <a:ext uri="{FF2B5EF4-FFF2-40B4-BE49-F238E27FC236}">
                  <a16:creationId xmlns:a16="http://schemas.microsoft.com/office/drawing/2014/main" id="{1F5E22AA-B191-2E4E-FEF9-AC0D6F28E4D1}"/>
                </a:ext>
              </a:extLst>
            </p:cNvPr>
            <p:cNvSpPr>
              <a:spLocks/>
            </p:cNvSpPr>
            <p:nvPr/>
          </p:nvSpPr>
          <p:spPr bwMode="hidden">
            <a:xfrm>
              <a:off x="6" y="0"/>
              <a:ext cx="270" cy="252"/>
            </a:xfrm>
            <a:custGeom>
              <a:avLst/>
              <a:gdLst>
                <a:gd name="T0" fmla="*/ 395 w 269"/>
                <a:gd name="T1" fmla="*/ 0 h 252"/>
                <a:gd name="T2" fmla="*/ 377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395 w 269"/>
                <a:gd name="T15" fmla="*/ 0 h 252"/>
                <a:gd name="T16" fmla="*/ 395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4" name="Line 28">
              <a:extLst>
                <a:ext uri="{FF2B5EF4-FFF2-40B4-BE49-F238E27FC236}">
                  <a16:creationId xmlns:a16="http://schemas.microsoft.com/office/drawing/2014/main" id="{849BC48D-3F16-8A92-63FA-189AFD14BAAD}"/>
                </a:ext>
              </a:extLst>
            </p:cNvPr>
            <p:cNvSpPr>
              <a:spLocks noChangeShapeType="1"/>
            </p:cNvSpPr>
            <p:nvPr/>
          </p:nvSpPr>
          <p:spPr bwMode="hidden">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 name="Line 29">
              <a:extLst>
                <a:ext uri="{FF2B5EF4-FFF2-40B4-BE49-F238E27FC236}">
                  <a16:creationId xmlns:a16="http://schemas.microsoft.com/office/drawing/2014/main" id="{A9BFC161-7CED-4D36-A2CB-45BB29EBF6BE}"/>
                </a:ext>
              </a:extLst>
            </p:cNvPr>
            <p:cNvSpPr>
              <a:spLocks noChangeShapeType="1"/>
            </p:cNvSpPr>
            <p:nvPr/>
          </p:nvSpPr>
          <p:spPr bwMode="hidden">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6" name="Line 30">
              <a:extLst>
                <a:ext uri="{FF2B5EF4-FFF2-40B4-BE49-F238E27FC236}">
                  <a16:creationId xmlns:a16="http://schemas.microsoft.com/office/drawing/2014/main" id="{DB191709-2D8E-276E-9DFF-05BAB7A68171}"/>
                </a:ext>
              </a:extLst>
            </p:cNvPr>
            <p:cNvSpPr>
              <a:spLocks noChangeShapeType="1"/>
            </p:cNvSpPr>
            <p:nvPr/>
          </p:nvSpPr>
          <p:spPr bwMode="hidden">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47" name="Group 31">
              <a:extLst>
                <a:ext uri="{FF2B5EF4-FFF2-40B4-BE49-F238E27FC236}">
                  <a16:creationId xmlns:a16="http://schemas.microsoft.com/office/drawing/2014/main" id="{BD8D42D0-03EB-FF63-B256-8E18CD6FD1E4}"/>
                </a:ext>
              </a:extLst>
            </p:cNvPr>
            <p:cNvGrpSpPr>
              <a:grpSpLocks/>
            </p:cNvGrpSpPr>
            <p:nvPr/>
          </p:nvGrpSpPr>
          <p:grpSpPr bwMode="auto">
            <a:xfrm>
              <a:off x="1" y="392"/>
              <a:ext cx="5758" cy="1571"/>
              <a:chOff x="1" y="392"/>
              <a:chExt cx="5758" cy="1571"/>
            </a:xfrm>
          </p:grpSpPr>
          <p:sp>
            <p:nvSpPr>
              <p:cNvPr id="1050" name="Line 32">
                <a:extLst>
                  <a:ext uri="{FF2B5EF4-FFF2-40B4-BE49-F238E27FC236}">
                    <a16:creationId xmlns:a16="http://schemas.microsoft.com/office/drawing/2014/main" id="{A20C7773-313A-1C38-C4C5-66E0CE4AF95E}"/>
                  </a:ext>
                </a:extLst>
              </p:cNvPr>
              <p:cNvSpPr>
                <a:spLocks noChangeShapeType="1"/>
              </p:cNvSpPr>
              <p:nvPr userDrawn="1"/>
            </p:nvSpPr>
            <p:spPr bwMode="hidden">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1" name="Line 33">
                <a:extLst>
                  <a:ext uri="{FF2B5EF4-FFF2-40B4-BE49-F238E27FC236}">
                    <a16:creationId xmlns:a16="http://schemas.microsoft.com/office/drawing/2014/main" id="{C433943F-8E82-033B-6E42-FE0DB038BF24}"/>
                  </a:ext>
                </a:extLst>
              </p:cNvPr>
              <p:cNvSpPr>
                <a:spLocks noChangeShapeType="1"/>
              </p:cNvSpPr>
              <p:nvPr userDrawn="1"/>
            </p:nvSpPr>
            <p:spPr bwMode="hidden">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2" name="Line 34">
                <a:extLst>
                  <a:ext uri="{FF2B5EF4-FFF2-40B4-BE49-F238E27FC236}">
                    <a16:creationId xmlns:a16="http://schemas.microsoft.com/office/drawing/2014/main" id="{4020D45C-10A6-1139-39F4-1BFC230448B0}"/>
                  </a:ext>
                </a:extLst>
              </p:cNvPr>
              <p:cNvSpPr>
                <a:spLocks noChangeShapeType="1"/>
              </p:cNvSpPr>
              <p:nvPr userDrawn="1"/>
            </p:nvSpPr>
            <p:spPr bwMode="hidden">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3" name="Line 35">
                <a:extLst>
                  <a:ext uri="{FF2B5EF4-FFF2-40B4-BE49-F238E27FC236}">
                    <a16:creationId xmlns:a16="http://schemas.microsoft.com/office/drawing/2014/main" id="{EDECDBAF-48B5-827D-818E-E75A97AE0B78}"/>
                  </a:ext>
                </a:extLst>
              </p:cNvPr>
              <p:cNvSpPr>
                <a:spLocks noChangeShapeType="1"/>
              </p:cNvSpPr>
              <p:nvPr userDrawn="1"/>
            </p:nvSpPr>
            <p:spPr bwMode="hidden">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4" name="Line 36">
                <a:extLst>
                  <a:ext uri="{FF2B5EF4-FFF2-40B4-BE49-F238E27FC236}">
                    <a16:creationId xmlns:a16="http://schemas.microsoft.com/office/drawing/2014/main" id="{8537189B-C18F-31AB-601B-B701434945F1}"/>
                  </a:ext>
                </a:extLst>
              </p:cNvPr>
              <p:cNvSpPr>
                <a:spLocks noChangeShapeType="1"/>
              </p:cNvSpPr>
              <p:nvPr userDrawn="1"/>
            </p:nvSpPr>
            <p:spPr bwMode="hidden">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48" name="Line 37">
              <a:extLst>
                <a:ext uri="{FF2B5EF4-FFF2-40B4-BE49-F238E27FC236}">
                  <a16:creationId xmlns:a16="http://schemas.microsoft.com/office/drawing/2014/main" id="{5EAE3588-02A2-42BD-45ED-1395D01127DA}"/>
                </a:ext>
              </a:extLst>
            </p:cNvPr>
            <p:cNvSpPr>
              <a:spLocks noChangeShapeType="1"/>
            </p:cNvSpPr>
            <p:nvPr/>
          </p:nvSpPr>
          <p:spPr bwMode="hidden">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9" name="Line 38">
              <a:extLst>
                <a:ext uri="{FF2B5EF4-FFF2-40B4-BE49-F238E27FC236}">
                  <a16:creationId xmlns:a16="http://schemas.microsoft.com/office/drawing/2014/main" id="{027B12E5-DDA1-CDD3-78DA-7809E0B0B6AF}"/>
                </a:ext>
              </a:extLst>
            </p:cNvPr>
            <p:cNvSpPr>
              <a:spLocks noChangeShapeType="1"/>
            </p:cNvSpPr>
            <p:nvPr/>
          </p:nvSpPr>
          <p:spPr bwMode="hidden">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62183" name="Rectangle 39">
            <a:extLst>
              <a:ext uri="{FF2B5EF4-FFF2-40B4-BE49-F238E27FC236}">
                <a16:creationId xmlns:a16="http://schemas.microsoft.com/office/drawing/2014/main" id="{FC99D96A-61B9-84AB-0000-1F3C22615DD9}"/>
              </a:ext>
            </a:extLst>
          </p:cNvPr>
          <p:cNvSpPr>
            <a:spLocks noGrp="1" noChangeArrowheads="1"/>
          </p:cNvSpPr>
          <p:nvPr>
            <p:ph type="title"/>
          </p:nvPr>
        </p:nvSpPr>
        <p:spPr bwMode="auto">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zh-CN" altLang="en-US"/>
              <a:t>单击此处编辑母版标题样式</a:t>
            </a:r>
          </a:p>
        </p:txBody>
      </p:sp>
      <p:sp>
        <p:nvSpPr>
          <p:cNvPr id="262184" name="Rectangle 40">
            <a:extLst>
              <a:ext uri="{FF2B5EF4-FFF2-40B4-BE49-F238E27FC236}">
                <a16:creationId xmlns:a16="http://schemas.microsoft.com/office/drawing/2014/main" id="{7EC9D95C-B0FB-D881-1CE6-516D188A4C15}"/>
              </a:ext>
            </a:extLst>
          </p:cNvPr>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effectLst>
                  <a:outerShdw blurRad="38100" dist="38100" dir="2700000" algn="tl">
                    <a:srgbClr val="000000"/>
                  </a:outerShdw>
                </a:effectLst>
                <a:ea typeface="宋体" pitchFamily="2" charset="-122"/>
              </a:defRPr>
            </a:lvl1pPr>
          </a:lstStyle>
          <a:p>
            <a:pPr>
              <a:defRPr/>
            </a:pPr>
            <a:endParaRPr lang="en-US" altLang="zh-CN"/>
          </a:p>
        </p:txBody>
      </p:sp>
      <p:sp>
        <p:nvSpPr>
          <p:cNvPr id="262185" name="Rectangle 41">
            <a:extLst>
              <a:ext uri="{FF2B5EF4-FFF2-40B4-BE49-F238E27FC236}">
                <a16:creationId xmlns:a16="http://schemas.microsoft.com/office/drawing/2014/main" id="{5CCDD7D5-8059-BBCA-384F-1577A41CA9AE}"/>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effectLst>
                  <a:outerShdw blurRad="38100" dist="38100" dir="2700000" algn="tl">
                    <a:srgbClr val="000000"/>
                  </a:outerShdw>
                </a:effectLst>
                <a:ea typeface="宋体" pitchFamily="2" charset="-122"/>
              </a:defRPr>
            </a:lvl1pPr>
          </a:lstStyle>
          <a:p>
            <a:pPr>
              <a:defRPr/>
            </a:pPr>
            <a:endParaRPr lang="en-US" altLang="zh-CN"/>
          </a:p>
        </p:txBody>
      </p:sp>
      <p:sp>
        <p:nvSpPr>
          <p:cNvPr id="262186" name="Rectangle 42">
            <a:extLst>
              <a:ext uri="{FF2B5EF4-FFF2-40B4-BE49-F238E27FC236}">
                <a16:creationId xmlns:a16="http://schemas.microsoft.com/office/drawing/2014/main" id="{A79784A1-0736-7414-DCF9-254974338F3D}"/>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effectLst>
                  <a:outerShdw blurRad="38100" dist="38100" dir="2700000" algn="tl">
                    <a:srgbClr val="000000"/>
                  </a:outerShdw>
                </a:effectLst>
              </a:defRPr>
            </a:lvl1pPr>
          </a:lstStyle>
          <a:p>
            <a:fld id="{D3BDFF05-BC47-478E-AAD2-16529F7A5B18}" type="slidenum">
              <a:rPr lang="en-US" altLang="zh-CN"/>
              <a:pPr/>
              <a:t>‹#›</a:t>
            </a:fld>
            <a:endParaRPr lang="en-US" altLang="zh-CN"/>
          </a:p>
        </p:txBody>
      </p:sp>
      <p:sp>
        <p:nvSpPr>
          <p:cNvPr id="262187" name="Rectangle 43">
            <a:extLst>
              <a:ext uri="{FF2B5EF4-FFF2-40B4-BE49-F238E27FC236}">
                <a16:creationId xmlns:a16="http://schemas.microsoft.com/office/drawing/2014/main" id="{335AE678-B7A5-CB11-1F85-8E5E9FC10E4C}"/>
              </a:ext>
            </a:extLst>
          </p:cNvPr>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dk2" tx1="lt1" bg2="dk1" tx2="lt2" accent1="accent1" accent2="accent2" accent3="accent3" accent4="accent4" accent5="accent5" accent6="accent6" hlink="hlink" folHlink="folHlink"/>
  <p:sldLayoutIdLst>
    <p:sldLayoutId id="2147485250" r:id="rId1"/>
    <p:sldLayoutId id="2147485240" r:id="rId2"/>
    <p:sldLayoutId id="2147485241" r:id="rId3"/>
    <p:sldLayoutId id="2147485242" r:id="rId4"/>
    <p:sldLayoutId id="2147485243" r:id="rId5"/>
    <p:sldLayoutId id="2147485244" r:id="rId6"/>
    <p:sldLayoutId id="2147485245" r:id="rId7"/>
    <p:sldLayoutId id="2147485246" r:id="rId8"/>
    <p:sldLayoutId id="2147485247" r:id="rId9"/>
    <p:sldLayoutId id="2147485248" r:id="rId10"/>
    <p:sldLayoutId id="2147485249"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a:extLst>
              <a:ext uri="{FF2B5EF4-FFF2-40B4-BE49-F238E27FC236}">
                <a16:creationId xmlns:a16="http://schemas.microsoft.com/office/drawing/2014/main" id="{C7A215A5-CB23-81DC-A080-9A93686A68B7}"/>
              </a:ext>
            </a:extLst>
          </p:cNvPr>
          <p:cNvSpPr>
            <a:spLocks noGrp="1" noChangeArrowheads="1"/>
          </p:cNvSpPr>
          <p:nvPr>
            <p:ph type="ctrTitle"/>
          </p:nvPr>
        </p:nvSpPr>
        <p:spPr/>
        <p:txBody>
          <a:bodyPr/>
          <a:lstStyle/>
          <a:p>
            <a:pPr eaLnBrk="1" hangingPunct="1">
              <a:defRPr/>
            </a:pPr>
            <a:r>
              <a:rPr lang="en-US" altLang="zh-CN" dirty="0"/>
              <a:t>C++</a:t>
            </a:r>
            <a:r>
              <a:rPr lang="zh-CN" altLang="en-US" dirty="0"/>
              <a:t>特殊操作符的重载</a:t>
            </a:r>
          </a:p>
        </p:txBody>
      </p:sp>
      <p:sp>
        <p:nvSpPr>
          <p:cNvPr id="367619" name="Rectangle 3">
            <a:extLst>
              <a:ext uri="{FF2B5EF4-FFF2-40B4-BE49-F238E27FC236}">
                <a16:creationId xmlns:a16="http://schemas.microsoft.com/office/drawing/2014/main" id="{38E07EAA-9CD0-9367-8765-60F7D27634BF}"/>
              </a:ext>
            </a:extLst>
          </p:cNvPr>
          <p:cNvSpPr>
            <a:spLocks noGrp="1" noChangeArrowheads="1"/>
          </p:cNvSpPr>
          <p:nvPr>
            <p:ph type="subTitle" idx="1"/>
          </p:nvPr>
        </p:nvSpPr>
        <p:spPr/>
        <p:txBody>
          <a:bodyPr/>
          <a:lstStyle/>
          <a:p>
            <a:pPr eaLnBrk="1" hangingPunct="1">
              <a:defRPr/>
            </a:pPr>
            <a:endParaRPr lang="zh-CN"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1B6124-D578-69E8-67B6-AB825EB75CD4}"/>
              </a:ext>
            </a:extLst>
          </p:cNvPr>
          <p:cNvSpPr>
            <a:spLocks noGrp="1"/>
          </p:cNvSpPr>
          <p:nvPr>
            <p:ph type="title"/>
          </p:nvPr>
        </p:nvSpPr>
        <p:spPr/>
        <p:txBody>
          <a:bodyPr/>
          <a:lstStyle/>
          <a:p>
            <a:pPr>
              <a:defRPr/>
            </a:pPr>
            <a:r>
              <a:rPr lang="en-US" altLang="zh-CN" dirty="0"/>
              <a:t>C++</a:t>
            </a:r>
            <a:r>
              <a:rPr lang="zh-CN" altLang="en-US" dirty="0"/>
              <a:t>特殊操作符</a:t>
            </a:r>
          </a:p>
        </p:txBody>
      </p:sp>
      <p:sp>
        <p:nvSpPr>
          <p:cNvPr id="3" name="内容占位符 2">
            <a:extLst>
              <a:ext uri="{FF2B5EF4-FFF2-40B4-BE49-F238E27FC236}">
                <a16:creationId xmlns:a16="http://schemas.microsoft.com/office/drawing/2014/main" id="{73300001-D6A5-F2AD-4428-D8AB4C5AC6E0}"/>
              </a:ext>
            </a:extLst>
          </p:cNvPr>
          <p:cNvSpPr>
            <a:spLocks noGrp="1"/>
          </p:cNvSpPr>
          <p:nvPr>
            <p:ph idx="1"/>
          </p:nvPr>
        </p:nvSpPr>
        <p:spPr/>
        <p:txBody>
          <a:bodyPr/>
          <a:lstStyle/>
          <a:p>
            <a:pPr>
              <a:defRPr/>
            </a:pPr>
            <a:r>
              <a:rPr lang="zh-CN" altLang="en-GB" dirty="0"/>
              <a:t>赋值操作符“</a:t>
            </a:r>
            <a:r>
              <a:rPr lang="en-GB" altLang="zh-CN" dirty="0"/>
              <a:t>=</a:t>
            </a:r>
            <a:r>
              <a:rPr lang="zh-CN" altLang="en-US" dirty="0"/>
              <a:t>”</a:t>
            </a:r>
            <a:endParaRPr lang="en-GB" altLang="zh-CN" dirty="0"/>
          </a:p>
          <a:p>
            <a:pPr>
              <a:defRPr/>
            </a:pPr>
            <a:r>
              <a:rPr lang="zh-CN" altLang="en-US" dirty="0"/>
              <a:t>动态对象创建与撤销操作符</a:t>
            </a:r>
            <a:r>
              <a:rPr lang="en-US" altLang="zh-CN" dirty="0"/>
              <a:t>new</a:t>
            </a:r>
            <a:r>
              <a:rPr lang="zh-CN" altLang="en-US" dirty="0"/>
              <a:t>与</a:t>
            </a:r>
            <a:r>
              <a:rPr lang="en-US" altLang="zh-CN" dirty="0"/>
              <a:t>delete</a:t>
            </a:r>
            <a:endParaRPr lang="zh-CN" altLang="en-US" dirty="0"/>
          </a:p>
          <a:p>
            <a:pPr>
              <a:defRPr/>
            </a:pPr>
            <a:r>
              <a:rPr lang="zh-CN" altLang="en-GB" dirty="0">
                <a:solidFill>
                  <a:schemeClr val="accent1">
                    <a:lumMod val="50000"/>
                  </a:schemeClr>
                </a:solidFill>
              </a:rPr>
              <a:t>访问数组元素操作符“</a:t>
            </a:r>
            <a:r>
              <a:rPr lang="en-GB" altLang="zh-CN" dirty="0">
                <a:solidFill>
                  <a:schemeClr val="accent1">
                    <a:lumMod val="50000"/>
                  </a:schemeClr>
                </a:solidFill>
              </a:rPr>
              <a:t>[]</a:t>
            </a:r>
            <a:r>
              <a:rPr lang="zh-CN" altLang="en-US" dirty="0">
                <a:solidFill>
                  <a:schemeClr val="accent1">
                    <a:lumMod val="50000"/>
                  </a:schemeClr>
                </a:solidFill>
              </a:rPr>
              <a:t>”</a:t>
            </a:r>
            <a:endParaRPr lang="en-US" altLang="zh-CN" dirty="0">
              <a:solidFill>
                <a:schemeClr val="accent1">
                  <a:lumMod val="50000"/>
                </a:schemeClr>
              </a:solidFill>
            </a:endParaRPr>
          </a:p>
          <a:p>
            <a:pPr>
              <a:defRPr/>
            </a:pPr>
            <a:r>
              <a:rPr lang="zh-CN" altLang="en-US" dirty="0">
                <a:solidFill>
                  <a:schemeClr val="accent1">
                    <a:lumMod val="50000"/>
                  </a:schemeClr>
                </a:solidFill>
              </a:rPr>
              <a:t>函数调用操作符“</a:t>
            </a:r>
            <a:r>
              <a:rPr lang="en-US" altLang="zh-CN" dirty="0">
                <a:solidFill>
                  <a:schemeClr val="accent1">
                    <a:lumMod val="50000"/>
                  </a:schemeClr>
                </a:solidFill>
              </a:rPr>
              <a:t>()</a:t>
            </a:r>
            <a:r>
              <a:rPr lang="zh-CN" altLang="en-US" dirty="0">
                <a:solidFill>
                  <a:schemeClr val="accent1">
                    <a:lumMod val="50000"/>
                  </a:schemeClr>
                </a:solidFill>
              </a:rPr>
              <a:t>”</a:t>
            </a:r>
            <a:endParaRPr lang="en-US" altLang="zh-CN" dirty="0">
              <a:solidFill>
                <a:schemeClr val="accent1">
                  <a:lumMod val="50000"/>
                </a:schemeClr>
              </a:solidFill>
            </a:endParaRPr>
          </a:p>
          <a:p>
            <a:pPr>
              <a:defRPr/>
            </a:pPr>
            <a:r>
              <a:rPr lang="zh-CN" altLang="en-US" dirty="0">
                <a:solidFill>
                  <a:schemeClr val="accent1">
                    <a:lumMod val="50000"/>
                  </a:schemeClr>
                </a:solidFill>
              </a:rPr>
              <a:t>类成员访问操作符“</a:t>
            </a:r>
            <a:r>
              <a:rPr lang="en-US" altLang="zh-CN" dirty="0">
                <a:solidFill>
                  <a:schemeClr val="accent1">
                    <a:lumMod val="50000"/>
                  </a:schemeClr>
                </a:solidFill>
              </a:rPr>
              <a:t>-&gt;</a:t>
            </a:r>
            <a:r>
              <a:rPr lang="zh-CN" altLang="en-US" dirty="0">
                <a:solidFill>
                  <a:schemeClr val="accent1">
                    <a:lumMod val="50000"/>
                  </a:schemeClr>
                </a:solidFill>
              </a:rPr>
              <a:t>”</a:t>
            </a:r>
            <a:endParaRPr lang="en-US" altLang="zh-CN" dirty="0">
              <a:solidFill>
                <a:schemeClr val="accent1">
                  <a:lumMod val="50000"/>
                </a:schemeClr>
              </a:solidFill>
            </a:endParaRPr>
          </a:p>
          <a:p>
            <a:pPr>
              <a:defRPr/>
            </a:pPr>
            <a:r>
              <a:rPr lang="zh-CN" altLang="en-US" dirty="0">
                <a:solidFill>
                  <a:schemeClr val="accent1">
                    <a:lumMod val="50000"/>
                  </a:schemeClr>
                </a:solidFill>
              </a:rPr>
              <a:t>类型转换操作符</a:t>
            </a:r>
            <a:endParaRPr lang="en-US" altLang="zh-CN" dirty="0">
              <a:solidFill>
                <a:schemeClr val="accent1">
                  <a:lumMod val="50000"/>
                </a:schemeClr>
              </a:solidFill>
            </a:endParaRPr>
          </a:p>
          <a:p>
            <a:pPr>
              <a:defRPr/>
            </a:pP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a:extLst>
              <a:ext uri="{FF2B5EF4-FFF2-40B4-BE49-F238E27FC236}">
                <a16:creationId xmlns:a16="http://schemas.microsoft.com/office/drawing/2014/main" id="{AE964A5B-D83F-EB5D-9983-10B1144F912A}"/>
              </a:ext>
            </a:extLst>
          </p:cNvPr>
          <p:cNvSpPr>
            <a:spLocks noGrp="1" noChangeArrowheads="1"/>
          </p:cNvSpPr>
          <p:nvPr>
            <p:ph type="title"/>
          </p:nvPr>
        </p:nvSpPr>
        <p:spPr>
          <a:xfrm>
            <a:off x="457200" y="44450"/>
            <a:ext cx="8229600" cy="1139825"/>
          </a:xfrm>
        </p:spPr>
        <p:txBody>
          <a:bodyPr/>
          <a:lstStyle/>
          <a:p>
            <a:pPr eaLnBrk="1" hangingPunct="1">
              <a:defRPr/>
            </a:pPr>
            <a:r>
              <a:rPr lang="zh-CN" altLang="en-GB" dirty="0"/>
              <a:t>赋值操作</a:t>
            </a:r>
            <a:r>
              <a:rPr lang="zh-CN" altLang="en-US" dirty="0"/>
              <a:t>符“</a:t>
            </a:r>
            <a:r>
              <a:rPr lang="en-US" altLang="zh-CN" dirty="0"/>
              <a:t>=</a:t>
            </a:r>
            <a:r>
              <a:rPr lang="zh-CN" altLang="en-US" dirty="0"/>
              <a:t>”的重载</a:t>
            </a:r>
          </a:p>
        </p:txBody>
      </p:sp>
      <p:sp>
        <p:nvSpPr>
          <p:cNvPr id="407555" name="Rectangle 3">
            <a:extLst>
              <a:ext uri="{FF2B5EF4-FFF2-40B4-BE49-F238E27FC236}">
                <a16:creationId xmlns:a16="http://schemas.microsoft.com/office/drawing/2014/main" id="{738BCA95-458C-62E7-2461-20BE5A78364E}"/>
              </a:ext>
            </a:extLst>
          </p:cNvPr>
          <p:cNvSpPr>
            <a:spLocks noGrp="1" noChangeArrowheads="1"/>
          </p:cNvSpPr>
          <p:nvPr>
            <p:ph type="body" idx="1"/>
          </p:nvPr>
        </p:nvSpPr>
        <p:spPr>
          <a:xfrm>
            <a:off x="457200" y="1341438"/>
            <a:ext cx="8229600" cy="5183187"/>
          </a:xfrm>
        </p:spPr>
        <p:txBody>
          <a:bodyPr>
            <a:normAutofit fontScale="92500"/>
          </a:bodyPr>
          <a:lstStyle/>
          <a:p>
            <a:pPr eaLnBrk="1" hangingPunct="1">
              <a:defRPr/>
            </a:pPr>
            <a:r>
              <a:rPr lang="zh-CN" altLang="en-US" dirty="0"/>
              <a:t>同一个类的两个对象如何赋值？</a:t>
            </a:r>
            <a:endParaRPr lang="en-US" altLang="zh-CN" dirty="0"/>
          </a:p>
          <a:p>
            <a:pPr marL="457200" lvl="1" indent="0" eaLnBrk="1" hangingPunct="1">
              <a:buFontTx/>
              <a:buNone/>
              <a:defRPr/>
            </a:pPr>
            <a:r>
              <a:rPr lang="en-US" altLang="zh-CN" dirty="0"/>
              <a:t>A </a:t>
            </a:r>
            <a:r>
              <a:rPr lang="en-US" altLang="zh-CN" dirty="0" err="1"/>
              <a:t>a,b</a:t>
            </a:r>
            <a:r>
              <a:rPr lang="en-US" altLang="zh-CN" dirty="0"/>
              <a:t>;</a:t>
            </a:r>
          </a:p>
          <a:p>
            <a:pPr marL="457200" lvl="1" indent="0" eaLnBrk="1" hangingPunct="1">
              <a:buFontTx/>
              <a:buNone/>
              <a:defRPr/>
            </a:pPr>
            <a:r>
              <a:rPr lang="en-US" altLang="zh-CN" dirty="0"/>
              <a:t>......</a:t>
            </a:r>
          </a:p>
          <a:p>
            <a:pPr marL="457200" lvl="1" indent="0" eaLnBrk="1" hangingPunct="1">
              <a:buFontTx/>
              <a:buNone/>
              <a:defRPr/>
            </a:pPr>
            <a:r>
              <a:rPr lang="en-US" altLang="zh-CN" dirty="0"/>
              <a:t>a = b; //?</a:t>
            </a:r>
            <a:endParaRPr lang="en-GB" altLang="zh-CN" dirty="0"/>
          </a:p>
          <a:p>
            <a:pPr eaLnBrk="1" hangingPunct="1">
              <a:defRPr/>
            </a:pPr>
            <a:r>
              <a:rPr lang="en-GB" altLang="zh-CN" dirty="0"/>
              <a:t>C++</a:t>
            </a:r>
            <a:r>
              <a:rPr lang="zh-CN" altLang="en-GB" dirty="0"/>
              <a:t>编译程序会为每个类定义一个</a:t>
            </a:r>
            <a:r>
              <a:rPr lang="zh-CN" altLang="en-GB" dirty="0">
                <a:solidFill>
                  <a:srgbClr val="FFC000"/>
                </a:solidFill>
              </a:rPr>
              <a:t>隐式的</a:t>
            </a:r>
            <a:r>
              <a:rPr lang="zh-CN" altLang="en-GB" dirty="0"/>
              <a:t>赋值操作，其行为是：逐个成员进行赋值操作。</a:t>
            </a:r>
          </a:p>
          <a:p>
            <a:pPr lvl="1" eaLnBrk="1" hangingPunct="1">
              <a:defRPr/>
            </a:pPr>
            <a:r>
              <a:rPr lang="zh-CN" altLang="en-GB" dirty="0"/>
              <a:t>对于普通成员，它采用常规的赋值操作</a:t>
            </a:r>
            <a:r>
              <a:rPr lang="zh-CN" altLang="en-US" dirty="0"/>
              <a:t>。</a:t>
            </a:r>
            <a:endParaRPr lang="zh-CN" altLang="en-GB" dirty="0"/>
          </a:p>
          <a:p>
            <a:pPr lvl="1" eaLnBrk="1" hangingPunct="1">
              <a:defRPr/>
            </a:pPr>
            <a:r>
              <a:rPr lang="zh-CN" altLang="en-GB" dirty="0"/>
              <a:t>对于成员对象，则调用该成员对象</a:t>
            </a:r>
            <a:r>
              <a:rPr lang="zh-CN" altLang="en-US" dirty="0"/>
              <a:t>类</a:t>
            </a:r>
            <a:r>
              <a:rPr lang="zh-CN" altLang="en-GB" dirty="0"/>
              <a:t>的赋值操作进行</a:t>
            </a:r>
            <a:r>
              <a:rPr lang="zh-CN" altLang="en-US" dirty="0"/>
              <a:t>成员对象的</a:t>
            </a:r>
            <a:r>
              <a:rPr lang="zh-CN" altLang="en-GB" dirty="0"/>
              <a:t>赋值操作</a:t>
            </a:r>
            <a:r>
              <a:rPr lang="zh-CN" altLang="en-US" dirty="0"/>
              <a:t>。</a:t>
            </a:r>
            <a:endParaRPr lang="en-US" altLang="zh-CN" dirty="0"/>
          </a:p>
          <a:p>
            <a:pPr eaLnBrk="1" hangingPunct="1">
              <a:defRPr/>
            </a:pPr>
            <a:r>
              <a:rPr lang="zh-CN" altLang="en-US" dirty="0"/>
              <a:t>隐式的赋值操作有时不能满足要求！</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07555">
                                            <p:txEl>
                                              <p:pRg st="4" end="4"/>
                                            </p:txEl>
                                          </p:spTgt>
                                        </p:tgtEl>
                                        <p:attrNameLst>
                                          <p:attrName>style.visibility</p:attrName>
                                        </p:attrNameLst>
                                      </p:cBhvr>
                                      <p:to>
                                        <p:strVal val="visible"/>
                                      </p:to>
                                    </p:set>
                                    <p:anim calcmode="lin" valueType="num">
                                      <p:cBhvr additive="base">
                                        <p:cTn id="7" dur="500" fill="hold"/>
                                        <p:tgtEl>
                                          <p:spTgt spid="40755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7555">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07555">
                                            <p:txEl>
                                              <p:pRg st="5" end="5"/>
                                            </p:txEl>
                                          </p:spTgt>
                                        </p:tgtEl>
                                        <p:attrNameLst>
                                          <p:attrName>style.visibility</p:attrName>
                                        </p:attrNameLst>
                                      </p:cBhvr>
                                      <p:to>
                                        <p:strVal val="visible"/>
                                      </p:to>
                                    </p:set>
                                    <p:anim calcmode="lin" valueType="num">
                                      <p:cBhvr additive="base">
                                        <p:cTn id="11" dur="500" fill="hold"/>
                                        <p:tgtEl>
                                          <p:spTgt spid="407555">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07555">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07555">
                                            <p:txEl>
                                              <p:pRg st="6" end="6"/>
                                            </p:txEl>
                                          </p:spTgt>
                                        </p:tgtEl>
                                        <p:attrNameLst>
                                          <p:attrName>style.visibility</p:attrName>
                                        </p:attrNameLst>
                                      </p:cBhvr>
                                      <p:to>
                                        <p:strVal val="visible"/>
                                      </p:to>
                                    </p:set>
                                    <p:anim calcmode="lin" valueType="num">
                                      <p:cBhvr additive="base">
                                        <p:cTn id="15" dur="500" fill="hold"/>
                                        <p:tgtEl>
                                          <p:spTgt spid="407555">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0755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407555">
                                            <p:txEl>
                                              <p:pRg st="7" end="7"/>
                                            </p:txEl>
                                          </p:spTgt>
                                        </p:tgtEl>
                                        <p:attrNameLst>
                                          <p:attrName>style.visibility</p:attrName>
                                        </p:attrNameLst>
                                      </p:cBhvr>
                                      <p:to>
                                        <p:strVal val="visible"/>
                                      </p:to>
                                    </p:set>
                                    <p:anim calcmode="lin" valueType="num">
                                      <p:cBhvr additive="base">
                                        <p:cTn id="21" dur="500" fill="hold"/>
                                        <p:tgtEl>
                                          <p:spTgt spid="407555">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0755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1" name="Rectangle 3">
            <a:extLst>
              <a:ext uri="{FF2B5EF4-FFF2-40B4-BE49-F238E27FC236}">
                <a16:creationId xmlns:a16="http://schemas.microsoft.com/office/drawing/2014/main" id="{00F42F44-410B-F44B-D0C4-6B64A2B4EDE2}"/>
              </a:ext>
            </a:extLst>
          </p:cNvPr>
          <p:cNvSpPr>
            <a:spLocks noGrp="1" noChangeArrowheads="1"/>
          </p:cNvSpPr>
          <p:nvPr>
            <p:ph type="body" idx="1"/>
          </p:nvPr>
        </p:nvSpPr>
        <p:spPr>
          <a:xfrm>
            <a:off x="250825" y="260350"/>
            <a:ext cx="8435975" cy="6597650"/>
          </a:xfrm>
        </p:spPr>
        <p:txBody>
          <a:bodyPr/>
          <a:lstStyle/>
          <a:p>
            <a:pPr defTabSz="414338" eaLnBrk="1" hangingPunct="1">
              <a:defRPr/>
            </a:pPr>
            <a:r>
              <a:rPr lang="zh-CN" altLang="en-US" sz="2800" dirty="0"/>
              <a:t>例如，对下面</a:t>
            </a:r>
            <a:r>
              <a:rPr lang="en-US" altLang="zh-CN" sz="2800" dirty="0"/>
              <a:t>String</a:t>
            </a:r>
            <a:r>
              <a:rPr lang="zh-CN" altLang="en-US" sz="2800" dirty="0"/>
              <a:t>类的对象进行赋值操作时，系统提供的隐式赋值操作存在问题： </a:t>
            </a:r>
          </a:p>
          <a:p>
            <a:pPr lvl="1" defTabSz="414338" eaLnBrk="1" hangingPunct="1">
              <a:buFontTx/>
              <a:buNone/>
              <a:defRPr/>
            </a:pPr>
            <a:r>
              <a:rPr lang="en-GB" altLang="zh-CN" sz="2200" dirty="0"/>
              <a:t>class String</a:t>
            </a:r>
          </a:p>
          <a:p>
            <a:pPr lvl="1" defTabSz="414338" eaLnBrk="1" hangingPunct="1">
              <a:buFontTx/>
              <a:buNone/>
              <a:defRPr/>
            </a:pPr>
            <a:r>
              <a:rPr lang="en-GB" altLang="zh-CN" sz="2200" dirty="0"/>
              <a:t>{	   </a:t>
            </a:r>
            <a:r>
              <a:rPr lang="en-GB" altLang="zh-CN" sz="2200" dirty="0" err="1"/>
              <a:t>int</a:t>
            </a:r>
            <a:r>
              <a:rPr lang="en-GB" altLang="zh-CN" sz="2200" dirty="0"/>
              <a:t> </a:t>
            </a:r>
            <a:r>
              <a:rPr lang="en-GB" altLang="zh-CN" sz="2200" dirty="0" err="1"/>
              <a:t>len</a:t>
            </a:r>
            <a:r>
              <a:rPr lang="en-GB" altLang="zh-CN" sz="2200" dirty="0"/>
              <a:t>;</a:t>
            </a:r>
          </a:p>
          <a:p>
            <a:pPr lvl="1" defTabSz="414338" eaLnBrk="1" hangingPunct="1">
              <a:buFontTx/>
              <a:buNone/>
              <a:defRPr/>
            </a:pPr>
            <a:r>
              <a:rPr lang="en-GB" altLang="zh-CN" sz="2200" dirty="0"/>
              <a:t>	   char *</a:t>
            </a:r>
            <a:r>
              <a:rPr lang="en-GB" altLang="zh-CN" sz="2200" dirty="0" err="1"/>
              <a:t>str</a:t>
            </a:r>
            <a:r>
              <a:rPr lang="en-GB" altLang="zh-CN" sz="2200" dirty="0"/>
              <a:t>;</a:t>
            </a:r>
          </a:p>
          <a:p>
            <a:pPr lvl="1" defTabSz="414338" eaLnBrk="1" hangingPunct="1">
              <a:buFontTx/>
              <a:buNone/>
              <a:defRPr/>
            </a:pPr>
            <a:r>
              <a:rPr lang="en-GB" altLang="zh-CN" sz="2200" dirty="0"/>
              <a:t>	public:</a:t>
            </a:r>
          </a:p>
          <a:p>
            <a:pPr lvl="1" defTabSz="414338" eaLnBrk="1" hangingPunct="1">
              <a:buFontTx/>
              <a:buNone/>
              <a:defRPr/>
            </a:pPr>
            <a:r>
              <a:rPr lang="en-GB" altLang="zh-CN" sz="2200" dirty="0"/>
              <a:t>		String(</a:t>
            </a:r>
            <a:r>
              <a:rPr lang="en-US" altLang="zh-CN" sz="2200" dirty="0" err="1"/>
              <a:t>const</a:t>
            </a:r>
            <a:r>
              <a:rPr lang="en-US" altLang="zh-CN" sz="2200" dirty="0"/>
              <a:t> </a:t>
            </a:r>
            <a:r>
              <a:rPr lang="en-GB" altLang="zh-CN" sz="2200" dirty="0"/>
              <a:t>char *s) </a:t>
            </a:r>
          </a:p>
          <a:p>
            <a:pPr lvl="1" defTabSz="414338" eaLnBrk="1" hangingPunct="1">
              <a:buFontTx/>
              <a:buNone/>
              <a:defRPr/>
            </a:pPr>
            <a:r>
              <a:rPr lang="en-GB" altLang="zh-CN" sz="2200" dirty="0"/>
              <a:t>		{ </a:t>
            </a:r>
            <a:r>
              <a:rPr lang="en-GB" altLang="zh-CN" sz="2200" dirty="0" err="1"/>
              <a:t>len</a:t>
            </a:r>
            <a:r>
              <a:rPr lang="en-GB" altLang="zh-CN" sz="2200" dirty="0"/>
              <a:t> = </a:t>
            </a:r>
            <a:r>
              <a:rPr lang="en-GB" altLang="zh-CN" sz="2200" dirty="0" err="1"/>
              <a:t>strlen</a:t>
            </a:r>
            <a:r>
              <a:rPr lang="en-GB" altLang="zh-CN" sz="2200" dirty="0"/>
              <a:t>(s); </a:t>
            </a:r>
          </a:p>
          <a:p>
            <a:pPr lvl="1" defTabSz="414338" eaLnBrk="1" hangingPunct="1">
              <a:buFontTx/>
              <a:buNone/>
              <a:defRPr/>
            </a:pPr>
            <a:r>
              <a:rPr lang="en-GB" altLang="zh-CN" sz="2200" dirty="0"/>
              <a:t>		   </a:t>
            </a:r>
            <a:r>
              <a:rPr lang="en-GB" altLang="zh-CN" sz="2200" dirty="0" err="1"/>
              <a:t>str</a:t>
            </a:r>
            <a:r>
              <a:rPr lang="en-GB" altLang="zh-CN" sz="2200" dirty="0"/>
              <a:t> = new char[len+1]; </a:t>
            </a:r>
          </a:p>
          <a:p>
            <a:pPr lvl="1" defTabSz="414338" eaLnBrk="1" hangingPunct="1">
              <a:buFontTx/>
              <a:buNone/>
              <a:defRPr/>
            </a:pPr>
            <a:r>
              <a:rPr lang="en-GB" altLang="zh-CN" sz="2200" dirty="0"/>
              <a:t>		   </a:t>
            </a:r>
            <a:r>
              <a:rPr lang="en-GB" altLang="zh-CN" sz="2200" dirty="0" err="1"/>
              <a:t>strcpy</a:t>
            </a:r>
            <a:r>
              <a:rPr lang="en-GB" altLang="zh-CN" sz="2200" dirty="0"/>
              <a:t>(</a:t>
            </a:r>
            <a:r>
              <a:rPr lang="en-GB" altLang="zh-CN" sz="2200" dirty="0" err="1"/>
              <a:t>str,s</a:t>
            </a:r>
            <a:r>
              <a:rPr lang="en-GB" altLang="zh-CN" sz="2200" dirty="0"/>
              <a:t>); </a:t>
            </a:r>
          </a:p>
          <a:p>
            <a:pPr lvl="1" defTabSz="414338" eaLnBrk="1" hangingPunct="1">
              <a:buFontTx/>
              <a:buNone/>
              <a:defRPr/>
            </a:pPr>
            <a:r>
              <a:rPr lang="en-GB" altLang="zh-CN" sz="2200" dirty="0"/>
              <a:t>		}</a:t>
            </a:r>
          </a:p>
          <a:p>
            <a:pPr lvl="1" defTabSz="414338" eaLnBrk="1" hangingPunct="1">
              <a:buFontTx/>
              <a:buNone/>
              <a:defRPr/>
            </a:pPr>
            <a:r>
              <a:rPr lang="en-GB" altLang="zh-CN" sz="2200" dirty="0"/>
              <a:t>		~</a:t>
            </a:r>
            <a:r>
              <a:rPr lang="en-US" altLang="zh-CN" sz="2200" dirty="0"/>
              <a:t>String</a:t>
            </a:r>
            <a:r>
              <a:rPr lang="en-GB" altLang="zh-CN" sz="2200" dirty="0"/>
              <a:t>() { delete []</a:t>
            </a:r>
            <a:r>
              <a:rPr lang="en-GB" altLang="zh-CN" sz="2200" dirty="0" err="1"/>
              <a:t>str</a:t>
            </a:r>
            <a:r>
              <a:rPr lang="en-GB" altLang="zh-CN" sz="2200" dirty="0"/>
              <a:t>; </a:t>
            </a:r>
            <a:r>
              <a:rPr lang="en-GB" altLang="zh-CN" sz="2200" dirty="0" err="1"/>
              <a:t>str</a:t>
            </a:r>
            <a:r>
              <a:rPr lang="en-GB" altLang="zh-CN" sz="2200" dirty="0"/>
              <a:t>=NULL; }</a:t>
            </a:r>
          </a:p>
          <a:p>
            <a:pPr lvl="1" defTabSz="414338" eaLnBrk="1" hangingPunct="1">
              <a:buFontTx/>
              <a:buNone/>
              <a:defRPr/>
            </a:pPr>
            <a:r>
              <a:rPr lang="en-GB" altLang="zh-CN" sz="2200" dirty="0"/>
              <a:t>};</a:t>
            </a:r>
          </a:p>
          <a:p>
            <a:pPr lvl="1" defTabSz="414338" eaLnBrk="1" hangingPunct="1">
              <a:buFontTx/>
              <a:buNone/>
              <a:defRPr/>
            </a:pPr>
            <a:r>
              <a:rPr lang="en-GB" altLang="zh-CN" sz="2200"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5" name="Rectangle 3">
            <a:extLst>
              <a:ext uri="{FF2B5EF4-FFF2-40B4-BE49-F238E27FC236}">
                <a16:creationId xmlns:a16="http://schemas.microsoft.com/office/drawing/2014/main" id="{FB056F90-9CA2-4D85-92F5-CE31A7125B93}"/>
              </a:ext>
            </a:extLst>
          </p:cNvPr>
          <p:cNvSpPr>
            <a:spLocks noGrp="1" noChangeArrowheads="1"/>
          </p:cNvSpPr>
          <p:nvPr>
            <p:ph type="body" idx="1"/>
          </p:nvPr>
        </p:nvSpPr>
        <p:spPr>
          <a:xfrm>
            <a:off x="179388" y="188913"/>
            <a:ext cx="8964612" cy="3311525"/>
          </a:xfrm>
        </p:spPr>
        <p:txBody>
          <a:bodyPr/>
          <a:lstStyle/>
          <a:p>
            <a:pPr eaLnBrk="1" hangingPunct="1">
              <a:buFont typeface="Wingdings" panose="05000000000000000000" pitchFamily="2" charset="2"/>
              <a:buNone/>
              <a:defRPr/>
            </a:pPr>
            <a:r>
              <a:rPr lang="en-GB" altLang="zh-CN" sz="2800" dirty="0"/>
              <a:t>String </a:t>
            </a:r>
            <a:r>
              <a:rPr lang="en-US" altLang="zh-CN" sz="2800" dirty="0"/>
              <a:t>s1</a:t>
            </a:r>
            <a:r>
              <a:rPr lang="en-GB" altLang="zh-CN" sz="2800" dirty="0"/>
              <a:t>("xyz"),s2("</a:t>
            </a:r>
            <a:r>
              <a:rPr lang="en-GB" altLang="zh-CN" sz="2800" dirty="0" err="1"/>
              <a:t>abcdefg</a:t>
            </a:r>
            <a:r>
              <a:rPr lang="en-GB" altLang="zh-CN" sz="2800" dirty="0"/>
              <a:t>");</a:t>
            </a:r>
          </a:p>
          <a:p>
            <a:pPr eaLnBrk="1" hangingPunct="1">
              <a:buFont typeface="Wingdings" panose="05000000000000000000" pitchFamily="2" charset="2"/>
              <a:buNone/>
              <a:defRPr/>
            </a:pPr>
            <a:r>
              <a:rPr lang="en-GB" altLang="zh-CN" sz="2800" dirty="0"/>
              <a:t>.......</a:t>
            </a:r>
          </a:p>
          <a:p>
            <a:pPr eaLnBrk="1" hangingPunct="1">
              <a:buFont typeface="Wingdings" panose="05000000000000000000" pitchFamily="2" charset="2"/>
              <a:buNone/>
              <a:defRPr/>
            </a:pPr>
            <a:r>
              <a:rPr lang="en-GB" altLang="zh-CN" sz="2800" dirty="0"/>
              <a:t>s1 = s2;  </a:t>
            </a:r>
          </a:p>
          <a:p>
            <a:pPr eaLnBrk="1" hangingPunct="1">
              <a:defRPr/>
            </a:pPr>
            <a:r>
              <a:rPr lang="en-GB" altLang="zh-CN" sz="2800" dirty="0"/>
              <a:t>s1.str</a:t>
            </a:r>
            <a:r>
              <a:rPr lang="zh-CN" altLang="en-GB" sz="2800" dirty="0"/>
              <a:t>原来所指向的空间成了</a:t>
            </a:r>
            <a:r>
              <a:rPr lang="zh-CN" altLang="en-GB" sz="2800" dirty="0">
                <a:latin typeface="Arial"/>
              </a:rPr>
              <a:t>“</a:t>
            </a:r>
            <a:r>
              <a:rPr lang="zh-CN" altLang="en-GB" sz="2800" dirty="0">
                <a:solidFill>
                  <a:schemeClr val="folHlink"/>
                </a:solidFill>
              </a:rPr>
              <a:t>孤儿</a:t>
            </a:r>
            <a:r>
              <a:rPr lang="zh-CN" altLang="en-GB" sz="2800" dirty="0">
                <a:latin typeface="Arial"/>
              </a:rPr>
              <a:t>”</a:t>
            </a:r>
            <a:r>
              <a:rPr lang="zh-CN" altLang="en-US" sz="2800" dirty="0">
                <a:latin typeface="Arial"/>
              </a:rPr>
              <a:t>（内存泄露）</a:t>
            </a:r>
            <a:endParaRPr lang="en-US" altLang="zh-CN" sz="2800" dirty="0">
              <a:latin typeface="Arial"/>
            </a:endParaRPr>
          </a:p>
          <a:p>
            <a:pPr eaLnBrk="1" hangingPunct="1">
              <a:defRPr/>
            </a:pPr>
            <a:r>
              <a:rPr lang="en-US" altLang="zh-CN" sz="2800" dirty="0">
                <a:latin typeface="Arial"/>
              </a:rPr>
              <a:t>s1</a:t>
            </a:r>
            <a:r>
              <a:rPr lang="zh-CN" altLang="en-US" sz="2800" dirty="0">
                <a:latin typeface="Arial"/>
              </a:rPr>
              <a:t>和</a:t>
            </a:r>
            <a:r>
              <a:rPr lang="en-US" altLang="zh-CN" sz="2800" dirty="0">
                <a:latin typeface="Arial"/>
              </a:rPr>
              <a:t>s2</a:t>
            </a:r>
            <a:r>
              <a:rPr lang="zh-CN" altLang="en-US" sz="2800" dirty="0">
                <a:latin typeface="Arial"/>
              </a:rPr>
              <a:t>互相干扰</a:t>
            </a:r>
            <a:endParaRPr lang="en-US" altLang="zh-CN" sz="2800" dirty="0">
              <a:latin typeface="Arial"/>
            </a:endParaRPr>
          </a:p>
          <a:p>
            <a:pPr eaLnBrk="1" hangingPunct="1">
              <a:defRPr/>
            </a:pPr>
            <a:r>
              <a:rPr lang="en-US" altLang="zh-CN" sz="2800" dirty="0">
                <a:latin typeface="Arial"/>
              </a:rPr>
              <a:t>s1</a:t>
            </a:r>
            <a:r>
              <a:rPr lang="zh-CN" altLang="en-US" sz="2800" dirty="0">
                <a:latin typeface="Arial"/>
              </a:rPr>
              <a:t>和</a:t>
            </a:r>
            <a:r>
              <a:rPr lang="en-US" altLang="zh-CN" sz="2800" dirty="0">
                <a:latin typeface="Arial"/>
              </a:rPr>
              <a:t>s2</a:t>
            </a:r>
            <a:r>
              <a:rPr lang="zh-CN" altLang="en-US" sz="2800" dirty="0">
                <a:latin typeface="Arial"/>
              </a:rPr>
              <a:t>消亡时，</a:t>
            </a:r>
            <a:r>
              <a:rPr lang="en-US" altLang="zh-CN" sz="2800" dirty="0">
                <a:latin typeface="Arial"/>
              </a:rPr>
              <a:t>"</a:t>
            </a:r>
            <a:r>
              <a:rPr lang="en-US" altLang="zh-CN" sz="2800" dirty="0" err="1">
                <a:latin typeface="Arial"/>
              </a:rPr>
              <a:t>abcdefg</a:t>
            </a:r>
            <a:r>
              <a:rPr lang="en-US" altLang="zh-CN" sz="2800" dirty="0">
                <a:latin typeface="Arial"/>
              </a:rPr>
              <a:t>"</a:t>
            </a:r>
            <a:r>
              <a:rPr lang="zh-CN" altLang="en-US" sz="2800" dirty="0">
                <a:latin typeface="Arial"/>
              </a:rPr>
              <a:t>所在的空间将会被</a:t>
            </a:r>
            <a:r>
              <a:rPr lang="zh-CN" altLang="en-US" sz="2800" dirty="0">
                <a:solidFill>
                  <a:srgbClr val="FFC000"/>
                </a:solidFill>
                <a:latin typeface="Arial"/>
              </a:rPr>
              <a:t>释放两次</a:t>
            </a:r>
            <a:r>
              <a:rPr lang="zh-CN" altLang="en-US" sz="2800" dirty="0">
                <a:latin typeface="Arial"/>
              </a:rPr>
              <a:t>！</a:t>
            </a:r>
            <a:endParaRPr lang="zh-CN" altLang="en-US" sz="2800" dirty="0"/>
          </a:p>
        </p:txBody>
      </p:sp>
      <p:sp>
        <p:nvSpPr>
          <p:cNvPr id="8195" name="Rectangle 5">
            <a:extLst>
              <a:ext uri="{FF2B5EF4-FFF2-40B4-BE49-F238E27FC236}">
                <a16:creationId xmlns:a16="http://schemas.microsoft.com/office/drawing/2014/main" id="{6CD9F1F6-C456-2884-3AF9-70EF6CC3484C}"/>
              </a:ext>
            </a:extLst>
          </p:cNvPr>
          <p:cNvSpPr>
            <a:spLocks noChangeArrowheads="1"/>
          </p:cNvSpPr>
          <p:nvPr/>
        </p:nvSpPr>
        <p:spPr bwMode="auto">
          <a:xfrm>
            <a:off x="1670050" y="4360863"/>
            <a:ext cx="795338" cy="1319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8196" name="Line 7">
            <a:extLst>
              <a:ext uri="{FF2B5EF4-FFF2-40B4-BE49-F238E27FC236}">
                <a16:creationId xmlns:a16="http://schemas.microsoft.com/office/drawing/2014/main" id="{17E6C100-E820-60D0-4E43-18BC8CA18273}"/>
              </a:ext>
            </a:extLst>
          </p:cNvPr>
          <p:cNvSpPr>
            <a:spLocks noChangeShapeType="1"/>
          </p:cNvSpPr>
          <p:nvPr/>
        </p:nvSpPr>
        <p:spPr bwMode="auto">
          <a:xfrm>
            <a:off x="1670050" y="5008563"/>
            <a:ext cx="7953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7" name="Rectangle 8">
            <a:extLst>
              <a:ext uri="{FF2B5EF4-FFF2-40B4-BE49-F238E27FC236}">
                <a16:creationId xmlns:a16="http://schemas.microsoft.com/office/drawing/2014/main" id="{762240C4-B5BA-F472-154F-6082478CD319}"/>
              </a:ext>
            </a:extLst>
          </p:cNvPr>
          <p:cNvSpPr>
            <a:spLocks noChangeArrowheads="1"/>
          </p:cNvSpPr>
          <p:nvPr/>
        </p:nvSpPr>
        <p:spPr bwMode="auto">
          <a:xfrm>
            <a:off x="5699125" y="4360863"/>
            <a:ext cx="795338" cy="12890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8198" name="Line 10">
            <a:extLst>
              <a:ext uri="{FF2B5EF4-FFF2-40B4-BE49-F238E27FC236}">
                <a16:creationId xmlns:a16="http://schemas.microsoft.com/office/drawing/2014/main" id="{628EBA50-9E02-43F1-A864-87D8CC68A322}"/>
              </a:ext>
            </a:extLst>
          </p:cNvPr>
          <p:cNvSpPr>
            <a:spLocks noChangeShapeType="1"/>
          </p:cNvSpPr>
          <p:nvPr/>
        </p:nvSpPr>
        <p:spPr bwMode="auto">
          <a:xfrm>
            <a:off x="5699125" y="4978400"/>
            <a:ext cx="7953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9" name="Rectangle 11">
            <a:extLst>
              <a:ext uri="{FF2B5EF4-FFF2-40B4-BE49-F238E27FC236}">
                <a16:creationId xmlns:a16="http://schemas.microsoft.com/office/drawing/2014/main" id="{E853FC79-24E9-6D54-2699-E4D82A313471}"/>
              </a:ext>
            </a:extLst>
          </p:cNvPr>
          <p:cNvSpPr>
            <a:spLocks noChangeArrowheads="1"/>
          </p:cNvSpPr>
          <p:nvPr/>
        </p:nvSpPr>
        <p:spPr bwMode="auto">
          <a:xfrm>
            <a:off x="3259138" y="5008563"/>
            <a:ext cx="898525" cy="6111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41004" name="Line 12">
            <a:extLst>
              <a:ext uri="{FF2B5EF4-FFF2-40B4-BE49-F238E27FC236}">
                <a16:creationId xmlns:a16="http://schemas.microsoft.com/office/drawing/2014/main" id="{923F4BAE-D2D0-64BA-E42B-1241C5DC0BEF}"/>
              </a:ext>
            </a:extLst>
          </p:cNvPr>
          <p:cNvSpPr>
            <a:spLocks noChangeShapeType="1"/>
          </p:cNvSpPr>
          <p:nvPr/>
        </p:nvSpPr>
        <p:spPr bwMode="auto">
          <a:xfrm>
            <a:off x="2200275" y="5314950"/>
            <a:ext cx="10588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1005" name="Line 13">
            <a:extLst>
              <a:ext uri="{FF2B5EF4-FFF2-40B4-BE49-F238E27FC236}">
                <a16:creationId xmlns:a16="http://schemas.microsoft.com/office/drawing/2014/main" id="{FF8DFE9D-C6C7-0B69-5D8A-1B478D5106D6}"/>
              </a:ext>
            </a:extLst>
          </p:cNvPr>
          <p:cNvSpPr>
            <a:spLocks noChangeShapeType="1"/>
          </p:cNvSpPr>
          <p:nvPr/>
        </p:nvSpPr>
        <p:spPr bwMode="auto">
          <a:xfrm>
            <a:off x="2124075" y="5314950"/>
            <a:ext cx="0" cy="9223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1006" name="Line 14">
            <a:extLst>
              <a:ext uri="{FF2B5EF4-FFF2-40B4-BE49-F238E27FC236}">
                <a16:creationId xmlns:a16="http://schemas.microsoft.com/office/drawing/2014/main" id="{C764B350-9F28-69D5-7835-EF73494294DE}"/>
              </a:ext>
            </a:extLst>
          </p:cNvPr>
          <p:cNvSpPr>
            <a:spLocks noChangeShapeType="1"/>
          </p:cNvSpPr>
          <p:nvPr/>
        </p:nvSpPr>
        <p:spPr bwMode="auto">
          <a:xfrm flipH="1">
            <a:off x="2124075" y="6237288"/>
            <a:ext cx="59039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1007" name="Line 15">
            <a:extLst>
              <a:ext uri="{FF2B5EF4-FFF2-40B4-BE49-F238E27FC236}">
                <a16:creationId xmlns:a16="http://schemas.microsoft.com/office/drawing/2014/main" id="{85763717-2DA6-E40C-471A-8AD3B0F01659}"/>
              </a:ext>
            </a:extLst>
          </p:cNvPr>
          <p:cNvSpPr>
            <a:spLocks noChangeShapeType="1"/>
          </p:cNvSpPr>
          <p:nvPr/>
        </p:nvSpPr>
        <p:spPr bwMode="auto">
          <a:xfrm flipV="1">
            <a:off x="8027988" y="5619750"/>
            <a:ext cx="0" cy="6175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4" name="Text Box 17">
            <a:extLst>
              <a:ext uri="{FF2B5EF4-FFF2-40B4-BE49-F238E27FC236}">
                <a16:creationId xmlns:a16="http://schemas.microsoft.com/office/drawing/2014/main" id="{C3251BC7-1027-D100-426D-2279FD1C21EA}"/>
              </a:ext>
            </a:extLst>
          </p:cNvPr>
          <p:cNvSpPr txBox="1">
            <a:spLocks noChangeArrowheads="1"/>
          </p:cNvSpPr>
          <p:nvPr/>
        </p:nvSpPr>
        <p:spPr bwMode="auto">
          <a:xfrm>
            <a:off x="1042988" y="4522788"/>
            <a:ext cx="531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t>len</a:t>
            </a:r>
          </a:p>
        </p:txBody>
      </p:sp>
      <p:sp>
        <p:nvSpPr>
          <p:cNvPr id="8205" name="Text Box 18">
            <a:extLst>
              <a:ext uri="{FF2B5EF4-FFF2-40B4-BE49-F238E27FC236}">
                <a16:creationId xmlns:a16="http://schemas.microsoft.com/office/drawing/2014/main" id="{753E1A2D-3D19-CD2A-E171-381AF25B1191}"/>
              </a:ext>
            </a:extLst>
          </p:cNvPr>
          <p:cNvSpPr txBox="1">
            <a:spLocks noChangeArrowheads="1"/>
          </p:cNvSpPr>
          <p:nvPr/>
        </p:nvSpPr>
        <p:spPr bwMode="auto">
          <a:xfrm>
            <a:off x="1054100" y="5172075"/>
            <a:ext cx="4937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t>str</a:t>
            </a:r>
          </a:p>
        </p:txBody>
      </p:sp>
      <p:sp>
        <p:nvSpPr>
          <p:cNvPr id="8206" name="Text Box 20">
            <a:extLst>
              <a:ext uri="{FF2B5EF4-FFF2-40B4-BE49-F238E27FC236}">
                <a16:creationId xmlns:a16="http://schemas.microsoft.com/office/drawing/2014/main" id="{750C4876-699D-0333-F80E-5E4D0CDFB15D}"/>
              </a:ext>
            </a:extLst>
          </p:cNvPr>
          <p:cNvSpPr txBox="1">
            <a:spLocks noChangeArrowheads="1"/>
          </p:cNvSpPr>
          <p:nvPr/>
        </p:nvSpPr>
        <p:spPr bwMode="auto">
          <a:xfrm>
            <a:off x="5003800" y="4508500"/>
            <a:ext cx="5318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t>len</a:t>
            </a:r>
          </a:p>
        </p:txBody>
      </p:sp>
      <p:sp>
        <p:nvSpPr>
          <p:cNvPr id="8207" name="Text Box 21">
            <a:extLst>
              <a:ext uri="{FF2B5EF4-FFF2-40B4-BE49-F238E27FC236}">
                <a16:creationId xmlns:a16="http://schemas.microsoft.com/office/drawing/2014/main" id="{DF06C0D7-E0FC-9983-ADBF-0A137EAF37C3}"/>
              </a:ext>
            </a:extLst>
          </p:cNvPr>
          <p:cNvSpPr txBox="1">
            <a:spLocks noChangeArrowheads="1"/>
          </p:cNvSpPr>
          <p:nvPr/>
        </p:nvSpPr>
        <p:spPr bwMode="auto">
          <a:xfrm>
            <a:off x="5014913" y="5157788"/>
            <a:ext cx="4937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t>str</a:t>
            </a:r>
          </a:p>
        </p:txBody>
      </p:sp>
      <p:sp>
        <p:nvSpPr>
          <p:cNvPr id="8208" name="Text Box 22">
            <a:extLst>
              <a:ext uri="{FF2B5EF4-FFF2-40B4-BE49-F238E27FC236}">
                <a16:creationId xmlns:a16="http://schemas.microsoft.com/office/drawing/2014/main" id="{D6E4929E-99BA-C53F-9619-ECADC1BDD5D7}"/>
              </a:ext>
            </a:extLst>
          </p:cNvPr>
          <p:cNvSpPr txBox="1">
            <a:spLocks noChangeArrowheads="1"/>
          </p:cNvSpPr>
          <p:nvPr/>
        </p:nvSpPr>
        <p:spPr bwMode="auto">
          <a:xfrm>
            <a:off x="1773238" y="3854450"/>
            <a:ext cx="4524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t>s1</a:t>
            </a:r>
          </a:p>
        </p:txBody>
      </p:sp>
      <p:sp>
        <p:nvSpPr>
          <p:cNvPr id="8209" name="Text Box 23">
            <a:extLst>
              <a:ext uri="{FF2B5EF4-FFF2-40B4-BE49-F238E27FC236}">
                <a16:creationId xmlns:a16="http://schemas.microsoft.com/office/drawing/2014/main" id="{5BD112F9-3DAA-4B6F-EAC4-5E7F7D505196}"/>
              </a:ext>
            </a:extLst>
          </p:cNvPr>
          <p:cNvSpPr txBox="1">
            <a:spLocks noChangeArrowheads="1"/>
          </p:cNvSpPr>
          <p:nvPr/>
        </p:nvSpPr>
        <p:spPr bwMode="auto">
          <a:xfrm>
            <a:off x="5753100" y="3860800"/>
            <a:ext cx="4524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t>s2</a:t>
            </a:r>
          </a:p>
        </p:txBody>
      </p:sp>
      <p:sp>
        <p:nvSpPr>
          <p:cNvPr id="8210" name="Text Box 24">
            <a:extLst>
              <a:ext uri="{FF2B5EF4-FFF2-40B4-BE49-F238E27FC236}">
                <a16:creationId xmlns:a16="http://schemas.microsoft.com/office/drawing/2014/main" id="{9B581E95-649A-405A-8C79-E6CF21430C2F}"/>
              </a:ext>
            </a:extLst>
          </p:cNvPr>
          <p:cNvSpPr txBox="1">
            <a:spLocks noChangeArrowheads="1"/>
          </p:cNvSpPr>
          <p:nvPr/>
        </p:nvSpPr>
        <p:spPr bwMode="auto">
          <a:xfrm>
            <a:off x="3373438" y="5149850"/>
            <a:ext cx="574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t>xyz</a:t>
            </a:r>
          </a:p>
        </p:txBody>
      </p:sp>
      <p:sp>
        <p:nvSpPr>
          <p:cNvPr id="8211" name="Text Box 26">
            <a:extLst>
              <a:ext uri="{FF2B5EF4-FFF2-40B4-BE49-F238E27FC236}">
                <a16:creationId xmlns:a16="http://schemas.microsoft.com/office/drawing/2014/main" id="{FD239F39-1934-A26E-1E2E-A85031BF6F5F}"/>
              </a:ext>
            </a:extLst>
          </p:cNvPr>
          <p:cNvSpPr txBox="1">
            <a:spLocks noChangeArrowheads="1"/>
          </p:cNvSpPr>
          <p:nvPr/>
        </p:nvSpPr>
        <p:spPr bwMode="auto">
          <a:xfrm>
            <a:off x="1752600" y="4451350"/>
            <a:ext cx="330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t>3</a:t>
            </a:r>
          </a:p>
        </p:txBody>
      </p:sp>
      <p:sp>
        <p:nvSpPr>
          <p:cNvPr id="8212" name="Text Box 28">
            <a:extLst>
              <a:ext uri="{FF2B5EF4-FFF2-40B4-BE49-F238E27FC236}">
                <a16:creationId xmlns:a16="http://schemas.microsoft.com/office/drawing/2014/main" id="{4E21E3AF-427D-FC22-78D2-0B1032FCC0EF}"/>
              </a:ext>
            </a:extLst>
          </p:cNvPr>
          <p:cNvSpPr txBox="1">
            <a:spLocks noChangeArrowheads="1"/>
          </p:cNvSpPr>
          <p:nvPr/>
        </p:nvSpPr>
        <p:spPr bwMode="auto">
          <a:xfrm>
            <a:off x="5783263" y="4437063"/>
            <a:ext cx="330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t>7</a:t>
            </a:r>
          </a:p>
        </p:txBody>
      </p:sp>
      <p:sp>
        <p:nvSpPr>
          <p:cNvPr id="8213" name="Rectangle 29">
            <a:extLst>
              <a:ext uri="{FF2B5EF4-FFF2-40B4-BE49-F238E27FC236}">
                <a16:creationId xmlns:a16="http://schemas.microsoft.com/office/drawing/2014/main" id="{8ECFE6C3-7A6F-E0B5-9ED7-2CB9E0236FBD}"/>
              </a:ext>
            </a:extLst>
          </p:cNvPr>
          <p:cNvSpPr>
            <a:spLocks noChangeArrowheads="1"/>
          </p:cNvSpPr>
          <p:nvPr/>
        </p:nvSpPr>
        <p:spPr bwMode="auto">
          <a:xfrm>
            <a:off x="7418388" y="5013325"/>
            <a:ext cx="1185862" cy="6111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8214" name="Text Box 30">
            <a:extLst>
              <a:ext uri="{FF2B5EF4-FFF2-40B4-BE49-F238E27FC236}">
                <a16:creationId xmlns:a16="http://schemas.microsoft.com/office/drawing/2014/main" id="{908552D3-CB80-9F88-12DB-122F7E74A102}"/>
              </a:ext>
            </a:extLst>
          </p:cNvPr>
          <p:cNvSpPr txBox="1">
            <a:spLocks noChangeArrowheads="1"/>
          </p:cNvSpPr>
          <p:nvPr/>
        </p:nvSpPr>
        <p:spPr bwMode="auto">
          <a:xfrm>
            <a:off x="7518400" y="5100638"/>
            <a:ext cx="1085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t>abcdefg</a:t>
            </a:r>
          </a:p>
        </p:txBody>
      </p:sp>
      <p:sp>
        <p:nvSpPr>
          <p:cNvPr id="8215" name="Line 31">
            <a:extLst>
              <a:ext uri="{FF2B5EF4-FFF2-40B4-BE49-F238E27FC236}">
                <a16:creationId xmlns:a16="http://schemas.microsoft.com/office/drawing/2014/main" id="{AF94A33F-FC85-75B1-75AA-9B43C3ECCEEF}"/>
              </a:ext>
            </a:extLst>
          </p:cNvPr>
          <p:cNvSpPr>
            <a:spLocks noChangeShapeType="1"/>
          </p:cNvSpPr>
          <p:nvPr/>
        </p:nvSpPr>
        <p:spPr bwMode="auto">
          <a:xfrm>
            <a:off x="6084888" y="5302250"/>
            <a:ext cx="12954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0" name="Text Box 26">
            <a:extLst>
              <a:ext uri="{FF2B5EF4-FFF2-40B4-BE49-F238E27FC236}">
                <a16:creationId xmlns:a16="http://schemas.microsoft.com/office/drawing/2014/main" id="{6CB25B60-C7B8-9884-0F12-2C07383669A8}"/>
              </a:ext>
            </a:extLst>
          </p:cNvPr>
          <p:cNvSpPr txBox="1">
            <a:spLocks noChangeArrowheads="1"/>
          </p:cNvSpPr>
          <p:nvPr/>
        </p:nvSpPr>
        <p:spPr bwMode="auto">
          <a:xfrm>
            <a:off x="1835150" y="4473575"/>
            <a:ext cx="330200" cy="36671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t>7</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40995">
                                            <p:txEl>
                                              <p:pRg st="2" end="2"/>
                                            </p:txEl>
                                          </p:spTgt>
                                        </p:tgtEl>
                                        <p:attrNameLst>
                                          <p:attrName>style.visibility</p:attrName>
                                        </p:attrNameLst>
                                      </p:cBhvr>
                                      <p:to>
                                        <p:strVal val="visible"/>
                                      </p:to>
                                    </p:set>
                                    <p:anim calcmode="lin" valueType="num">
                                      <p:cBhvr additive="base">
                                        <p:cTn id="7" dur="500" fill="hold"/>
                                        <p:tgtEl>
                                          <p:spTgt spid="34099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0995">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500" fill="hold"/>
                                        <p:tgtEl>
                                          <p:spTgt spid="30"/>
                                        </p:tgtEl>
                                        <p:attrNameLst>
                                          <p:attrName>ppt_x</p:attrName>
                                        </p:attrNameLst>
                                      </p:cBhvr>
                                      <p:tavLst>
                                        <p:tav tm="0">
                                          <p:val>
                                            <p:strVal val="#ppt_x"/>
                                          </p:val>
                                        </p:tav>
                                        <p:tav tm="100000">
                                          <p:val>
                                            <p:strVal val="#ppt_x"/>
                                          </p:val>
                                        </p:tav>
                                      </p:tavLst>
                                    </p:anim>
                                    <p:anim calcmode="lin" valueType="num">
                                      <p:cBhvr additive="base">
                                        <p:cTn id="12" dur="500" fill="hold"/>
                                        <p:tgtEl>
                                          <p:spTgt spid="30"/>
                                        </p:tgtEl>
                                        <p:attrNameLst>
                                          <p:attrName>ppt_y</p:attrName>
                                        </p:attrNameLst>
                                      </p:cBhvr>
                                      <p:tavLst>
                                        <p:tav tm="0">
                                          <p:val>
                                            <p:strVal val="1+#ppt_h/2"/>
                                          </p:val>
                                        </p:tav>
                                        <p:tav tm="100000">
                                          <p:val>
                                            <p:strVal val="#ppt_y"/>
                                          </p:val>
                                        </p:tav>
                                      </p:tavLst>
                                    </p:anim>
                                  </p:childTnLst>
                                </p:cTn>
                              </p:par>
                              <p:par>
                                <p:cTn id="13" presetID="2" presetClass="exit" presetSubtype="4" fill="hold" nodeType="withEffect">
                                  <p:stCondLst>
                                    <p:cond delay="0"/>
                                  </p:stCondLst>
                                  <p:childTnLst>
                                    <p:anim calcmode="lin" valueType="num">
                                      <p:cBhvr additive="base">
                                        <p:cTn id="14" dur="500"/>
                                        <p:tgtEl>
                                          <p:spTgt spid="341004"/>
                                        </p:tgtEl>
                                        <p:attrNameLst>
                                          <p:attrName>ppt_x</p:attrName>
                                        </p:attrNameLst>
                                      </p:cBhvr>
                                      <p:tavLst>
                                        <p:tav tm="0">
                                          <p:val>
                                            <p:strVal val="ppt_x"/>
                                          </p:val>
                                        </p:tav>
                                        <p:tav tm="100000">
                                          <p:val>
                                            <p:strVal val="ppt_x"/>
                                          </p:val>
                                        </p:tav>
                                      </p:tavLst>
                                    </p:anim>
                                    <p:anim calcmode="lin" valueType="num">
                                      <p:cBhvr additive="base">
                                        <p:cTn id="15" dur="500"/>
                                        <p:tgtEl>
                                          <p:spTgt spid="341004"/>
                                        </p:tgtEl>
                                        <p:attrNameLst>
                                          <p:attrName>ppt_y</p:attrName>
                                        </p:attrNameLst>
                                      </p:cBhvr>
                                      <p:tavLst>
                                        <p:tav tm="0">
                                          <p:val>
                                            <p:strVal val="ppt_y"/>
                                          </p:val>
                                        </p:tav>
                                        <p:tav tm="100000">
                                          <p:val>
                                            <p:strVal val="1+ppt_h/2"/>
                                          </p:val>
                                        </p:tav>
                                      </p:tavLst>
                                    </p:anim>
                                    <p:set>
                                      <p:cBhvr>
                                        <p:cTn id="16" dur="1" fill="hold">
                                          <p:stCondLst>
                                            <p:cond delay="499"/>
                                          </p:stCondLst>
                                        </p:cTn>
                                        <p:tgtEl>
                                          <p:spTgt spid="341004"/>
                                        </p:tgtEl>
                                        <p:attrNameLst>
                                          <p:attrName>style.visibility</p:attrName>
                                        </p:attrNameLst>
                                      </p:cBhvr>
                                      <p:to>
                                        <p:strVal val="hidden"/>
                                      </p:to>
                                    </p:set>
                                  </p:childTnLst>
                                </p:cTn>
                              </p:par>
                              <p:par>
                                <p:cTn id="17" presetID="2" presetClass="entr" presetSubtype="4" fill="hold" nodeType="withEffect">
                                  <p:stCondLst>
                                    <p:cond delay="0"/>
                                  </p:stCondLst>
                                  <p:childTnLst>
                                    <p:set>
                                      <p:cBhvr>
                                        <p:cTn id="18" dur="1" fill="hold">
                                          <p:stCondLst>
                                            <p:cond delay="0"/>
                                          </p:stCondLst>
                                        </p:cTn>
                                        <p:tgtEl>
                                          <p:spTgt spid="341005"/>
                                        </p:tgtEl>
                                        <p:attrNameLst>
                                          <p:attrName>style.visibility</p:attrName>
                                        </p:attrNameLst>
                                      </p:cBhvr>
                                      <p:to>
                                        <p:strVal val="visible"/>
                                      </p:to>
                                    </p:set>
                                    <p:anim calcmode="lin" valueType="num">
                                      <p:cBhvr additive="base">
                                        <p:cTn id="19" dur="500" fill="hold"/>
                                        <p:tgtEl>
                                          <p:spTgt spid="341005"/>
                                        </p:tgtEl>
                                        <p:attrNameLst>
                                          <p:attrName>ppt_x</p:attrName>
                                        </p:attrNameLst>
                                      </p:cBhvr>
                                      <p:tavLst>
                                        <p:tav tm="0">
                                          <p:val>
                                            <p:strVal val="#ppt_x"/>
                                          </p:val>
                                        </p:tav>
                                        <p:tav tm="100000">
                                          <p:val>
                                            <p:strVal val="#ppt_x"/>
                                          </p:val>
                                        </p:tav>
                                      </p:tavLst>
                                    </p:anim>
                                    <p:anim calcmode="lin" valueType="num">
                                      <p:cBhvr additive="base">
                                        <p:cTn id="20" dur="500" fill="hold"/>
                                        <p:tgtEl>
                                          <p:spTgt spid="34100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41006"/>
                                        </p:tgtEl>
                                        <p:attrNameLst>
                                          <p:attrName>style.visibility</p:attrName>
                                        </p:attrNameLst>
                                      </p:cBhvr>
                                      <p:to>
                                        <p:strVal val="visible"/>
                                      </p:to>
                                    </p:set>
                                    <p:anim calcmode="lin" valueType="num">
                                      <p:cBhvr additive="base">
                                        <p:cTn id="23" dur="500" fill="hold"/>
                                        <p:tgtEl>
                                          <p:spTgt spid="341006"/>
                                        </p:tgtEl>
                                        <p:attrNameLst>
                                          <p:attrName>ppt_x</p:attrName>
                                        </p:attrNameLst>
                                      </p:cBhvr>
                                      <p:tavLst>
                                        <p:tav tm="0">
                                          <p:val>
                                            <p:strVal val="#ppt_x"/>
                                          </p:val>
                                        </p:tav>
                                        <p:tav tm="100000">
                                          <p:val>
                                            <p:strVal val="#ppt_x"/>
                                          </p:val>
                                        </p:tav>
                                      </p:tavLst>
                                    </p:anim>
                                    <p:anim calcmode="lin" valueType="num">
                                      <p:cBhvr additive="base">
                                        <p:cTn id="24" dur="500" fill="hold"/>
                                        <p:tgtEl>
                                          <p:spTgt spid="341006"/>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41007"/>
                                        </p:tgtEl>
                                        <p:attrNameLst>
                                          <p:attrName>style.visibility</p:attrName>
                                        </p:attrNameLst>
                                      </p:cBhvr>
                                      <p:to>
                                        <p:strVal val="visible"/>
                                      </p:to>
                                    </p:set>
                                    <p:anim calcmode="lin" valueType="num">
                                      <p:cBhvr additive="base">
                                        <p:cTn id="27" dur="500" fill="hold"/>
                                        <p:tgtEl>
                                          <p:spTgt spid="341007"/>
                                        </p:tgtEl>
                                        <p:attrNameLst>
                                          <p:attrName>ppt_x</p:attrName>
                                        </p:attrNameLst>
                                      </p:cBhvr>
                                      <p:tavLst>
                                        <p:tav tm="0">
                                          <p:val>
                                            <p:strVal val="#ppt_x"/>
                                          </p:val>
                                        </p:tav>
                                        <p:tav tm="100000">
                                          <p:val>
                                            <p:strVal val="#ppt_x"/>
                                          </p:val>
                                        </p:tav>
                                      </p:tavLst>
                                    </p:anim>
                                    <p:anim calcmode="lin" valueType="num">
                                      <p:cBhvr additive="base">
                                        <p:cTn id="28" dur="500" fill="hold"/>
                                        <p:tgtEl>
                                          <p:spTgt spid="341007"/>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340995">
                                            <p:txEl>
                                              <p:pRg st="3" end="3"/>
                                            </p:txEl>
                                          </p:spTgt>
                                        </p:tgtEl>
                                        <p:attrNameLst>
                                          <p:attrName>style.visibility</p:attrName>
                                        </p:attrNameLst>
                                      </p:cBhvr>
                                      <p:to>
                                        <p:strVal val="visible"/>
                                      </p:to>
                                    </p:set>
                                    <p:anim calcmode="lin" valueType="num">
                                      <p:cBhvr additive="base">
                                        <p:cTn id="33" dur="500" fill="hold"/>
                                        <p:tgtEl>
                                          <p:spTgt spid="340995">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4099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340995">
                                            <p:txEl>
                                              <p:pRg st="4" end="4"/>
                                            </p:txEl>
                                          </p:spTgt>
                                        </p:tgtEl>
                                        <p:attrNameLst>
                                          <p:attrName>style.visibility</p:attrName>
                                        </p:attrNameLst>
                                      </p:cBhvr>
                                      <p:to>
                                        <p:strVal val="visible"/>
                                      </p:to>
                                    </p:set>
                                    <p:anim calcmode="lin" valueType="num">
                                      <p:cBhvr additive="base">
                                        <p:cTn id="39" dur="500" fill="hold"/>
                                        <p:tgtEl>
                                          <p:spTgt spid="340995">
                                            <p:txEl>
                                              <p:pRg st="4" end="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4099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nodeType="clickEffect">
                                  <p:stCondLst>
                                    <p:cond delay="0"/>
                                  </p:stCondLst>
                                  <p:childTnLst>
                                    <p:set>
                                      <p:cBhvr>
                                        <p:cTn id="44" dur="1" fill="hold">
                                          <p:stCondLst>
                                            <p:cond delay="0"/>
                                          </p:stCondLst>
                                        </p:cTn>
                                        <p:tgtEl>
                                          <p:spTgt spid="340995">
                                            <p:txEl>
                                              <p:pRg st="5" end="5"/>
                                            </p:txEl>
                                          </p:spTgt>
                                        </p:tgtEl>
                                        <p:attrNameLst>
                                          <p:attrName>style.visibility</p:attrName>
                                        </p:attrNameLst>
                                      </p:cBhvr>
                                      <p:to>
                                        <p:strVal val="visible"/>
                                      </p:to>
                                    </p:set>
                                    <p:anim calcmode="lin" valueType="num">
                                      <p:cBhvr additive="base">
                                        <p:cTn id="45" dur="500" fill="hold"/>
                                        <p:tgtEl>
                                          <p:spTgt spid="340995">
                                            <p:txEl>
                                              <p:pRg st="5" end="5"/>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4099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9" name="Rectangle 3">
            <a:extLst>
              <a:ext uri="{FF2B5EF4-FFF2-40B4-BE49-F238E27FC236}">
                <a16:creationId xmlns:a16="http://schemas.microsoft.com/office/drawing/2014/main" id="{1CD9076B-8E45-82F6-152F-8530F4F01CF5}"/>
              </a:ext>
            </a:extLst>
          </p:cNvPr>
          <p:cNvSpPr>
            <a:spLocks noGrp="1" noChangeArrowheads="1"/>
          </p:cNvSpPr>
          <p:nvPr>
            <p:ph type="body" idx="1"/>
          </p:nvPr>
        </p:nvSpPr>
        <p:spPr>
          <a:xfrm>
            <a:off x="457200" y="115888"/>
            <a:ext cx="8229600" cy="6626225"/>
          </a:xfrm>
        </p:spPr>
        <p:txBody>
          <a:bodyPr>
            <a:normAutofit/>
          </a:bodyPr>
          <a:lstStyle/>
          <a:p>
            <a:pPr eaLnBrk="1" hangingPunct="1">
              <a:defRPr/>
            </a:pPr>
            <a:r>
              <a:rPr lang="zh-CN" altLang="en-GB" sz="2800" dirty="0"/>
              <a:t>解决上面问题的办法是</a:t>
            </a:r>
            <a:r>
              <a:rPr lang="zh-CN" altLang="en-US" sz="2800" dirty="0"/>
              <a:t>针对</a:t>
            </a:r>
            <a:r>
              <a:rPr lang="en-US" altLang="zh-CN" sz="2800" dirty="0"/>
              <a:t>String</a:t>
            </a:r>
            <a:r>
              <a:rPr lang="zh-CN" altLang="en-US" sz="2800" dirty="0"/>
              <a:t>类</a:t>
            </a:r>
            <a:r>
              <a:rPr lang="zh-CN" altLang="en-GB" sz="2800" dirty="0"/>
              <a:t>自己定义赋值操作符重载函数：</a:t>
            </a:r>
          </a:p>
          <a:p>
            <a:pPr lvl="1" eaLnBrk="1" hangingPunct="1">
              <a:buFontTx/>
              <a:buNone/>
              <a:defRPr/>
            </a:pPr>
            <a:r>
              <a:rPr lang="en-GB" altLang="zh-CN" sz="2400" dirty="0"/>
              <a:t>class String</a:t>
            </a:r>
          </a:p>
          <a:p>
            <a:pPr lvl="1" eaLnBrk="1" hangingPunct="1">
              <a:buFontTx/>
              <a:buNone/>
              <a:defRPr/>
            </a:pPr>
            <a:r>
              <a:rPr lang="en-GB" altLang="zh-CN" sz="2400" dirty="0"/>
              <a:t>{  ......</a:t>
            </a:r>
          </a:p>
          <a:p>
            <a:pPr lvl="2" eaLnBrk="1" hangingPunct="1">
              <a:buFontTx/>
              <a:buNone/>
              <a:defRPr/>
            </a:pPr>
            <a:r>
              <a:rPr lang="en-GB" altLang="zh-CN" sz="2000" dirty="0"/>
              <a:t>String&amp; </a:t>
            </a:r>
            <a:r>
              <a:rPr lang="en-GB" altLang="zh-CN" sz="2000" dirty="0">
                <a:solidFill>
                  <a:srgbClr val="FFC000"/>
                </a:solidFill>
              </a:rPr>
              <a:t>operator =</a:t>
            </a:r>
            <a:r>
              <a:rPr lang="en-GB" altLang="zh-CN" sz="2000" dirty="0"/>
              <a:t> (</a:t>
            </a:r>
            <a:r>
              <a:rPr lang="en-GB" altLang="zh-CN" sz="2000" dirty="0" err="1"/>
              <a:t>const</a:t>
            </a:r>
            <a:r>
              <a:rPr lang="en-GB" altLang="zh-CN" sz="2000" dirty="0"/>
              <a:t> String&amp; s)</a:t>
            </a:r>
          </a:p>
          <a:p>
            <a:pPr lvl="2" eaLnBrk="1" hangingPunct="1">
              <a:buFontTx/>
              <a:buNone/>
              <a:defRPr/>
            </a:pPr>
            <a:r>
              <a:rPr lang="en-GB" altLang="zh-CN" sz="2000" dirty="0"/>
              <a:t>{	if (&amp;s == this) return *this;  //</a:t>
            </a:r>
            <a:r>
              <a:rPr lang="zh-CN" altLang="en-GB" sz="2000" dirty="0"/>
              <a:t>防止自身赋值</a:t>
            </a:r>
            <a:r>
              <a:rPr lang="zh-CN" altLang="en-US" sz="2000" dirty="0"/>
              <a:t>：</a:t>
            </a:r>
            <a:r>
              <a:rPr lang="en-US" altLang="zh-CN" sz="2000" dirty="0"/>
              <a:t>a=a</a:t>
            </a:r>
            <a:endParaRPr lang="zh-CN" altLang="en-GB" sz="2000" dirty="0"/>
          </a:p>
          <a:p>
            <a:pPr lvl="2" eaLnBrk="1" hangingPunct="1">
              <a:buFontTx/>
              <a:buNone/>
              <a:defRPr/>
            </a:pPr>
            <a:r>
              <a:rPr lang="zh-CN" altLang="en-GB" sz="2000" dirty="0"/>
              <a:t>	</a:t>
            </a:r>
            <a:r>
              <a:rPr lang="en-GB" altLang="zh-CN" sz="2000" dirty="0"/>
              <a:t>delete []</a:t>
            </a:r>
            <a:r>
              <a:rPr lang="en-GB" altLang="zh-CN" sz="2000" dirty="0" err="1"/>
              <a:t>str</a:t>
            </a:r>
            <a:r>
              <a:rPr lang="en-GB" altLang="zh-CN" sz="2000" dirty="0"/>
              <a:t>;</a:t>
            </a:r>
          </a:p>
          <a:p>
            <a:pPr lvl="2" eaLnBrk="1" hangingPunct="1">
              <a:buFontTx/>
              <a:buNone/>
              <a:defRPr/>
            </a:pPr>
            <a:r>
              <a:rPr lang="en-GB" altLang="zh-CN" sz="2000" dirty="0"/>
              <a:t>	</a:t>
            </a:r>
            <a:r>
              <a:rPr lang="en-GB" altLang="zh-CN" sz="2000" dirty="0" err="1"/>
              <a:t>str</a:t>
            </a:r>
            <a:r>
              <a:rPr lang="en-GB" altLang="zh-CN" sz="2000" dirty="0"/>
              <a:t> = new char[s.len+1];</a:t>
            </a:r>
          </a:p>
          <a:p>
            <a:pPr lvl="2" eaLnBrk="1" hangingPunct="1">
              <a:buFontTx/>
              <a:buNone/>
              <a:defRPr/>
            </a:pPr>
            <a:r>
              <a:rPr lang="en-GB" altLang="zh-CN" sz="2000" dirty="0"/>
              <a:t>	</a:t>
            </a:r>
            <a:r>
              <a:rPr lang="en-GB" altLang="zh-CN" sz="2000" dirty="0" err="1"/>
              <a:t>strcpy</a:t>
            </a:r>
            <a:r>
              <a:rPr lang="en-GB" altLang="zh-CN" sz="2000" dirty="0"/>
              <a:t>(</a:t>
            </a:r>
            <a:r>
              <a:rPr lang="en-GB" altLang="zh-CN" sz="2000" dirty="0" err="1"/>
              <a:t>str,s.str</a:t>
            </a:r>
            <a:r>
              <a:rPr lang="en-GB" altLang="zh-CN" sz="2000" dirty="0"/>
              <a:t>);</a:t>
            </a:r>
          </a:p>
          <a:p>
            <a:pPr lvl="2" eaLnBrk="1" hangingPunct="1">
              <a:buFontTx/>
              <a:buNone/>
              <a:defRPr/>
            </a:pPr>
            <a:r>
              <a:rPr lang="en-GB" altLang="zh-CN" sz="2000" dirty="0"/>
              <a:t>   </a:t>
            </a:r>
            <a:r>
              <a:rPr lang="en-GB" altLang="zh-CN" sz="2000" dirty="0" err="1"/>
              <a:t>len</a:t>
            </a:r>
            <a:r>
              <a:rPr lang="en-GB" altLang="zh-CN" sz="2000" dirty="0"/>
              <a:t> = </a:t>
            </a:r>
            <a:r>
              <a:rPr lang="en-GB" altLang="zh-CN" sz="2000" dirty="0" err="1"/>
              <a:t>s.len</a:t>
            </a:r>
            <a:r>
              <a:rPr lang="en-GB" altLang="zh-CN" sz="2000" dirty="0"/>
              <a:t>; </a:t>
            </a:r>
          </a:p>
          <a:p>
            <a:pPr lvl="2" eaLnBrk="1" hangingPunct="1">
              <a:buFontTx/>
              <a:buNone/>
              <a:defRPr/>
            </a:pPr>
            <a:r>
              <a:rPr lang="en-GB" altLang="zh-CN" sz="2000" dirty="0"/>
              <a:t>	return *this;</a:t>
            </a:r>
          </a:p>
          <a:p>
            <a:pPr lvl="2" eaLnBrk="1" hangingPunct="1">
              <a:buFontTx/>
              <a:buNone/>
              <a:defRPr/>
            </a:pPr>
            <a:r>
              <a:rPr lang="en-GB" altLang="zh-CN" sz="2000" dirty="0"/>
              <a:t>}</a:t>
            </a:r>
          </a:p>
          <a:p>
            <a:pPr lvl="1" eaLnBrk="1" hangingPunct="1">
              <a:buFontTx/>
              <a:buNone/>
              <a:defRPr/>
            </a:pPr>
            <a:r>
              <a:rPr lang="en-GB" altLang="zh-CN" sz="2400"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7" name="Rectangle 3">
            <a:extLst>
              <a:ext uri="{FF2B5EF4-FFF2-40B4-BE49-F238E27FC236}">
                <a16:creationId xmlns:a16="http://schemas.microsoft.com/office/drawing/2014/main" id="{EC46743B-4DE5-515E-5939-298B36E4B02E}"/>
              </a:ext>
            </a:extLst>
          </p:cNvPr>
          <p:cNvSpPr>
            <a:spLocks noGrp="1" noChangeArrowheads="1"/>
          </p:cNvSpPr>
          <p:nvPr>
            <p:ph type="body" idx="1"/>
          </p:nvPr>
        </p:nvSpPr>
        <p:spPr>
          <a:xfrm>
            <a:off x="34925" y="115888"/>
            <a:ext cx="9037638" cy="6669087"/>
          </a:xfrm>
        </p:spPr>
        <p:txBody>
          <a:bodyPr>
            <a:normAutofit lnSpcReduction="10000"/>
          </a:bodyPr>
          <a:lstStyle/>
          <a:p>
            <a:pPr defTabSz="295275" eaLnBrk="1" hangingPunct="1">
              <a:lnSpc>
                <a:spcPct val="110000"/>
              </a:lnSpc>
              <a:defRPr/>
            </a:pPr>
            <a:r>
              <a:rPr lang="zh-CN" altLang="en-US" sz="2800" dirty="0"/>
              <a:t>如果有成员对象，</a:t>
            </a:r>
            <a:r>
              <a:rPr lang="zh-CN" altLang="en-GB" sz="2800" dirty="0"/>
              <a:t>自定义的赋值操作符重载函数不会自动地去</a:t>
            </a:r>
            <a:r>
              <a:rPr lang="zh-CN" altLang="en-US" sz="2800" dirty="0"/>
              <a:t>对</a:t>
            </a:r>
            <a:r>
              <a:rPr lang="zh-CN" altLang="en-GB" sz="2800" dirty="0"/>
              <a:t>成员对象进行赋值操作，必须要在自定义的赋值操作符重载函数中显式地</a:t>
            </a:r>
            <a:r>
              <a:rPr lang="zh-CN" altLang="en-US" sz="2800" dirty="0"/>
              <a:t>给</a:t>
            </a:r>
            <a:r>
              <a:rPr lang="zh-CN" altLang="en-GB" sz="2800" dirty="0"/>
              <a:t>出</a:t>
            </a:r>
            <a:r>
              <a:rPr lang="zh-CN" altLang="en-US" sz="2800" dirty="0"/>
              <a:t>。</a:t>
            </a:r>
            <a:r>
              <a:rPr lang="zh-CN" altLang="en-GB" sz="2800" dirty="0"/>
              <a:t>例如：</a:t>
            </a:r>
          </a:p>
          <a:p>
            <a:pPr lvl="1" defTabSz="295275" eaLnBrk="1" hangingPunct="1">
              <a:lnSpc>
                <a:spcPct val="110000"/>
              </a:lnSpc>
              <a:buFontTx/>
              <a:buNone/>
              <a:defRPr/>
            </a:pPr>
            <a:r>
              <a:rPr lang="en-GB" altLang="zh-CN" sz="2400" dirty="0"/>
              <a:t>class A { ...... };</a:t>
            </a:r>
          </a:p>
          <a:p>
            <a:pPr lvl="1" defTabSz="295275" eaLnBrk="1" hangingPunct="1">
              <a:lnSpc>
                <a:spcPct val="90000"/>
              </a:lnSpc>
              <a:buFontTx/>
              <a:buNone/>
              <a:defRPr/>
            </a:pPr>
            <a:r>
              <a:rPr lang="en-GB" altLang="zh-CN" sz="2400" dirty="0"/>
              <a:t>class B</a:t>
            </a:r>
          </a:p>
          <a:p>
            <a:pPr lvl="1" defTabSz="295275" eaLnBrk="1" hangingPunct="1">
              <a:lnSpc>
                <a:spcPct val="90000"/>
              </a:lnSpc>
              <a:buFontTx/>
              <a:buNone/>
              <a:defRPr/>
            </a:pPr>
            <a:r>
              <a:rPr lang="en-GB" altLang="zh-CN" sz="2400" dirty="0"/>
              <a:t>{		A </a:t>
            </a:r>
            <a:r>
              <a:rPr lang="en-GB" altLang="zh-CN" sz="2400" dirty="0" err="1"/>
              <a:t>a</a:t>
            </a:r>
            <a:r>
              <a:rPr lang="en-GB" altLang="zh-CN" sz="2400" dirty="0"/>
              <a:t>;</a:t>
            </a:r>
          </a:p>
          <a:p>
            <a:pPr lvl="1" defTabSz="295275" eaLnBrk="1" hangingPunct="1">
              <a:lnSpc>
                <a:spcPct val="90000"/>
              </a:lnSpc>
              <a:buFontTx/>
              <a:buNone/>
              <a:defRPr/>
            </a:pPr>
            <a:r>
              <a:rPr lang="en-GB" altLang="zh-CN" sz="2400" dirty="0"/>
              <a:t>		</a:t>
            </a:r>
            <a:r>
              <a:rPr lang="en-GB" altLang="zh-CN" sz="2400" dirty="0" err="1"/>
              <a:t>int</a:t>
            </a:r>
            <a:r>
              <a:rPr lang="en-GB" altLang="zh-CN" sz="2400" dirty="0"/>
              <a:t> </a:t>
            </a:r>
            <a:r>
              <a:rPr lang="en-GB" altLang="zh-CN" sz="2400" dirty="0" err="1"/>
              <a:t>x,y</a:t>
            </a:r>
            <a:r>
              <a:rPr lang="en-GB" altLang="zh-CN" sz="2400" dirty="0"/>
              <a:t>;</a:t>
            </a:r>
          </a:p>
          <a:p>
            <a:pPr lvl="1" defTabSz="295275" eaLnBrk="1" hangingPunct="1">
              <a:lnSpc>
                <a:spcPct val="90000"/>
              </a:lnSpc>
              <a:buFontTx/>
              <a:buNone/>
              <a:defRPr/>
            </a:pPr>
            <a:r>
              <a:rPr lang="en-GB" altLang="zh-CN" sz="2400" dirty="0"/>
              <a:t>	public:</a:t>
            </a:r>
          </a:p>
          <a:p>
            <a:pPr lvl="1" defTabSz="295275" eaLnBrk="1" hangingPunct="1">
              <a:lnSpc>
                <a:spcPct val="90000"/>
              </a:lnSpc>
              <a:buFontTx/>
              <a:buNone/>
              <a:defRPr/>
            </a:pPr>
            <a:r>
              <a:rPr lang="en-GB" altLang="zh-CN" sz="2400" dirty="0"/>
              <a:t>		......</a:t>
            </a:r>
          </a:p>
          <a:p>
            <a:pPr lvl="1" defTabSz="295275" eaLnBrk="1" hangingPunct="1">
              <a:lnSpc>
                <a:spcPct val="90000"/>
              </a:lnSpc>
              <a:buFontTx/>
              <a:buNone/>
              <a:defRPr/>
            </a:pPr>
            <a:r>
              <a:rPr lang="en-GB" altLang="zh-CN" sz="2400" dirty="0"/>
              <a:t>		B&amp; operator = (</a:t>
            </a:r>
            <a:r>
              <a:rPr lang="en-GB" altLang="zh-CN" sz="2400" dirty="0" err="1"/>
              <a:t>const</a:t>
            </a:r>
            <a:r>
              <a:rPr lang="en-GB" altLang="zh-CN" sz="2400" dirty="0"/>
              <a:t> B&amp; b)</a:t>
            </a:r>
          </a:p>
          <a:p>
            <a:pPr lvl="1" defTabSz="295275" eaLnBrk="1" hangingPunct="1">
              <a:lnSpc>
                <a:spcPct val="90000"/>
              </a:lnSpc>
              <a:buFontTx/>
              <a:buNone/>
              <a:defRPr/>
            </a:pPr>
            <a:r>
              <a:rPr lang="en-GB" altLang="zh-CN" sz="2400" dirty="0"/>
              <a:t>		{	if (&amp;</a:t>
            </a:r>
            <a:r>
              <a:rPr lang="en-US" altLang="zh-CN" sz="2400" dirty="0"/>
              <a:t>b</a:t>
            </a:r>
            <a:r>
              <a:rPr lang="en-GB" altLang="zh-CN" sz="2400" dirty="0"/>
              <a:t> == this) return *this; </a:t>
            </a:r>
          </a:p>
          <a:p>
            <a:pPr lvl="1" defTabSz="295275" eaLnBrk="1" hangingPunct="1">
              <a:lnSpc>
                <a:spcPct val="90000"/>
              </a:lnSpc>
              <a:buFontTx/>
              <a:buNone/>
              <a:defRPr/>
            </a:pPr>
            <a:r>
              <a:rPr lang="en-GB" altLang="zh-CN" sz="2400" dirty="0">
                <a:solidFill>
                  <a:schemeClr val="folHlink"/>
                </a:solidFill>
              </a:rPr>
              <a:t>      a = </a:t>
            </a:r>
            <a:r>
              <a:rPr lang="en-GB" altLang="zh-CN" sz="2400" dirty="0" err="1">
                <a:solidFill>
                  <a:schemeClr val="folHlink"/>
                </a:solidFill>
              </a:rPr>
              <a:t>b.a</a:t>
            </a:r>
            <a:r>
              <a:rPr lang="en-GB" altLang="zh-CN" sz="2400" dirty="0"/>
              <a:t>;</a:t>
            </a:r>
            <a:r>
              <a:rPr lang="en-GB" altLang="zh-CN" sz="2000" dirty="0"/>
              <a:t>//</a:t>
            </a:r>
            <a:r>
              <a:rPr lang="zh-CN" altLang="en-GB" sz="2000" dirty="0"/>
              <a:t>调用</a:t>
            </a:r>
            <a:r>
              <a:rPr lang="en-GB" altLang="zh-CN" sz="2000" dirty="0"/>
              <a:t>A</a:t>
            </a:r>
            <a:r>
              <a:rPr lang="zh-CN" altLang="en-GB" sz="2000" dirty="0"/>
              <a:t>类的赋值操</a:t>
            </a:r>
            <a:r>
              <a:rPr lang="zh-CN" altLang="en-US" sz="2000" dirty="0"/>
              <a:t>作</a:t>
            </a:r>
            <a:r>
              <a:rPr lang="zh-CN" altLang="en-GB" sz="2000" dirty="0"/>
              <a:t>符重载函数来实现成员对象的赋值。</a:t>
            </a:r>
          </a:p>
          <a:p>
            <a:pPr lvl="1" defTabSz="295275" eaLnBrk="1" hangingPunct="1">
              <a:lnSpc>
                <a:spcPct val="90000"/>
              </a:lnSpc>
              <a:buFontTx/>
              <a:buNone/>
              <a:defRPr/>
            </a:pPr>
            <a:r>
              <a:rPr lang="zh-CN" altLang="en-GB" sz="2400" dirty="0"/>
              <a:t>			</a:t>
            </a:r>
            <a:r>
              <a:rPr lang="en-GB" altLang="zh-CN" sz="2400" dirty="0"/>
              <a:t>x = </a:t>
            </a:r>
            <a:r>
              <a:rPr lang="en-GB" altLang="zh-CN" sz="2400" dirty="0" err="1"/>
              <a:t>b.x</a:t>
            </a:r>
            <a:r>
              <a:rPr lang="en-GB" altLang="zh-CN" sz="2400" dirty="0"/>
              <a:t>;</a:t>
            </a:r>
          </a:p>
          <a:p>
            <a:pPr lvl="1" defTabSz="295275" eaLnBrk="1" hangingPunct="1">
              <a:lnSpc>
                <a:spcPct val="90000"/>
              </a:lnSpc>
              <a:buFontTx/>
              <a:buNone/>
              <a:defRPr/>
            </a:pPr>
            <a:r>
              <a:rPr lang="en-GB" altLang="zh-CN" sz="2400" dirty="0"/>
              <a:t>			y = </a:t>
            </a:r>
            <a:r>
              <a:rPr lang="en-GB" altLang="zh-CN" sz="2400" dirty="0" err="1"/>
              <a:t>b.y</a:t>
            </a:r>
            <a:r>
              <a:rPr lang="en-GB" altLang="zh-CN" sz="2400" dirty="0"/>
              <a:t>;</a:t>
            </a:r>
          </a:p>
          <a:p>
            <a:pPr lvl="1" defTabSz="295275" eaLnBrk="1" hangingPunct="1">
              <a:lnSpc>
                <a:spcPct val="90000"/>
              </a:lnSpc>
              <a:buFontTx/>
              <a:buNone/>
              <a:defRPr/>
            </a:pPr>
            <a:r>
              <a:rPr lang="en-GB" altLang="zh-CN" sz="2400" dirty="0"/>
              <a:t>			return *this;</a:t>
            </a:r>
          </a:p>
          <a:p>
            <a:pPr lvl="1" defTabSz="295275" eaLnBrk="1" hangingPunct="1">
              <a:lnSpc>
                <a:spcPct val="90000"/>
              </a:lnSpc>
              <a:buFontTx/>
              <a:buNone/>
              <a:defRPr/>
            </a:pPr>
            <a:r>
              <a:rPr lang="en-GB" altLang="zh-CN" sz="2400" dirty="0"/>
              <a:t>		}</a:t>
            </a:r>
          </a:p>
          <a:p>
            <a:pPr lvl="1" defTabSz="295275" eaLnBrk="1" hangingPunct="1">
              <a:lnSpc>
                <a:spcPct val="90000"/>
              </a:lnSpc>
              <a:buFontTx/>
              <a:buNone/>
              <a:defRPr/>
            </a:pPr>
            <a:r>
              <a:rPr lang="en-GB" altLang="zh-CN" sz="2400" dirty="0"/>
              <a:t>};</a:t>
            </a:r>
            <a:r>
              <a:rPr lang="en-US" altLang="zh-CN" sz="2400" dirty="0"/>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E7BE6B3-7CA3-E9F7-A9AA-2BDB855C04F3}"/>
              </a:ext>
            </a:extLst>
          </p:cNvPr>
          <p:cNvSpPr>
            <a:spLocks noGrp="1"/>
          </p:cNvSpPr>
          <p:nvPr>
            <p:ph idx="1"/>
          </p:nvPr>
        </p:nvSpPr>
        <p:spPr>
          <a:xfrm>
            <a:off x="457200" y="476250"/>
            <a:ext cx="8229600" cy="6121400"/>
          </a:xfrm>
        </p:spPr>
        <p:txBody>
          <a:bodyPr>
            <a:normAutofit fontScale="70000" lnSpcReduction="20000"/>
          </a:bodyPr>
          <a:lstStyle/>
          <a:p>
            <a:pPr>
              <a:defRPr/>
            </a:pPr>
            <a:r>
              <a:rPr lang="zh-CN" altLang="en-US" sz="3600" dirty="0"/>
              <a:t>下面对</a:t>
            </a:r>
            <a:r>
              <a:rPr lang="en-US" altLang="zh-CN" sz="3600" dirty="0"/>
              <a:t>b2.a</a:t>
            </a:r>
            <a:r>
              <a:rPr lang="zh-CN" altLang="en-US" sz="3600" dirty="0"/>
              <a:t>进行初始化的区别是什么？</a:t>
            </a:r>
            <a:endParaRPr lang="en-US" altLang="zh-CN" sz="3600" dirty="0"/>
          </a:p>
          <a:p>
            <a:pPr marL="0" indent="0">
              <a:buFont typeface="Wingdings" panose="05000000000000000000" pitchFamily="2" charset="2"/>
              <a:buNone/>
              <a:defRPr/>
            </a:pPr>
            <a:endParaRPr lang="en-US" altLang="zh-CN" sz="3600" dirty="0"/>
          </a:p>
          <a:p>
            <a:pPr marL="0" indent="0">
              <a:buFont typeface="Wingdings" panose="05000000000000000000" pitchFamily="2" charset="2"/>
              <a:buNone/>
              <a:defRPr/>
            </a:pPr>
            <a:r>
              <a:rPr lang="en-US" altLang="zh-CN" dirty="0"/>
              <a:t>class A { ...... };</a:t>
            </a:r>
          </a:p>
          <a:p>
            <a:pPr marL="0" indent="0">
              <a:buFont typeface="Wingdings" panose="05000000000000000000" pitchFamily="2" charset="2"/>
              <a:buNone/>
              <a:defRPr/>
            </a:pPr>
            <a:r>
              <a:rPr lang="en-US" altLang="zh-CN" dirty="0"/>
              <a:t>class B</a:t>
            </a:r>
          </a:p>
          <a:p>
            <a:pPr marL="0" indent="0">
              <a:buFont typeface="Wingdings" panose="05000000000000000000" pitchFamily="2" charset="2"/>
              <a:buNone/>
              <a:defRPr/>
            </a:pPr>
            <a:r>
              <a:rPr lang="en-US" altLang="zh-CN" dirty="0"/>
              <a:t>{ A </a:t>
            </a:r>
            <a:r>
              <a:rPr lang="en-US" altLang="zh-CN" dirty="0" err="1"/>
              <a:t>a</a:t>
            </a:r>
            <a:r>
              <a:rPr lang="en-US" altLang="zh-CN" dirty="0"/>
              <a:t>;</a:t>
            </a:r>
          </a:p>
          <a:p>
            <a:pPr marL="0" indent="0">
              <a:buFont typeface="Wingdings" panose="05000000000000000000" pitchFamily="2" charset="2"/>
              <a:buNone/>
              <a:defRPr/>
            </a:pPr>
            <a:r>
              <a:rPr lang="en-US" altLang="zh-CN" dirty="0"/>
              <a:t>   </a:t>
            </a:r>
            <a:r>
              <a:rPr lang="en-US" altLang="zh-CN" dirty="0" err="1"/>
              <a:t>int</a:t>
            </a:r>
            <a:r>
              <a:rPr lang="en-US" altLang="zh-CN" dirty="0"/>
              <a:t> </a:t>
            </a:r>
            <a:r>
              <a:rPr lang="en-US" altLang="zh-CN" dirty="0" err="1"/>
              <a:t>x,y</a:t>
            </a:r>
            <a:r>
              <a:rPr lang="en-US" altLang="zh-CN" dirty="0"/>
              <a:t>;</a:t>
            </a:r>
          </a:p>
          <a:p>
            <a:pPr marL="0" indent="0">
              <a:buFont typeface="Wingdings" panose="05000000000000000000" pitchFamily="2" charset="2"/>
              <a:buNone/>
              <a:defRPr/>
            </a:pPr>
            <a:r>
              <a:rPr lang="en-US" altLang="zh-CN" dirty="0"/>
              <a:t>   ......</a:t>
            </a:r>
          </a:p>
          <a:p>
            <a:pPr marL="0" indent="0">
              <a:buFont typeface="Wingdings" panose="05000000000000000000" pitchFamily="2" charset="2"/>
              <a:buNone/>
              <a:defRPr/>
            </a:pPr>
            <a:r>
              <a:rPr lang="en-US" altLang="zh-CN" dirty="0"/>
              <a:t>   B() { ...... }</a:t>
            </a:r>
          </a:p>
          <a:p>
            <a:pPr marL="0" indent="0">
              <a:buFont typeface="Wingdings" panose="05000000000000000000" pitchFamily="2" charset="2"/>
              <a:buNone/>
              <a:defRPr/>
            </a:pPr>
            <a:r>
              <a:rPr lang="en-US" altLang="zh-CN" dirty="0"/>
              <a:t>   B(</a:t>
            </a:r>
            <a:r>
              <a:rPr lang="en-US" altLang="zh-CN" dirty="0" err="1"/>
              <a:t>const</a:t>
            </a:r>
            <a:r>
              <a:rPr lang="en-US" altLang="zh-CN" dirty="0"/>
              <a:t> B&amp; b): </a:t>
            </a:r>
            <a:r>
              <a:rPr lang="en-US" altLang="zh-CN" dirty="0">
                <a:solidFill>
                  <a:srgbClr val="FFC000"/>
                </a:solidFill>
              </a:rPr>
              <a:t>a(</a:t>
            </a:r>
            <a:r>
              <a:rPr lang="en-US" altLang="zh-CN" dirty="0" err="1">
                <a:solidFill>
                  <a:srgbClr val="FFC000"/>
                </a:solidFill>
              </a:rPr>
              <a:t>b.a</a:t>
            </a:r>
            <a:r>
              <a:rPr lang="en-US" altLang="zh-CN" dirty="0">
                <a:solidFill>
                  <a:srgbClr val="FFC000"/>
                </a:solidFill>
              </a:rPr>
              <a:t>)</a:t>
            </a:r>
            <a:r>
              <a:rPr lang="en-US" altLang="zh-CN" dirty="0"/>
              <a:t> </a:t>
            </a:r>
          </a:p>
          <a:p>
            <a:pPr marL="0" indent="0">
              <a:buFont typeface="Wingdings" panose="05000000000000000000" pitchFamily="2" charset="2"/>
              <a:buNone/>
              <a:defRPr/>
            </a:pPr>
            <a:r>
              <a:rPr lang="en-US" altLang="zh-CN" dirty="0"/>
              <a:t>   B(</a:t>
            </a:r>
            <a:r>
              <a:rPr lang="en-US" altLang="zh-CN" dirty="0" err="1"/>
              <a:t>const</a:t>
            </a:r>
            <a:r>
              <a:rPr lang="en-US" altLang="zh-CN" dirty="0"/>
              <a:t> B&amp; b)</a:t>
            </a:r>
          </a:p>
          <a:p>
            <a:pPr marL="0" indent="0">
              <a:buFont typeface="Wingdings" panose="05000000000000000000" pitchFamily="2" charset="2"/>
              <a:buNone/>
              <a:defRPr/>
            </a:pPr>
            <a:r>
              <a:rPr lang="en-US" altLang="zh-CN" dirty="0"/>
              <a:t>   { x = </a:t>
            </a:r>
            <a:r>
              <a:rPr lang="en-US" altLang="zh-CN" dirty="0" err="1"/>
              <a:t>b.x</a:t>
            </a:r>
            <a:r>
              <a:rPr lang="en-US" altLang="zh-CN" dirty="0"/>
              <a:t>;</a:t>
            </a:r>
          </a:p>
          <a:p>
            <a:pPr marL="0" indent="0">
              <a:buFont typeface="Wingdings" panose="05000000000000000000" pitchFamily="2" charset="2"/>
              <a:buNone/>
              <a:defRPr/>
            </a:pPr>
            <a:r>
              <a:rPr lang="en-US" altLang="zh-CN" dirty="0"/>
              <a:t>      y = </a:t>
            </a:r>
            <a:r>
              <a:rPr lang="en-US" altLang="zh-CN" dirty="0" err="1"/>
              <a:t>b.y</a:t>
            </a:r>
            <a:r>
              <a:rPr lang="en-US" altLang="zh-CN" dirty="0"/>
              <a:t>; </a:t>
            </a:r>
          </a:p>
          <a:p>
            <a:pPr marL="0" indent="0">
              <a:buFont typeface="Wingdings" panose="05000000000000000000" pitchFamily="2" charset="2"/>
              <a:buNone/>
              <a:defRPr/>
            </a:pPr>
            <a:r>
              <a:rPr lang="en-US" altLang="zh-CN" dirty="0"/>
              <a:t>      </a:t>
            </a:r>
            <a:r>
              <a:rPr lang="en-US" altLang="zh-CN" dirty="0">
                <a:solidFill>
                  <a:srgbClr val="FFC000"/>
                </a:solidFill>
              </a:rPr>
              <a:t>a = </a:t>
            </a:r>
            <a:r>
              <a:rPr lang="en-US" altLang="zh-CN" dirty="0" err="1">
                <a:solidFill>
                  <a:srgbClr val="FFC000"/>
                </a:solidFill>
              </a:rPr>
              <a:t>b.a</a:t>
            </a:r>
            <a:r>
              <a:rPr lang="en-US" altLang="zh-CN" dirty="0">
                <a:solidFill>
                  <a:srgbClr val="FFC000"/>
                </a:solidFill>
              </a:rPr>
              <a:t>;</a:t>
            </a:r>
          </a:p>
          <a:p>
            <a:pPr marL="0" indent="0">
              <a:buFont typeface="Wingdings" panose="05000000000000000000" pitchFamily="2" charset="2"/>
              <a:buNone/>
              <a:defRPr/>
            </a:pPr>
            <a:r>
              <a:rPr lang="en-US" altLang="zh-CN" dirty="0"/>
              <a:t>   }</a:t>
            </a:r>
          </a:p>
          <a:p>
            <a:pPr marL="0" indent="0">
              <a:buFont typeface="Wingdings" panose="05000000000000000000" pitchFamily="2" charset="2"/>
              <a:buNone/>
              <a:defRPr/>
            </a:pPr>
            <a:r>
              <a:rPr lang="en-US" altLang="zh-CN" dirty="0"/>
              <a:t>};</a:t>
            </a:r>
          </a:p>
          <a:p>
            <a:pPr marL="0" indent="0">
              <a:buFont typeface="Wingdings" panose="05000000000000000000" pitchFamily="2" charset="2"/>
              <a:buNone/>
              <a:defRPr/>
            </a:pPr>
            <a:r>
              <a:rPr lang="en-US" altLang="zh-CN" dirty="0"/>
              <a:t>B b1;</a:t>
            </a:r>
          </a:p>
          <a:p>
            <a:pPr marL="0" indent="0">
              <a:buFont typeface="Wingdings" panose="05000000000000000000" pitchFamily="2" charset="2"/>
              <a:buNone/>
              <a:defRPr/>
            </a:pPr>
            <a:r>
              <a:rPr lang="en-US" altLang="zh-CN" dirty="0"/>
              <a:t>B </a:t>
            </a:r>
            <a:r>
              <a:rPr lang="en-US" altLang="zh-CN" dirty="0">
                <a:solidFill>
                  <a:srgbClr val="FFC000"/>
                </a:solidFill>
              </a:rPr>
              <a:t>b2(b1)</a:t>
            </a:r>
            <a:r>
              <a:rPr lang="en-US" altLang="zh-CN" dirty="0"/>
              <a:t>;</a:t>
            </a:r>
          </a:p>
        </p:txBody>
      </p:sp>
      <p:sp>
        <p:nvSpPr>
          <p:cNvPr id="4" name="TextBox 3">
            <a:extLst>
              <a:ext uri="{FF2B5EF4-FFF2-40B4-BE49-F238E27FC236}">
                <a16:creationId xmlns:a16="http://schemas.microsoft.com/office/drawing/2014/main" id="{07B85EA7-426D-5CA4-C3C9-D16F8E7198ED}"/>
              </a:ext>
            </a:extLst>
          </p:cNvPr>
          <p:cNvSpPr txBox="1">
            <a:spLocks noChangeArrowheads="1"/>
          </p:cNvSpPr>
          <p:nvPr/>
        </p:nvSpPr>
        <p:spPr bwMode="auto">
          <a:xfrm>
            <a:off x="2916238" y="3500438"/>
            <a:ext cx="52451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Verdana" pitchFamily="34" charset="0"/>
                <a:ea typeface="宋体" charset="-122"/>
              </a:defRPr>
            </a:lvl1pPr>
            <a:lvl2pPr marL="742950" indent="-285750" eaLnBrk="0" hangingPunct="0">
              <a:defRPr>
                <a:solidFill>
                  <a:schemeClr val="tx1"/>
                </a:solidFill>
                <a:latin typeface="Verdana" pitchFamily="34" charset="0"/>
                <a:ea typeface="宋体" charset="-122"/>
              </a:defRPr>
            </a:lvl2pPr>
            <a:lvl3pPr marL="1143000" indent="-228600" eaLnBrk="0" hangingPunct="0">
              <a:defRPr>
                <a:solidFill>
                  <a:schemeClr val="tx1"/>
                </a:solidFill>
                <a:latin typeface="Verdana" pitchFamily="34" charset="0"/>
                <a:ea typeface="宋体" charset="-122"/>
              </a:defRPr>
            </a:lvl3pPr>
            <a:lvl4pPr marL="1600200" indent="-228600" eaLnBrk="0" hangingPunct="0">
              <a:defRPr>
                <a:solidFill>
                  <a:schemeClr val="tx1"/>
                </a:solidFill>
                <a:latin typeface="Verdana" pitchFamily="34" charset="0"/>
                <a:ea typeface="宋体" charset="-122"/>
              </a:defRPr>
            </a:lvl4pPr>
            <a:lvl5pPr marL="2057400" indent="-228600" eaLnBrk="0" hangingPunct="0">
              <a:defRPr>
                <a:solidFill>
                  <a:schemeClr val="tx1"/>
                </a:solidFill>
                <a:latin typeface="Verdana" pitchFamily="34" charset="0"/>
                <a:ea typeface="宋体" charset="-122"/>
              </a:defRPr>
            </a:lvl5pPr>
            <a:lvl6pPr marL="2514600" indent="-228600" eaLnBrk="0" fontAlgn="base" hangingPunct="0">
              <a:spcBef>
                <a:spcPct val="0"/>
              </a:spcBef>
              <a:spcAft>
                <a:spcPct val="0"/>
              </a:spcAft>
              <a:defRPr>
                <a:solidFill>
                  <a:schemeClr val="tx1"/>
                </a:solidFill>
                <a:latin typeface="Verdana" pitchFamily="34" charset="0"/>
                <a:ea typeface="宋体" charset="-122"/>
              </a:defRPr>
            </a:lvl6pPr>
            <a:lvl7pPr marL="2971800" indent="-228600" eaLnBrk="0" fontAlgn="base" hangingPunct="0">
              <a:spcBef>
                <a:spcPct val="0"/>
              </a:spcBef>
              <a:spcAft>
                <a:spcPct val="0"/>
              </a:spcAft>
              <a:defRPr>
                <a:solidFill>
                  <a:schemeClr val="tx1"/>
                </a:solidFill>
                <a:latin typeface="Verdana" pitchFamily="34" charset="0"/>
                <a:ea typeface="宋体" charset="-122"/>
              </a:defRPr>
            </a:lvl7pPr>
            <a:lvl8pPr marL="3429000" indent="-228600" eaLnBrk="0" fontAlgn="base" hangingPunct="0">
              <a:spcBef>
                <a:spcPct val="0"/>
              </a:spcBef>
              <a:spcAft>
                <a:spcPct val="0"/>
              </a:spcAft>
              <a:defRPr>
                <a:solidFill>
                  <a:schemeClr val="tx1"/>
                </a:solidFill>
                <a:latin typeface="Verdana" pitchFamily="34" charset="0"/>
                <a:ea typeface="宋体" charset="-122"/>
              </a:defRPr>
            </a:lvl8pPr>
            <a:lvl9pPr marL="3886200" indent="-228600" eaLnBrk="0" fontAlgn="base" hangingPunct="0">
              <a:spcBef>
                <a:spcPct val="0"/>
              </a:spcBef>
              <a:spcAft>
                <a:spcPct val="0"/>
              </a:spcAft>
              <a:defRPr>
                <a:solidFill>
                  <a:schemeClr val="tx1"/>
                </a:solidFill>
                <a:latin typeface="Verdana" pitchFamily="34" charset="0"/>
                <a:ea typeface="宋体" charset="-122"/>
              </a:defRPr>
            </a:lvl9pPr>
          </a:lstStyle>
          <a:p>
            <a:pPr eaLnBrk="1" hangingPunct="1">
              <a:defRPr/>
            </a:pPr>
            <a:r>
              <a:rPr lang="en-US" altLang="zh-CN" sz="2000" dirty="0">
                <a:effectLst>
                  <a:outerShdw blurRad="38100" dist="38100" dir="2700000" algn="tl">
                    <a:srgbClr val="000000">
                      <a:alpha val="43137"/>
                    </a:srgbClr>
                  </a:outerShdw>
                </a:effectLst>
              </a:rPr>
              <a:t>//</a:t>
            </a:r>
            <a:r>
              <a:rPr lang="zh-CN" altLang="en-US" sz="2000" dirty="0">
                <a:effectLst>
                  <a:outerShdw blurRad="38100" dist="38100" dir="2700000" algn="tl">
                    <a:srgbClr val="000000">
                      <a:alpha val="43137"/>
                    </a:srgbClr>
                  </a:outerShdw>
                </a:effectLst>
              </a:rPr>
              <a:t>这里会调用</a:t>
            </a:r>
            <a:r>
              <a:rPr lang="en-US" altLang="zh-CN" sz="2000" dirty="0">
                <a:effectLst>
                  <a:outerShdw blurRad="38100" dist="38100" dir="2700000" algn="tl">
                    <a:srgbClr val="000000">
                      <a:alpha val="43137"/>
                    </a:srgbClr>
                  </a:outerShdw>
                </a:effectLst>
              </a:rPr>
              <a:t>A</a:t>
            </a:r>
            <a:r>
              <a:rPr lang="zh-CN" altLang="en-US" sz="2000" dirty="0">
                <a:effectLst>
                  <a:outerShdw blurRad="38100" dist="38100" dir="2700000" algn="tl">
                    <a:srgbClr val="000000">
                      <a:alpha val="43137"/>
                    </a:srgbClr>
                  </a:outerShdw>
                </a:effectLst>
              </a:rPr>
              <a:t>的默认构造函数对</a:t>
            </a:r>
            <a:r>
              <a:rPr lang="en-US" altLang="zh-CN" sz="2000" dirty="0">
                <a:effectLst>
                  <a:outerShdw blurRad="38100" dist="38100" dir="2700000" algn="tl">
                    <a:srgbClr val="000000">
                      <a:alpha val="43137"/>
                    </a:srgbClr>
                  </a:outerShdw>
                </a:effectLst>
              </a:rPr>
              <a:t>a</a:t>
            </a:r>
            <a:r>
              <a:rPr lang="zh-CN" altLang="en-US" sz="2000" dirty="0">
                <a:effectLst>
                  <a:outerShdw blurRad="38100" dist="38100" dir="2700000" algn="tl">
                    <a:srgbClr val="000000">
                      <a:alpha val="43137"/>
                    </a:srgbClr>
                  </a:outerShdw>
                </a:effectLst>
              </a:rPr>
              <a:t>初始化！</a:t>
            </a:r>
          </a:p>
        </p:txBody>
      </p:sp>
      <p:sp>
        <p:nvSpPr>
          <p:cNvPr id="5" name="TextBox 4">
            <a:extLst>
              <a:ext uri="{FF2B5EF4-FFF2-40B4-BE49-F238E27FC236}">
                <a16:creationId xmlns:a16="http://schemas.microsoft.com/office/drawing/2014/main" id="{EF2D8C17-167B-A3FD-CF32-733959C58406}"/>
              </a:ext>
            </a:extLst>
          </p:cNvPr>
          <p:cNvSpPr txBox="1">
            <a:spLocks noChangeArrowheads="1"/>
          </p:cNvSpPr>
          <p:nvPr/>
        </p:nvSpPr>
        <p:spPr bwMode="auto">
          <a:xfrm>
            <a:off x="2411413" y="4541838"/>
            <a:ext cx="61341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Verdana" pitchFamily="34" charset="0"/>
                <a:ea typeface="宋体" charset="-122"/>
              </a:defRPr>
            </a:lvl1pPr>
            <a:lvl2pPr marL="742950" indent="-285750" eaLnBrk="0" hangingPunct="0">
              <a:defRPr>
                <a:solidFill>
                  <a:schemeClr val="tx1"/>
                </a:solidFill>
                <a:latin typeface="Verdana" pitchFamily="34" charset="0"/>
                <a:ea typeface="宋体" charset="-122"/>
              </a:defRPr>
            </a:lvl2pPr>
            <a:lvl3pPr marL="1143000" indent="-228600" eaLnBrk="0" hangingPunct="0">
              <a:defRPr>
                <a:solidFill>
                  <a:schemeClr val="tx1"/>
                </a:solidFill>
                <a:latin typeface="Verdana" pitchFamily="34" charset="0"/>
                <a:ea typeface="宋体" charset="-122"/>
              </a:defRPr>
            </a:lvl3pPr>
            <a:lvl4pPr marL="1600200" indent="-228600" eaLnBrk="0" hangingPunct="0">
              <a:defRPr>
                <a:solidFill>
                  <a:schemeClr val="tx1"/>
                </a:solidFill>
                <a:latin typeface="Verdana" pitchFamily="34" charset="0"/>
                <a:ea typeface="宋体" charset="-122"/>
              </a:defRPr>
            </a:lvl4pPr>
            <a:lvl5pPr marL="2057400" indent="-228600" eaLnBrk="0" hangingPunct="0">
              <a:defRPr>
                <a:solidFill>
                  <a:schemeClr val="tx1"/>
                </a:solidFill>
                <a:latin typeface="Verdana" pitchFamily="34" charset="0"/>
                <a:ea typeface="宋体" charset="-122"/>
              </a:defRPr>
            </a:lvl5pPr>
            <a:lvl6pPr marL="2514600" indent="-228600" eaLnBrk="0" fontAlgn="base" hangingPunct="0">
              <a:spcBef>
                <a:spcPct val="0"/>
              </a:spcBef>
              <a:spcAft>
                <a:spcPct val="0"/>
              </a:spcAft>
              <a:defRPr>
                <a:solidFill>
                  <a:schemeClr val="tx1"/>
                </a:solidFill>
                <a:latin typeface="Verdana" pitchFamily="34" charset="0"/>
                <a:ea typeface="宋体" charset="-122"/>
              </a:defRPr>
            </a:lvl6pPr>
            <a:lvl7pPr marL="2971800" indent="-228600" eaLnBrk="0" fontAlgn="base" hangingPunct="0">
              <a:spcBef>
                <a:spcPct val="0"/>
              </a:spcBef>
              <a:spcAft>
                <a:spcPct val="0"/>
              </a:spcAft>
              <a:defRPr>
                <a:solidFill>
                  <a:schemeClr val="tx1"/>
                </a:solidFill>
                <a:latin typeface="Verdana" pitchFamily="34" charset="0"/>
                <a:ea typeface="宋体" charset="-122"/>
              </a:defRPr>
            </a:lvl7pPr>
            <a:lvl8pPr marL="3429000" indent="-228600" eaLnBrk="0" fontAlgn="base" hangingPunct="0">
              <a:spcBef>
                <a:spcPct val="0"/>
              </a:spcBef>
              <a:spcAft>
                <a:spcPct val="0"/>
              </a:spcAft>
              <a:defRPr>
                <a:solidFill>
                  <a:schemeClr val="tx1"/>
                </a:solidFill>
                <a:latin typeface="Verdana" pitchFamily="34" charset="0"/>
                <a:ea typeface="宋体" charset="-122"/>
              </a:defRPr>
            </a:lvl8pPr>
            <a:lvl9pPr marL="3886200" indent="-228600" eaLnBrk="0" fontAlgn="base" hangingPunct="0">
              <a:spcBef>
                <a:spcPct val="0"/>
              </a:spcBef>
              <a:spcAft>
                <a:spcPct val="0"/>
              </a:spcAft>
              <a:defRPr>
                <a:solidFill>
                  <a:schemeClr val="tx1"/>
                </a:solidFill>
                <a:latin typeface="Verdana" pitchFamily="34" charset="0"/>
                <a:ea typeface="宋体" charset="-122"/>
              </a:defRPr>
            </a:lvl9pPr>
          </a:lstStyle>
          <a:p>
            <a:pPr eaLnBrk="1" hangingPunct="1">
              <a:defRPr/>
            </a:pPr>
            <a:r>
              <a:rPr lang="en-US" altLang="zh-CN" sz="2000" dirty="0">
                <a:effectLst>
                  <a:outerShdw blurRad="38100" dist="38100" dir="2700000" algn="tl">
                    <a:srgbClr val="000000">
                      <a:alpha val="43137"/>
                    </a:srgbClr>
                  </a:outerShdw>
                </a:effectLst>
              </a:rPr>
              <a:t>//</a:t>
            </a:r>
            <a:r>
              <a:rPr lang="zh-CN" altLang="en-US" sz="2000" dirty="0">
                <a:effectLst>
                  <a:outerShdw blurRad="38100" dist="38100" dir="2700000" algn="tl">
                    <a:srgbClr val="000000">
                      <a:alpha val="43137"/>
                    </a:srgbClr>
                  </a:outerShdw>
                </a:effectLst>
              </a:rPr>
              <a:t>这里调用</a:t>
            </a:r>
            <a:r>
              <a:rPr lang="en-US" altLang="zh-CN" sz="2000" dirty="0">
                <a:effectLst>
                  <a:outerShdw blurRad="38100" dist="38100" dir="2700000" algn="tl">
                    <a:srgbClr val="000000">
                      <a:alpha val="43137"/>
                    </a:srgbClr>
                  </a:outerShdw>
                </a:effectLst>
              </a:rPr>
              <a:t>A</a:t>
            </a:r>
            <a:r>
              <a:rPr lang="zh-CN" altLang="en-US" sz="2000" dirty="0">
                <a:effectLst>
                  <a:outerShdw blurRad="38100" dist="38100" dir="2700000" algn="tl">
                    <a:srgbClr val="000000">
                      <a:alpha val="43137"/>
                    </a:srgbClr>
                  </a:outerShdw>
                </a:effectLst>
              </a:rPr>
              <a:t>的赋值操作给</a:t>
            </a:r>
            <a:r>
              <a:rPr lang="en-US" altLang="zh-CN" sz="2000" dirty="0">
                <a:effectLst>
                  <a:outerShdw blurRad="38100" dist="38100" dir="2700000" algn="tl">
                    <a:srgbClr val="000000">
                      <a:alpha val="43137"/>
                    </a:srgbClr>
                  </a:outerShdw>
                </a:effectLst>
              </a:rPr>
              <a:t>a</a:t>
            </a:r>
            <a:r>
              <a:rPr lang="zh-CN" altLang="en-US" sz="2000" dirty="0">
                <a:effectLst>
                  <a:outerShdw blurRad="38100" dist="38100" dir="2700000" algn="tl">
                    <a:srgbClr val="000000">
                      <a:alpha val="43137"/>
                    </a:srgbClr>
                  </a:outerShdw>
                </a:effectLst>
              </a:rPr>
              <a:t>赋值，覆盖了默认构造！</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anim calcmode="lin" valueType="num">
                                      <p:cBhvr additive="base">
                                        <p:cTn id="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2" end="12"/>
                                            </p:txEl>
                                          </p:spTgt>
                                        </p:tgtEl>
                                        <p:attrNameLst>
                                          <p:attrName>style.visibility</p:attrName>
                                        </p:attrNameLst>
                                      </p:cBhvr>
                                      <p:to>
                                        <p:strVal val="visible"/>
                                      </p:to>
                                    </p:set>
                                    <p:anim calcmode="lin" valueType="num">
                                      <p:cBhvr additive="base">
                                        <p:cTn id="1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13" presetID="2" presetClass="exit" presetSubtype="4" fill="hold" nodeType="withEffect">
                                  <p:stCondLst>
                                    <p:cond delay="0"/>
                                  </p:stCondLst>
                                  <p:childTnLst>
                                    <p:anim calcmode="lin" valueType="num">
                                      <p:cBhvr additive="base">
                                        <p:cTn id="14" dur="500"/>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5" dur="500"/>
                                        <p:tgtEl>
                                          <p:spTgt spid="3">
                                            <p:txEl>
                                              <p:pRg st="8" end="8"/>
                                            </p:txEl>
                                          </p:spTgt>
                                        </p:tgtEl>
                                        <p:attrNameLst>
                                          <p:attrName>ppt_y</p:attrName>
                                        </p:attrNameLst>
                                      </p:cBhvr>
                                      <p:tavLst>
                                        <p:tav tm="0">
                                          <p:val>
                                            <p:strVal val="ppt_y"/>
                                          </p:val>
                                        </p:tav>
                                        <p:tav tm="100000">
                                          <p:val>
                                            <p:strVal val="1+ppt_h/2"/>
                                          </p:val>
                                        </p:tav>
                                      </p:tavLst>
                                    </p:anim>
                                    <p:set>
                                      <p:cBhvr>
                                        <p:cTn id="16" dur="1" fill="hold">
                                          <p:stCondLst>
                                            <p:cond delay="499"/>
                                          </p:stCondLst>
                                        </p:cTn>
                                        <p:tgtEl>
                                          <p:spTgt spid="3">
                                            <p:txEl>
                                              <p:pRg st="8" end="8"/>
                                            </p:txEl>
                                          </p:spTgt>
                                        </p:tgtEl>
                                        <p:attrNameLst>
                                          <p:attrName>style.visibility</p:attrName>
                                        </p:attrNameLst>
                                      </p:cBhvr>
                                      <p:to>
                                        <p:strVal val="hidden"/>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1" name="Rectangle 3">
            <a:extLst>
              <a:ext uri="{FF2B5EF4-FFF2-40B4-BE49-F238E27FC236}">
                <a16:creationId xmlns:a16="http://schemas.microsoft.com/office/drawing/2014/main" id="{AED0832C-1DDC-5D1A-3CAA-49D5809DC6B3}"/>
              </a:ext>
            </a:extLst>
          </p:cNvPr>
          <p:cNvSpPr>
            <a:spLocks noGrp="1" noChangeArrowheads="1"/>
          </p:cNvSpPr>
          <p:nvPr>
            <p:ph type="body" idx="1"/>
          </p:nvPr>
        </p:nvSpPr>
        <p:spPr>
          <a:xfrm>
            <a:off x="250825" y="765175"/>
            <a:ext cx="8713788" cy="5040313"/>
          </a:xfrm>
        </p:spPr>
        <p:txBody>
          <a:bodyPr/>
          <a:lstStyle/>
          <a:p>
            <a:pPr eaLnBrk="1" hangingPunct="1">
              <a:defRPr/>
            </a:pPr>
            <a:r>
              <a:rPr lang="zh-CN" altLang="en-GB" sz="2800" dirty="0">
                <a:solidFill>
                  <a:schemeClr val="folHlink"/>
                </a:solidFill>
              </a:rPr>
              <a:t>一般来讲</a:t>
            </a:r>
            <a:r>
              <a:rPr lang="zh-CN" altLang="en-GB" sz="2800" dirty="0"/>
              <a:t>，需要自定义拷贝构造函数的类通常也需要自定义赋值操作符重载函数。</a:t>
            </a:r>
            <a:r>
              <a:rPr lang="zh-CN" altLang="en-US" sz="2800" dirty="0"/>
              <a:t> </a:t>
            </a:r>
          </a:p>
          <a:p>
            <a:pPr eaLnBrk="1" hangingPunct="1">
              <a:defRPr/>
            </a:pPr>
            <a:r>
              <a:rPr lang="zh-CN" altLang="en-GB" sz="2800" dirty="0">
                <a:solidFill>
                  <a:srgbClr val="FFC000"/>
                </a:solidFill>
              </a:rPr>
              <a:t>注意：</a:t>
            </a:r>
            <a:r>
              <a:rPr lang="zh-CN" altLang="en-GB" sz="2800" dirty="0"/>
              <a:t>要区别</a:t>
            </a:r>
            <a:r>
              <a:rPr lang="zh-CN" altLang="en-US" sz="2800" dirty="0"/>
              <a:t>下面两个“</a:t>
            </a:r>
            <a:r>
              <a:rPr lang="en-US" altLang="zh-CN" sz="2800" dirty="0"/>
              <a:t>=</a:t>
            </a:r>
            <a:r>
              <a:rPr lang="zh-CN" altLang="en-US" sz="2800" dirty="0"/>
              <a:t>”的不同含义。</a:t>
            </a:r>
            <a:endParaRPr lang="en-GB" altLang="zh-CN" sz="2800" dirty="0"/>
          </a:p>
          <a:p>
            <a:pPr lvl="1" eaLnBrk="1" hangingPunct="1">
              <a:buFontTx/>
              <a:buNone/>
              <a:defRPr/>
            </a:pPr>
            <a:r>
              <a:rPr lang="en-GB" altLang="zh-CN" sz="2400" dirty="0"/>
              <a:t>A </a:t>
            </a:r>
            <a:r>
              <a:rPr lang="en-GB" altLang="zh-CN" sz="2400" dirty="0" err="1"/>
              <a:t>a</a:t>
            </a:r>
            <a:r>
              <a:rPr lang="en-GB" altLang="zh-CN" sz="2400" dirty="0"/>
              <a:t>;</a:t>
            </a:r>
          </a:p>
          <a:p>
            <a:pPr lvl="1" eaLnBrk="1" hangingPunct="1">
              <a:buFontTx/>
              <a:buNone/>
              <a:defRPr/>
            </a:pPr>
            <a:r>
              <a:rPr lang="en-GB" altLang="zh-CN" sz="2400" dirty="0"/>
              <a:t>A b</a:t>
            </a:r>
            <a:r>
              <a:rPr lang="en-GB" altLang="zh-CN" sz="2400" dirty="0">
                <a:solidFill>
                  <a:srgbClr val="FFC000"/>
                </a:solidFill>
              </a:rPr>
              <a:t>=</a:t>
            </a:r>
            <a:r>
              <a:rPr lang="en-GB" altLang="zh-CN" sz="2400" dirty="0"/>
              <a:t>a; //</a:t>
            </a:r>
            <a:r>
              <a:rPr lang="zh-CN" altLang="en-US" sz="2400" dirty="0"/>
              <a:t>初始化，</a:t>
            </a:r>
            <a:r>
              <a:rPr lang="zh-CN" altLang="en-GB" sz="2400" dirty="0"/>
              <a:t>等价于：</a:t>
            </a:r>
            <a:r>
              <a:rPr lang="en-GB" altLang="zh-CN" sz="2400" dirty="0"/>
              <a:t>A b(a);</a:t>
            </a:r>
            <a:r>
              <a:rPr lang="zh-CN" altLang="en-US" sz="2400" dirty="0"/>
              <a:t>，</a:t>
            </a:r>
            <a:r>
              <a:rPr lang="zh-CN" altLang="en-GB" sz="2400" dirty="0"/>
              <a:t>调用</a:t>
            </a:r>
            <a:r>
              <a:rPr lang="zh-CN" altLang="en-GB" sz="2400" dirty="0">
                <a:solidFill>
                  <a:srgbClr val="FFC000"/>
                </a:solidFill>
              </a:rPr>
              <a:t>拷贝构造函数</a:t>
            </a:r>
            <a:r>
              <a:rPr lang="zh-CN" altLang="en-GB" sz="2400" dirty="0"/>
              <a:t>。</a:t>
            </a:r>
          </a:p>
          <a:p>
            <a:pPr lvl="1" eaLnBrk="1" hangingPunct="1">
              <a:buFontTx/>
              <a:buNone/>
              <a:defRPr/>
            </a:pPr>
            <a:r>
              <a:rPr lang="en-GB" altLang="zh-CN" sz="2400" dirty="0"/>
              <a:t>......</a:t>
            </a:r>
          </a:p>
          <a:p>
            <a:pPr lvl="1" eaLnBrk="1" hangingPunct="1">
              <a:buFontTx/>
              <a:buNone/>
              <a:defRPr/>
            </a:pPr>
            <a:r>
              <a:rPr lang="en-GB" altLang="zh-CN" sz="2400" dirty="0"/>
              <a:t>b </a:t>
            </a:r>
            <a:r>
              <a:rPr lang="en-GB" altLang="zh-CN" sz="2400" dirty="0">
                <a:solidFill>
                  <a:srgbClr val="FFC000"/>
                </a:solidFill>
              </a:rPr>
              <a:t>=</a:t>
            </a:r>
            <a:r>
              <a:rPr lang="en-GB" altLang="zh-CN" sz="2400" dirty="0"/>
              <a:t> a; //</a:t>
            </a:r>
            <a:r>
              <a:rPr lang="zh-CN" altLang="en-US" sz="2400" dirty="0"/>
              <a:t>赋值，</a:t>
            </a:r>
            <a:r>
              <a:rPr lang="zh-CN" altLang="en-GB" sz="2400" dirty="0"/>
              <a:t>调用</a:t>
            </a:r>
            <a:r>
              <a:rPr lang="zh-CN" altLang="en-GB" sz="2400" dirty="0">
                <a:solidFill>
                  <a:srgbClr val="FFC000"/>
                </a:solidFill>
              </a:rPr>
              <a:t>赋值操作符</a:t>
            </a:r>
            <a:r>
              <a:rPr lang="en-GB" altLang="zh-CN" sz="2400" dirty="0">
                <a:solidFill>
                  <a:srgbClr val="FFC000"/>
                </a:solidFill>
              </a:rPr>
              <a:t>=</a:t>
            </a:r>
            <a:r>
              <a:rPr lang="zh-CN" altLang="en-GB" sz="2400" dirty="0">
                <a:solidFill>
                  <a:srgbClr val="FFC000"/>
                </a:solidFill>
              </a:rPr>
              <a:t>重载函数</a:t>
            </a:r>
            <a:r>
              <a:rPr lang="zh-CN" altLang="en-GB" sz="2400" dirty="0"/>
              <a:t>。</a:t>
            </a:r>
            <a:endParaRPr lang="en-US" altLang="zh-CN" sz="2400" dirty="0"/>
          </a:p>
          <a:p>
            <a:pPr lvl="1" eaLnBrk="1" hangingPunct="1">
              <a:buFontTx/>
              <a:buNone/>
              <a:defRPr/>
            </a:pPr>
            <a:endParaRPr lang="zh-CN" alt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37A9FF-F17E-B5D4-6806-78369FCC4D26}"/>
              </a:ext>
            </a:extLst>
          </p:cNvPr>
          <p:cNvSpPr>
            <a:spLocks noGrp="1"/>
          </p:cNvSpPr>
          <p:nvPr>
            <p:ph type="title"/>
          </p:nvPr>
        </p:nvSpPr>
        <p:spPr>
          <a:xfrm>
            <a:off x="457200" y="44450"/>
            <a:ext cx="8229600" cy="1139825"/>
          </a:xfrm>
        </p:spPr>
        <p:txBody>
          <a:bodyPr/>
          <a:lstStyle/>
          <a:p>
            <a:pPr>
              <a:defRPr/>
            </a:pPr>
            <a:r>
              <a:rPr lang="zh-CN" altLang="en-GB" dirty="0"/>
              <a:t>操作符</a:t>
            </a:r>
            <a:r>
              <a:rPr lang="en-GB" altLang="zh-CN" dirty="0"/>
              <a:t>new</a:t>
            </a:r>
            <a:r>
              <a:rPr lang="zh-CN" altLang="en-GB" dirty="0"/>
              <a:t>与</a:t>
            </a:r>
            <a:r>
              <a:rPr lang="en-GB" altLang="zh-CN" dirty="0"/>
              <a:t>delete</a:t>
            </a:r>
            <a:r>
              <a:rPr lang="zh-CN" altLang="en-GB" dirty="0"/>
              <a:t>的重载</a:t>
            </a:r>
            <a:endParaRPr lang="zh-CN" altLang="en-US" dirty="0"/>
          </a:p>
        </p:txBody>
      </p:sp>
      <p:sp>
        <p:nvSpPr>
          <p:cNvPr id="3" name="内容占位符 2">
            <a:extLst>
              <a:ext uri="{FF2B5EF4-FFF2-40B4-BE49-F238E27FC236}">
                <a16:creationId xmlns:a16="http://schemas.microsoft.com/office/drawing/2014/main" id="{9BB0ED73-DAE0-7EE7-0192-EC1EFE1FA4CB}"/>
              </a:ext>
            </a:extLst>
          </p:cNvPr>
          <p:cNvSpPr>
            <a:spLocks noGrp="1"/>
          </p:cNvSpPr>
          <p:nvPr>
            <p:ph idx="1"/>
          </p:nvPr>
        </p:nvSpPr>
        <p:spPr>
          <a:xfrm>
            <a:off x="457200" y="1341438"/>
            <a:ext cx="8229600" cy="5256212"/>
          </a:xfrm>
        </p:spPr>
        <p:txBody>
          <a:bodyPr>
            <a:normAutofit fontScale="92500" lnSpcReduction="10000"/>
          </a:bodyPr>
          <a:lstStyle/>
          <a:p>
            <a:pPr eaLnBrk="1" hangingPunct="1">
              <a:lnSpc>
                <a:spcPct val="120000"/>
              </a:lnSpc>
              <a:defRPr/>
            </a:pPr>
            <a:r>
              <a:rPr lang="zh-CN" altLang="en-US" dirty="0"/>
              <a:t>操作符</a:t>
            </a:r>
            <a:r>
              <a:rPr lang="en-US" altLang="zh-CN" dirty="0"/>
              <a:t>new</a:t>
            </a:r>
            <a:r>
              <a:rPr lang="zh-CN" altLang="en-US" dirty="0"/>
              <a:t>和</a:t>
            </a:r>
            <a:r>
              <a:rPr lang="en-US" altLang="zh-CN" dirty="0"/>
              <a:t>delete</a:t>
            </a:r>
            <a:r>
              <a:rPr lang="zh-CN" altLang="en-US" dirty="0"/>
              <a:t>用于创建和撤销动态对象：</a:t>
            </a:r>
            <a:endParaRPr lang="en-US" altLang="zh-CN" dirty="0"/>
          </a:p>
          <a:p>
            <a:pPr marL="457200" lvl="1" indent="0">
              <a:lnSpc>
                <a:spcPct val="120000"/>
              </a:lnSpc>
              <a:buFontTx/>
              <a:buNone/>
              <a:defRPr/>
            </a:pPr>
            <a:r>
              <a:rPr lang="en-US" altLang="zh-CN" dirty="0"/>
              <a:t>A </a:t>
            </a:r>
            <a:r>
              <a:rPr lang="zh-CN" altLang="en-US" dirty="0"/>
              <a:t>*</a:t>
            </a:r>
            <a:r>
              <a:rPr lang="en-US" altLang="zh-CN" dirty="0"/>
              <a:t>p=</a:t>
            </a:r>
            <a:r>
              <a:rPr lang="en-US" altLang="zh-CN" dirty="0">
                <a:solidFill>
                  <a:srgbClr val="FFC000"/>
                </a:solidFill>
              </a:rPr>
              <a:t>new</a:t>
            </a:r>
            <a:r>
              <a:rPr lang="en-US" altLang="zh-CN" dirty="0"/>
              <a:t> A;</a:t>
            </a:r>
          </a:p>
          <a:p>
            <a:pPr marL="457200" lvl="1" indent="0">
              <a:lnSpc>
                <a:spcPct val="120000"/>
              </a:lnSpc>
              <a:buFontTx/>
              <a:buNone/>
              <a:defRPr/>
            </a:pPr>
            <a:r>
              <a:rPr lang="en-US" altLang="zh-CN" dirty="0"/>
              <a:t>......</a:t>
            </a:r>
          </a:p>
          <a:p>
            <a:pPr marL="457200" lvl="1" indent="0">
              <a:lnSpc>
                <a:spcPct val="120000"/>
              </a:lnSpc>
              <a:buFontTx/>
              <a:buNone/>
              <a:defRPr/>
            </a:pPr>
            <a:r>
              <a:rPr lang="en-US" altLang="zh-CN" dirty="0">
                <a:solidFill>
                  <a:srgbClr val="FFC000"/>
                </a:solidFill>
              </a:rPr>
              <a:t>delete</a:t>
            </a:r>
            <a:r>
              <a:rPr lang="en-US" altLang="zh-CN" dirty="0"/>
              <a:t> p;</a:t>
            </a:r>
          </a:p>
          <a:p>
            <a:pPr>
              <a:defRPr/>
            </a:pPr>
            <a:r>
              <a:rPr lang="zh-CN" altLang="en-US" dirty="0"/>
              <a:t>操作符</a:t>
            </a:r>
            <a:r>
              <a:rPr lang="en-US" altLang="zh-CN" dirty="0"/>
              <a:t>new</a:t>
            </a:r>
            <a:r>
              <a:rPr lang="zh-CN" altLang="en-US" dirty="0"/>
              <a:t>有两个功能：</a:t>
            </a:r>
          </a:p>
          <a:p>
            <a:pPr lvl="1">
              <a:defRPr/>
            </a:pPr>
            <a:r>
              <a:rPr lang="zh-CN" altLang="en-US" dirty="0"/>
              <a:t>为动态对象分配空间</a:t>
            </a:r>
          </a:p>
          <a:p>
            <a:pPr lvl="1">
              <a:defRPr/>
            </a:pPr>
            <a:r>
              <a:rPr lang="zh-CN" altLang="en-US" dirty="0"/>
              <a:t>调用对象类的构造函数</a:t>
            </a:r>
          </a:p>
          <a:p>
            <a:pPr>
              <a:defRPr/>
            </a:pPr>
            <a:r>
              <a:rPr lang="zh-CN" altLang="en-US" dirty="0"/>
              <a:t>操作符</a:t>
            </a:r>
            <a:r>
              <a:rPr lang="en-US" altLang="zh-CN" dirty="0"/>
              <a:t>delete</a:t>
            </a:r>
            <a:r>
              <a:rPr lang="zh-CN" altLang="en-US" dirty="0"/>
              <a:t>也有两个功能：</a:t>
            </a:r>
          </a:p>
          <a:p>
            <a:pPr lvl="1">
              <a:defRPr/>
            </a:pPr>
            <a:r>
              <a:rPr lang="zh-CN" altLang="en-US" dirty="0"/>
              <a:t>调用对象类的析构函数</a:t>
            </a:r>
          </a:p>
          <a:p>
            <a:pPr lvl="1">
              <a:defRPr/>
            </a:pPr>
            <a:r>
              <a:rPr lang="zh-CN" altLang="en-US" dirty="0"/>
              <a:t>释放动态对象的空间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2A71DB2-40A2-FFF2-79CE-C721B5E3DF1F}"/>
              </a:ext>
            </a:extLst>
          </p:cNvPr>
          <p:cNvSpPr>
            <a:spLocks noGrp="1"/>
          </p:cNvSpPr>
          <p:nvPr>
            <p:ph idx="1"/>
          </p:nvPr>
        </p:nvSpPr>
        <p:spPr>
          <a:xfrm>
            <a:off x="312738" y="1123950"/>
            <a:ext cx="8580437" cy="4826000"/>
          </a:xfrm>
        </p:spPr>
        <p:txBody>
          <a:bodyPr>
            <a:normAutofit/>
          </a:bodyPr>
          <a:lstStyle/>
          <a:p>
            <a:pPr eaLnBrk="1" hangingPunct="1">
              <a:lnSpc>
                <a:spcPct val="120000"/>
              </a:lnSpc>
              <a:defRPr/>
            </a:pPr>
            <a:r>
              <a:rPr lang="zh-CN" altLang="en-US" dirty="0"/>
              <a:t>可以针对某个类重载操作符</a:t>
            </a:r>
            <a:r>
              <a:rPr lang="en-US" altLang="zh-CN" dirty="0"/>
              <a:t>new</a:t>
            </a:r>
            <a:r>
              <a:rPr lang="zh-CN" altLang="en-US" dirty="0"/>
              <a:t>和</a:t>
            </a:r>
            <a:r>
              <a:rPr lang="en-US" altLang="zh-CN" dirty="0"/>
              <a:t>delete</a:t>
            </a:r>
            <a:r>
              <a:rPr lang="zh-CN" altLang="en-US" dirty="0"/>
              <a:t>，使得该类能以自己的方式来实现动态对象</a:t>
            </a:r>
            <a:r>
              <a:rPr lang="zh-CN" altLang="en-US" dirty="0">
                <a:solidFill>
                  <a:srgbClr val="FFC000"/>
                </a:solidFill>
              </a:rPr>
              <a:t>空间</a:t>
            </a:r>
            <a:r>
              <a:rPr lang="zh-CN" altLang="en-US" dirty="0"/>
              <a:t>的</a:t>
            </a:r>
            <a:r>
              <a:rPr lang="zh-CN" altLang="en-US" dirty="0">
                <a:solidFill>
                  <a:srgbClr val="FFC000"/>
                </a:solidFill>
              </a:rPr>
              <a:t>分配</a:t>
            </a:r>
            <a:r>
              <a:rPr lang="zh-CN" altLang="en-US" dirty="0"/>
              <a:t>和</a:t>
            </a:r>
            <a:r>
              <a:rPr lang="zh-CN" altLang="en-US" dirty="0">
                <a:solidFill>
                  <a:srgbClr val="FFC000"/>
                </a:solidFill>
              </a:rPr>
              <a:t>释放</a:t>
            </a:r>
            <a:r>
              <a:rPr lang="zh-CN" altLang="en-US" dirty="0"/>
              <a:t>功能。</a:t>
            </a:r>
            <a:endParaRPr lang="en-US" altLang="zh-CN" dirty="0"/>
          </a:p>
          <a:p>
            <a:pPr>
              <a:lnSpc>
                <a:spcPct val="120000"/>
              </a:lnSpc>
              <a:defRPr/>
            </a:pPr>
            <a:r>
              <a:rPr lang="zh-CN" altLang="en-US" dirty="0">
                <a:solidFill>
                  <a:srgbClr val="FFC000"/>
                </a:solidFill>
              </a:rPr>
              <a:t>注意：</a:t>
            </a:r>
            <a:r>
              <a:rPr lang="zh-CN" altLang="en-US" dirty="0"/>
              <a:t>重载操作符</a:t>
            </a:r>
            <a:r>
              <a:rPr lang="en-US" altLang="zh-CN" dirty="0"/>
              <a:t>new</a:t>
            </a:r>
            <a:r>
              <a:rPr lang="zh-CN" altLang="en-US" dirty="0"/>
              <a:t>和</a:t>
            </a:r>
            <a:r>
              <a:rPr lang="en-US" altLang="zh-CN" dirty="0"/>
              <a:t>delete</a:t>
            </a:r>
            <a:r>
              <a:rPr lang="zh-CN" altLang="en-US" dirty="0"/>
              <a:t>时，重载的是它们的分配空间和释放空间的功能，不影响对构造函数和析构函数的调用。 </a:t>
            </a:r>
            <a:endParaRPr lang="en-US" altLang="zh-C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2">
            <a:extLst>
              <a:ext uri="{FF2B5EF4-FFF2-40B4-BE49-F238E27FC236}">
                <a16:creationId xmlns:a16="http://schemas.microsoft.com/office/drawing/2014/main" id="{D7D64F99-90C2-90C0-3776-BD3D4FA271D4}"/>
              </a:ext>
            </a:extLst>
          </p:cNvPr>
          <p:cNvSpPr>
            <a:spLocks noGrp="1" noChangeArrowheads="1"/>
          </p:cNvSpPr>
          <p:nvPr>
            <p:ph type="title"/>
          </p:nvPr>
        </p:nvSpPr>
        <p:spPr>
          <a:xfrm>
            <a:off x="457200" y="115888"/>
            <a:ext cx="8229600" cy="1139825"/>
          </a:xfrm>
        </p:spPr>
        <p:txBody>
          <a:bodyPr/>
          <a:lstStyle/>
          <a:p>
            <a:pPr eaLnBrk="1" hangingPunct="1">
              <a:defRPr/>
            </a:pPr>
            <a:r>
              <a:rPr lang="zh-CN" altLang="en-GB"/>
              <a:t>重载操作符</a:t>
            </a:r>
            <a:r>
              <a:rPr lang="en-GB" altLang="zh-CN"/>
              <a:t>new</a:t>
            </a:r>
            <a:endParaRPr lang="zh-CN" altLang="zh-CN"/>
          </a:p>
        </p:txBody>
      </p:sp>
      <p:sp>
        <p:nvSpPr>
          <p:cNvPr id="372739" name="Rectangle 3">
            <a:extLst>
              <a:ext uri="{FF2B5EF4-FFF2-40B4-BE49-F238E27FC236}">
                <a16:creationId xmlns:a16="http://schemas.microsoft.com/office/drawing/2014/main" id="{0019E86B-A7D2-95E9-C0E6-758FEBE6CC98}"/>
              </a:ext>
            </a:extLst>
          </p:cNvPr>
          <p:cNvSpPr>
            <a:spLocks noGrp="1" noChangeArrowheads="1"/>
          </p:cNvSpPr>
          <p:nvPr>
            <p:ph type="body" idx="1"/>
          </p:nvPr>
        </p:nvSpPr>
        <p:spPr>
          <a:xfrm>
            <a:off x="323850" y="1412875"/>
            <a:ext cx="8507413" cy="4895850"/>
          </a:xfrm>
        </p:spPr>
        <p:txBody>
          <a:bodyPr>
            <a:normAutofit/>
          </a:bodyPr>
          <a:lstStyle/>
          <a:p>
            <a:pPr eaLnBrk="1" hangingPunct="1">
              <a:defRPr/>
            </a:pPr>
            <a:r>
              <a:rPr lang="zh-CN" altLang="en-GB" dirty="0"/>
              <a:t>操作符</a:t>
            </a:r>
            <a:r>
              <a:rPr lang="en-GB" altLang="zh-CN" dirty="0"/>
              <a:t>new</a:t>
            </a:r>
            <a:r>
              <a:rPr lang="zh-CN" altLang="en-GB" dirty="0"/>
              <a:t>必须作为</a:t>
            </a:r>
            <a:r>
              <a:rPr lang="zh-CN" altLang="en-GB" dirty="0">
                <a:solidFill>
                  <a:schemeClr val="folHlink"/>
                </a:solidFill>
              </a:rPr>
              <a:t>静态的</a:t>
            </a:r>
            <a:r>
              <a:rPr lang="zh-CN" altLang="en-GB" dirty="0"/>
              <a:t>成员函数来重载（</a:t>
            </a:r>
            <a:r>
              <a:rPr lang="en-GB" altLang="zh-CN" dirty="0"/>
              <a:t>static</a:t>
            </a:r>
            <a:r>
              <a:rPr lang="zh-CN" altLang="en-GB" dirty="0"/>
              <a:t>说明可以不写），其格式为： </a:t>
            </a:r>
          </a:p>
          <a:p>
            <a:pPr marL="457200" lvl="1" indent="0" eaLnBrk="1" hangingPunct="1">
              <a:buFontTx/>
              <a:buNone/>
              <a:defRPr/>
            </a:pPr>
            <a:r>
              <a:rPr lang="en-GB" altLang="zh-CN" dirty="0"/>
              <a:t>void *</a:t>
            </a:r>
            <a:r>
              <a:rPr lang="en-GB" altLang="zh-CN" dirty="0">
                <a:solidFill>
                  <a:srgbClr val="FFC000"/>
                </a:solidFill>
              </a:rPr>
              <a:t>operator new</a:t>
            </a:r>
            <a:r>
              <a:rPr lang="en-GB" altLang="zh-CN" dirty="0"/>
              <a:t>(</a:t>
            </a:r>
            <a:r>
              <a:rPr lang="en-GB" altLang="zh-CN" dirty="0" err="1"/>
              <a:t>size_t</a:t>
            </a:r>
            <a:r>
              <a:rPr lang="en-GB" altLang="zh-CN" dirty="0"/>
              <a:t> size);</a:t>
            </a:r>
            <a:r>
              <a:rPr lang="en-US" altLang="zh-CN" dirty="0"/>
              <a:t> </a:t>
            </a:r>
          </a:p>
          <a:p>
            <a:pPr lvl="1" eaLnBrk="1" hangingPunct="1">
              <a:defRPr/>
            </a:pPr>
            <a:r>
              <a:rPr lang="zh-CN" altLang="en-GB" dirty="0"/>
              <a:t>返回类型必须为</a:t>
            </a:r>
            <a:r>
              <a:rPr lang="en-GB" altLang="zh-CN" dirty="0"/>
              <a:t>void *</a:t>
            </a:r>
            <a:endParaRPr lang="en-US" altLang="zh-CN" dirty="0"/>
          </a:p>
          <a:p>
            <a:pPr lvl="1" eaLnBrk="1" hangingPunct="1">
              <a:defRPr/>
            </a:pPr>
            <a:r>
              <a:rPr lang="zh-CN" altLang="en-GB" dirty="0"/>
              <a:t>参数</a:t>
            </a:r>
            <a:r>
              <a:rPr lang="en-US" altLang="zh-CN" dirty="0"/>
              <a:t>size</a:t>
            </a:r>
            <a:r>
              <a:rPr lang="zh-CN" altLang="en-GB" dirty="0"/>
              <a:t>表示</a:t>
            </a:r>
            <a:r>
              <a:rPr lang="zh-CN" altLang="en-US" dirty="0"/>
              <a:t>对象</a:t>
            </a:r>
            <a:r>
              <a:rPr lang="zh-CN" altLang="en-GB" dirty="0"/>
              <a:t>所需空间的大小，其类型为</a:t>
            </a:r>
            <a:r>
              <a:rPr lang="en-GB" altLang="zh-CN" dirty="0" err="1"/>
              <a:t>size_t</a:t>
            </a:r>
            <a:r>
              <a:rPr lang="en-GB" altLang="zh-CN" dirty="0"/>
              <a:t> </a:t>
            </a:r>
            <a:r>
              <a:rPr lang="zh-CN" altLang="en-US" dirty="0"/>
              <a:t>（</a:t>
            </a:r>
            <a:r>
              <a:rPr lang="en-US" altLang="zh-CN" dirty="0" err="1"/>
              <a:t>sizeof</a:t>
            </a:r>
            <a:r>
              <a:rPr lang="en-US" altLang="zh-CN" dirty="0"/>
              <a:t>()</a:t>
            </a:r>
            <a:r>
              <a:rPr lang="zh-CN" altLang="en-US" dirty="0"/>
              <a:t>操作符返回的结果类型，该类型的大小可选择；简单理解为</a:t>
            </a:r>
            <a:r>
              <a:rPr lang="en-US" altLang="zh-CN" dirty="0"/>
              <a:t>unsigned </a:t>
            </a:r>
            <a:r>
              <a:rPr lang="en-US" altLang="zh-CN" dirty="0" err="1"/>
              <a:t>int</a:t>
            </a:r>
            <a:r>
              <a:rPr lang="zh-CN" altLang="en-US" dirty="0"/>
              <a:t>，</a:t>
            </a:r>
            <a:r>
              <a:rPr lang="en-US" altLang="zh-CN" dirty="0"/>
              <a:t>64</a:t>
            </a:r>
            <a:r>
              <a:rPr lang="zh-CN" altLang="en-US" dirty="0"/>
              <a:t>位系统中为</a:t>
            </a:r>
            <a:r>
              <a:rPr lang="en-US" altLang="zh-CN" dirty="0"/>
              <a:t>long unsigned </a:t>
            </a:r>
            <a:r>
              <a:rPr lang="en-US" altLang="zh-CN" dirty="0" err="1"/>
              <a:t>int</a:t>
            </a:r>
            <a:r>
              <a:rPr lang="zh-CN" altLang="en-US" dirty="0"/>
              <a:t>）</a:t>
            </a:r>
            <a:endParaRPr lang="en-US" altLang="zh-CN" dirty="0"/>
          </a:p>
          <a:p>
            <a:pPr eaLnBrk="1" hangingPunct="1">
              <a:defRPr/>
            </a:pPr>
            <a:endParaRPr lang="zh-CN" alt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a:extLst>
              <a:ext uri="{FF2B5EF4-FFF2-40B4-BE49-F238E27FC236}">
                <a16:creationId xmlns:a16="http://schemas.microsoft.com/office/drawing/2014/main" id="{515FB746-FA8A-932E-1932-14AA945EF0CB}"/>
              </a:ext>
            </a:extLst>
          </p:cNvPr>
          <p:cNvSpPr>
            <a:spLocks noGrp="1" noChangeArrowheads="1"/>
          </p:cNvSpPr>
          <p:nvPr>
            <p:ph type="title"/>
          </p:nvPr>
        </p:nvSpPr>
        <p:spPr>
          <a:xfrm>
            <a:off x="457200" y="44450"/>
            <a:ext cx="8229600" cy="1139825"/>
          </a:xfrm>
        </p:spPr>
        <p:txBody>
          <a:bodyPr/>
          <a:lstStyle/>
          <a:p>
            <a:pPr eaLnBrk="1" hangingPunct="1">
              <a:defRPr/>
            </a:pPr>
            <a:r>
              <a:rPr lang="zh-CN" altLang="en-US" dirty="0"/>
              <a:t>例：把动态对象初始化为全‘</a:t>
            </a:r>
            <a:r>
              <a:rPr lang="en-US" altLang="zh-CN" dirty="0"/>
              <a:t>0</a:t>
            </a:r>
            <a:r>
              <a:rPr lang="zh-CN" altLang="en-US" dirty="0"/>
              <a:t>’</a:t>
            </a:r>
            <a:endParaRPr lang="en-US" altLang="zh-CN" dirty="0"/>
          </a:p>
        </p:txBody>
      </p:sp>
      <p:sp>
        <p:nvSpPr>
          <p:cNvPr id="373763" name="Rectangle 3">
            <a:extLst>
              <a:ext uri="{FF2B5EF4-FFF2-40B4-BE49-F238E27FC236}">
                <a16:creationId xmlns:a16="http://schemas.microsoft.com/office/drawing/2014/main" id="{F5F9BDAE-36A6-50CD-15F3-C990474C84D5}"/>
              </a:ext>
            </a:extLst>
          </p:cNvPr>
          <p:cNvSpPr>
            <a:spLocks noGrp="1" noChangeArrowheads="1"/>
          </p:cNvSpPr>
          <p:nvPr>
            <p:ph type="body" idx="1"/>
          </p:nvPr>
        </p:nvSpPr>
        <p:spPr>
          <a:xfrm>
            <a:off x="323850" y="1341438"/>
            <a:ext cx="8435975" cy="5256212"/>
          </a:xfrm>
        </p:spPr>
        <p:txBody>
          <a:bodyPr>
            <a:normAutofit/>
          </a:bodyPr>
          <a:lstStyle/>
          <a:p>
            <a:pPr eaLnBrk="1" hangingPunct="1">
              <a:lnSpc>
                <a:spcPct val="90000"/>
              </a:lnSpc>
              <a:buFont typeface="Wingdings" panose="05000000000000000000" pitchFamily="2" charset="2"/>
              <a:buNone/>
              <a:tabLst>
                <a:tab pos="712788" algn="l"/>
              </a:tabLst>
              <a:defRPr/>
            </a:pPr>
            <a:r>
              <a:rPr lang="en-US" altLang="zh-CN" sz="2400" dirty="0"/>
              <a:t>#include &lt;</a:t>
            </a:r>
            <a:r>
              <a:rPr lang="en-US" altLang="zh-CN" sz="2400" dirty="0" err="1"/>
              <a:t>cstring</a:t>
            </a:r>
            <a:r>
              <a:rPr lang="en-US" altLang="zh-CN" sz="2400" dirty="0"/>
              <a:t>&gt;</a:t>
            </a:r>
          </a:p>
          <a:p>
            <a:pPr eaLnBrk="1" hangingPunct="1">
              <a:lnSpc>
                <a:spcPct val="90000"/>
              </a:lnSpc>
              <a:buFont typeface="Wingdings" panose="05000000000000000000" pitchFamily="2" charset="2"/>
              <a:buNone/>
              <a:tabLst>
                <a:tab pos="712788" algn="l"/>
              </a:tabLst>
              <a:defRPr/>
            </a:pPr>
            <a:r>
              <a:rPr lang="en-US" altLang="zh-CN" sz="2400" dirty="0"/>
              <a:t>class A</a:t>
            </a:r>
          </a:p>
          <a:p>
            <a:pPr eaLnBrk="1" hangingPunct="1">
              <a:lnSpc>
                <a:spcPct val="90000"/>
              </a:lnSpc>
              <a:buFont typeface="Wingdings" panose="05000000000000000000" pitchFamily="2" charset="2"/>
              <a:buNone/>
              <a:tabLst>
                <a:tab pos="712788" algn="l"/>
              </a:tabLst>
              <a:defRPr/>
            </a:pPr>
            <a:r>
              <a:rPr lang="en-US" altLang="zh-CN" sz="2400" dirty="0"/>
              <a:t>{		</a:t>
            </a:r>
            <a:r>
              <a:rPr lang="en-US" altLang="zh-CN" sz="2400" dirty="0" err="1"/>
              <a:t>int</a:t>
            </a:r>
            <a:r>
              <a:rPr lang="en-US" altLang="zh-CN" sz="2400" dirty="0"/>
              <a:t> </a:t>
            </a:r>
            <a:r>
              <a:rPr lang="en-US" altLang="zh-CN" sz="2400" dirty="0" err="1"/>
              <a:t>x,y</a:t>
            </a:r>
            <a:r>
              <a:rPr lang="en-US" altLang="zh-CN" sz="2400" dirty="0"/>
              <a:t>;</a:t>
            </a:r>
          </a:p>
          <a:p>
            <a:pPr eaLnBrk="1" hangingPunct="1">
              <a:lnSpc>
                <a:spcPct val="90000"/>
              </a:lnSpc>
              <a:buFont typeface="Wingdings" panose="05000000000000000000" pitchFamily="2" charset="2"/>
              <a:buNone/>
              <a:tabLst>
                <a:tab pos="712788" algn="l"/>
              </a:tabLst>
              <a:defRPr/>
            </a:pPr>
            <a:r>
              <a:rPr lang="en-US" altLang="zh-CN" sz="2400" dirty="0"/>
              <a:t>	public:</a:t>
            </a:r>
          </a:p>
          <a:p>
            <a:pPr eaLnBrk="1" hangingPunct="1">
              <a:lnSpc>
                <a:spcPct val="90000"/>
              </a:lnSpc>
              <a:buFont typeface="Wingdings" panose="05000000000000000000" pitchFamily="2" charset="2"/>
              <a:buNone/>
              <a:tabLst>
                <a:tab pos="712788" algn="l"/>
              </a:tabLst>
              <a:defRPr/>
            </a:pPr>
            <a:r>
              <a:rPr lang="en-GB" altLang="zh-CN" sz="2400" dirty="0"/>
              <a:t>		void *operator new(</a:t>
            </a:r>
            <a:r>
              <a:rPr lang="en-GB" altLang="zh-CN" sz="2400" dirty="0" err="1"/>
              <a:t>size_t</a:t>
            </a:r>
            <a:r>
              <a:rPr lang="en-GB" altLang="zh-CN" sz="2400" dirty="0"/>
              <a:t> size)</a:t>
            </a:r>
          </a:p>
          <a:p>
            <a:pPr eaLnBrk="1" hangingPunct="1">
              <a:lnSpc>
                <a:spcPct val="90000"/>
              </a:lnSpc>
              <a:buFont typeface="Wingdings" panose="05000000000000000000" pitchFamily="2" charset="2"/>
              <a:buNone/>
              <a:tabLst>
                <a:tab pos="712788" algn="l"/>
              </a:tabLst>
              <a:defRPr/>
            </a:pPr>
            <a:r>
              <a:rPr lang="en-GB" altLang="zh-CN" sz="2400" dirty="0"/>
              <a:t>		{	void *p=</a:t>
            </a:r>
            <a:r>
              <a:rPr lang="en-GB" altLang="zh-CN" sz="2400" dirty="0" err="1"/>
              <a:t>malloc</a:t>
            </a:r>
            <a:r>
              <a:rPr lang="en-GB" altLang="zh-CN" sz="2400" dirty="0"/>
              <a:t>(size); </a:t>
            </a:r>
            <a:r>
              <a:rPr lang="en-GB" altLang="zh-CN" sz="2000" dirty="0"/>
              <a:t>//</a:t>
            </a:r>
            <a:r>
              <a:rPr lang="zh-CN" altLang="en-GB" sz="2000" dirty="0"/>
              <a:t>调用系统堆空间分配操作。</a:t>
            </a:r>
          </a:p>
          <a:p>
            <a:pPr eaLnBrk="1" hangingPunct="1">
              <a:lnSpc>
                <a:spcPct val="90000"/>
              </a:lnSpc>
              <a:buFont typeface="Wingdings" panose="05000000000000000000" pitchFamily="2" charset="2"/>
              <a:buNone/>
              <a:tabLst>
                <a:tab pos="712788" algn="l"/>
              </a:tabLst>
              <a:defRPr/>
            </a:pPr>
            <a:r>
              <a:rPr lang="zh-CN" altLang="en-GB" sz="2400" dirty="0"/>
              <a:t>			</a:t>
            </a:r>
            <a:r>
              <a:rPr lang="en-GB" altLang="zh-CN" sz="2400" dirty="0" err="1"/>
              <a:t>memset</a:t>
            </a:r>
            <a:r>
              <a:rPr lang="en-GB" altLang="zh-CN" sz="2400" dirty="0"/>
              <a:t>(p,0,size); </a:t>
            </a:r>
            <a:r>
              <a:rPr lang="en-GB" altLang="zh-CN" sz="2000" dirty="0"/>
              <a:t>//</a:t>
            </a:r>
            <a:r>
              <a:rPr lang="zh-CN" altLang="en-GB" sz="2000" dirty="0">
                <a:solidFill>
                  <a:srgbClr val="FFC000"/>
                </a:solidFill>
              </a:rPr>
              <a:t>把申请到的堆空间初始化为全</a:t>
            </a:r>
            <a:r>
              <a:rPr lang="zh-CN" altLang="en-GB" sz="2000" dirty="0">
                <a:solidFill>
                  <a:srgbClr val="FFC000"/>
                </a:solidFill>
                <a:latin typeface="Arial"/>
              </a:rPr>
              <a:t>“</a:t>
            </a:r>
            <a:r>
              <a:rPr lang="en-GB" altLang="zh-CN" sz="2000" dirty="0">
                <a:solidFill>
                  <a:srgbClr val="FFC000"/>
                </a:solidFill>
              </a:rPr>
              <a:t>0</a:t>
            </a:r>
            <a:r>
              <a:rPr lang="zh-CN" altLang="en-US" sz="2000" dirty="0">
                <a:solidFill>
                  <a:srgbClr val="FFC000"/>
                </a:solidFill>
              </a:rPr>
              <a:t>”</a:t>
            </a:r>
            <a:r>
              <a:rPr lang="zh-CN" altLang="en-GB" sz="2000" dirty="0">
                <a:solidFill>
                  <a:srgbClr val="FFC000"/>
                </a:solidFill>
              </a:rPr>
              <a:t>。</a:t>
            </a:r>
          </a:p>
          <a:p>
            <a:pPr eaLnBrk="1" hangingPunct="1">
              <a:lnSpc>
                <a:spcPct val="90000"/>
              </a:lnSpc>
              <a:buFont typeface="Wingdings" panose="05000000000000000000" pitchFamily="2" charset="2"/>
              <a:buNone/>
              <a:tabLst>
                <a:tab pos="712788" algn="l"/>
              </a:tabLst>
              <a:defRPr/>
            </a:pPr>
            <a:r>
              <a:rPr lang="zh-CN" altLang="en-GB" sz="2400" dirty="0"/>
              <a:t>			</a:t>
            </a:r>
            <a:r>
              <a:rPr lang="en-GB" altLang="zh-CN" sz="2400" dirty="0"/>
              <a:t>return p;</a:t>
            </a:r>
          </a:p>
          <a:p>
            <a:pPr eaLnBrk="1" hangingPunct="1">
              <a:lnSpc>
                <a:spcPct val="90000"/>
              </a:lnSpc>
              <a:buFont typeface="Wingdings" panose="05000000000000000000" pitchFamily="2" charset="2"/>
              <a:buNone/>
              <a:tabLst>
                <a:tab pos="712788" algn="l"/>
              </a:tabLst>
              <a:defRPr/>
            </a:pPr>
            <a:r>
              <a:rPr lang="en-GB" altLang="zh-CN" sz="2400" dirty="0"/>
              <a:t>		}</a:t>
            </a:r>
            <a:endParaRPr lang="en-US" altLang="zh-CN" sz="2400" dirty="0"/>
          </a:p>
          <a:p>
            <a:pPr eaLnBrk="1" hangingPunct="1">
              <a:lnSpc>
                <a:spcPct val="90000"/>
              </a:lnSpc>
              <a:buFont typeface="Wingdings" panose="05000000000000000000" pitchFamily="2" charset="2"/>
              <a:buNone/>
              <a:tabLst>
                <a:tab pos="712788" algn="l"/>
              </a:tabLst>
              <a:defRPr/>
            </a:pPr>
            <a:r>
              <a:rPr lang="en-US" altLang="zh-CN" sz="2400" dirty="0"/>
              <a:t>		......</a:t>
            </a:r>
            <a:endParaRPr lang="en-GB" altLang="zh-CN" sz="2400" dirty="0"/>
          </a:p>
          <a:p>
            <a:pPr eaLnBrk="1" hangingPunct="1">
              <a:lnSpc>
                <a:spcPct val="90000"/>
              </a:lnSpc>
              <a:buFont typeface="Wingdings" panose="05000000000000000000" pitchFamily="2" charset="2"/>
              <a:buNone/>
              <a:tabLst>
                <a:tab pos="712788" algn="l"/>
              </a:tabLst>
              <a:defRPr/>
            </a:pPr>
            <a:r>
              <a:rPr lang="en-US" altLang="zh-CN" sz="2400" dirty="0"/>
              <a:t>};</a:t>
            </a:r>
          </a:p>
          <a:p>
            <a:pPr eaLnBrk="1" hangingPunct="1">
              <a:lnSpc>
                <a:spcPct val="90000"/>
              </a:lnSpc>
              <a:tabLst>
                <a:tab pos="712788" algn="l"/>
              </a:tabLst>
              <a:defRPr/>
            </a:pPr>
            <a:r>
              <a:rPr lang="zh-CN" altLang="en-US" sz="2400" dirty="0"/>
              <a:t>上面重载的</a:t>
            </a:r>
            <a:r>
              <a:rPr lang="en-US" altLang="zh-CN" sz="2400" dirty="0"/>
              <a:t>new</a:t>
            </a:r>
            <a:r>
              <a:rPr lang="zh-CN" altLang="en-US" sz="2400" dirty="0"/>
              <a:t>与系统提供的差别在于：它可以为一个没有定义任何构造函数的动态对象提供初始化！</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921B298-F5AC-0631-5AF6-FF3EBB443E2F}"/>
              </a:ext>
            </a:extLst>
          </p:cNvPr>
          <p:cNvSpPr>
            <a:spLocks noGrp="1"/>
          </p:cNvSpPr>
          <p:nvPr>
            <p:ph idx="1"/>
          </p:nvPr>
        </p:nvSpPr>
        <p:spPr>
          <a:xfrm>
            <a:off x="250825" y="981075"/>
            <a:ext cx="8686800" cy="5400675"/>
          </a:xfrm>
        </p:spPr>
        <p:txBody>
          <a:bodyPr/>
          <a:lstStyle/>
          <a:p>
            <a:pPr eaLnBrk="1" hangingPunct="1">
              <a:defRPr/>
            </a:pPr>
            <a:r>
              <a:rPr lang="zh-CN" altLang="en-US" dirty="0"/>
              <a:t>重载的</a:t>
            </a:r>
            <a:r>
              <a:rPr lang="en-GB" altLang="zh-CN" dirty="0"/>
              <a:t>new</a:t>
            </a:r>
            <a:r>
              <a:rPr lang="zh-CN" altLang="en-US" dirty="0"/>
              <a:t>操作符</a:t>
            </a:r>
            <a:r>
              <a:rPr lang="zh-CN" altLang="en-GB" dirty="0"/>
              <a:t>的使用</a:t>
            </a:r>
            <a:r>
              <a:rPr lang="zh-CN" altLang="en-US" dirty="0"/>
              <a:t>格式</a:t>
            </a:r>
            <a:r>
              <a:rPr lang="zh-CN" altLang="en-GB" dirty="0"/>
              <a:t>与系统提供的</a:t>
            </a:r>
            <a:r>
              <a:rPr lang="en-US" altLang="zh-CN" dirty="0"/>
              <a:t>new</a:t>
            </a:r>
            <a:r>
              <a:rPr lang="zh-CN" altLang="en-GB" dirty="0"/>
              <a:t>基本相同</a:t>
            </a:r>
            <a:r>
              <a:rPr lang="zh-CN" altLang="en-US" dirty="0"/>
              <a:t>。例如（假设</a:t>
            </a:r>
            <a:r>
              <a:rPr lang="en-US" altLang="zh-CN" dirty="0"/>
              <a:t>A</a:t>
            </a:r>
            <a:r>
              <a:rPr lang="zh-CN" altLang="en-US" dirty="0"/>
              <a:t>中重载了</a:t>
            </a:r>
            <a:r>
              <a:rPr lang="en-US" altLang="zh-CN" dirty="0"/>
              <a:t>new</a:t>
            </a:r>
            <a:r>
              <a:rPr lang="zh-CN" altLang="en-US" dirty="0"/>
              <a:t>）：</a:t>
            </a:r>
            <a:endParaRPr lang="en-US" altLang="zh-CN" dirty="0"/>
          </a:p>
          <a:p>
            <a:pPr lvl="1" eaLnBrk="1" hangingPunct="1">
              <a:defRPr/>
            </a:pPr>
            <a:r>
              <a:rPr lang="en-US" altLang="zh-CN" dirty="0"/>
              <a:t>A *p=new A; </a:t>
            </a:r>
          </a:p>
          <a:p>
            <a:pPr lvl="2" eaLnBrk="1" hangingPunct="1">
              <a:defRPr/>
            </a:pPr>
            <a:r>
              <a:rPr lang="zh-CN" altLang="en-US" dirty="0"/>
              <a:t>自动计算</a:t>
            </a:r>
            <a:r>
              <a:rPr lang="en-US" altLang="zh-CN" dirty="0"/>
              <a:t>A</a:t>
            </a:r>
            <a:r>
              <a:rPr lang="zh-CN" altLang="en-US" dirty="0"/>
              <a:t>的大小，把它作为参数（</a:t>
            </a:r>
            <a:r>
              <a:rPr lang="en-US" altLang="zh-CN" dirty="0"/>
              <a:t>size</a:t>
            </a:r>
            <a:r>
              <a:rPr lang="zh-CN" altLang="en-US" dirty="0"/>
              <a:t>）去调用</a:t>
            </a:r>
            <a:r>
              <a:rPr lang="en-US" altLang="zh-CN" dirty="0"/>
              <a:t>new</a:t>
            </a:r>
            <a:r>
              <a:rPr lang="zh-CN" altLang="en-US" dirty="0"/>
              <a:t>的重载函数为动态对象分配空间。</a:t>
            </a:r>
            <a:endParaRPr lang="en-US" altLang="zh-CN" dirty="0"/>
          </a:p>
          <a:p>
            <a:pPr lvl="2" eaLnBrk="1" hangingPunct="1">
              <a:defRPr/>
            </a:pPr>
            <a:r>
              <a:rPr lang="zh-CN" altLang="en-US" dirty="0"/>
              <a:t>调用</a:t>
            </a:r>
            <a:r>
              <a:rPr lang="en-US" altLang="zh-CN" dirty="0"/>
              <a:t>A</a:t>
            </a:r>
            <a:r>
              <a:rPr lang="zh-CN" altLang="en-US" dirty="0"/>
              <a:t>类默认构造函数来初始化对象。</a:t>
            </a:r>
            <a:endParaRPr lang="en-US" altLang="zh-CN" dirty="0"/>
          </a:p>
          <a:p>
            <a:pPr lvl="1" eaLnBrk="1" hangingPunct="1">
              <a:defRPr/>
            </a:pPr>
            <a:r>
              <a:rPr lang="en-US" altLang="zh-CN" dirty="0"/>
              <a:t>A *q=new A(</a:t>
            </a:r>
            <a:r>
              <a:rPr lang="en-US" altLang="zh-CN" dirty="0">
                <a:solidFill>
                  <a:srgbClr val="FFC000"/>
                </a:solidFill>
              </a:rPr>
              <a:t>...</a:t>
            </a:r>
            <a:r>
              <a:rPr lang="en-US" altLang="zh-CN" dirty="0"/>
              <a:t>); </a:t>
            </a:r>
          </a:p>
          <a:p>
            <a:pPr lvl="2" eaLnBrk="1" hangingPunct="1">
              <a:defRPr/>
            </a:pPr>
            <a:r>
              <a:rPr lang="zh-CN" altLang="en-US" dirty="0"/>
              <a:t>自动计算</a:t>
            </a:r>
            <a:r>
              <a:rPr lang="en-US" altLang="zh-CN" dirty="0"/>
              <a:t>A</a:t>
            </a:r>
            <a:r>
              <a:rPr lang="zh-CN" altLang="en-US" dirty="0"/>
              <a:t>的大小，把它作为参数（</a:t>
            </a:r>
            <a:r>
              <a:rPr lang="en-US" altLang="zh-CN" dirty="0"/>
              <a:t>size</a:t>
            </a:r>
            <a:r>
              <a:rPr lang="zh-CN" altLang="en-US" dirty="0"/>
              <a:t>）去调用</a:t>
            </a:r>
            <a:r>
              <a:rPr lang="en-US" altLang="zh-CN" dirty="0"/>
              <a:t>new</a:t>
            </a:r>
            <a:r>
              <a:rPr lang="zh-CN" altLang="en-US" dirty="0"/>
              <a:t>的重载函数为动态对象分配空间。</a:t>
            </a:r>
            <a:endParaRPr lang="en-US" altLang="zh-CN" dirty="0"/>
          </a:p>
          <a:p>
            <a:pPr lvl="2" eaLnBrk="1" hangingPunct="1">
              <a:defRPr/>
            </a:pPr>
            <a:r>
              <a:rPr lang="zh-CN" altLang="en-US" dirty="0"/>
              <a:t>调用</a:t>
            </a:r>
            <a:r>
              <a:rPr lang="en-US" altLang="zh-CN" dirty="0"/>
              <a:t>A</a:t>
            </a:r>
            <a:r>
              <a:rPr lang="zh-CN" altLang="en-US" dirty="0"/>
              <a:t>类带参数（</a:t>
            </a:r>
            <a:r>
              <a:rPr lang="en-US" altLang="zh-CN" dirty="0">
                <a:solidFill>
                  <a:srgbClr val="FFC000"/>
                </a:solidFill>
              </a:rPr>
              <a:t>...</a:t>
            </a:r>
            <a:r>
              <a:rPr lang="zh-CN" altLang="en-US" dirty="0"/>
              <a:t>）的构造函数来初始化对象。</a:t>
            </a:r>
            <a:endParaRPr lang="en-US" altLang="zh-C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FDA548-A1CE-F28C-4DFE-545D08812D6B}"/>
              </a:ext>
            </a:extLst>
          </p:cNvPr>
          <p:cNvSpPr>
            <a:spLocks noGrp="1"/>
          </p:cNvSpPr>
          <p:nvPr>
            <p:ph type="title"/>
          </p:nvPr>
        </p:nvSpPr>
        <p:spPr/>
        <p:txBody>
          <a:bodyPr/>
          <a:lstStyle/>
          <a:p>
            <a:pPr>
              <a:defRPr/>
            </a:pPr>
            <a:endParaRPr lang="zh-CN" altLang="en-US"/>
          </a:p>
        </p:txBody>
      </p:sp>
      <p:sp>
        <p:nvSpPr>
          <p:cNvPr id="3" name="内容占位符 2">
            <a:extLst>
              <a:ext uri="{FF2B5EF4-FFF2-40B4-BE49-F238E27FC236}">
                <a16:creationId xmlns:a16="http://schemas.microsoft.com/office/drawing/2014/main" id="{E9D23B89-23D7-BBE8-D475-7080732E2F47}"/>
              </a:ext>
            </a:extLst>
          </p:cNvPr>
          <p:cNvSpPr>
            <a:spLocks noGrp="1"/>
          </p:cNvSpPr>
          <p:nvPr>
            <p:ph idx="1"/>
          </p:nvPr>
        </p:nvSpPr>
        <p:spPr/>
        <p:txBody>
          <a:bodyPr/>
          <a:lstStyle/>
          <a:p>
            <a:pPr eaLnBrk="1" hangingPunct="1">
              <a:defRPr/>
            </a:pPr>
            <a:r>
              <a:rPr lang="zh-CN" altLang="en-US" dirty="0"/>
              <a:t>对于</a:t>
            </a:r>
            <a:r>
              <a:rPr lang="en-US" altLang="zh-CN" dirty="0"/>
              <a:t>new</a:t>
            </a:r>
            <a:r>
              <a:rPr lang="zh-CN" altLang="en-US" dirty="0"/>
              <a:t>的重载函数，除了对象空间大小参数以外，它也可以带有其它参数：</a:t>
            </a:r>
            <a:endParaRPr lang="en-US" altLang="zh-CN" dirty="0"/>
          </a:p>
          <a:p>
            <a:pPr lvl="1" eaLnBrk="1" hangingPunct="1">
              <a:defRPr/>
            </a:pPr>
            <a:r>
              <a:rPr lang="en-US" altLang="zh-CN" dirty="0"/>
              <a:t>void *operator new(</a:t>
            </a:r>
            <a:r>
              <a:rPr lang="en-US" altLang="zh-CN" dirty="0" err="1"/>
              <a:t>size_t</a:t>
            </a:r>
            <a:r>
              <a:rPr lang="en-US" altLang="zh-CN" dirty="0"/>
              <a:t> size,</a:t>
            </a:r>
            <a:r>
              <a:rPr lang="en-US" altLang="zh-CN" dirty="0">
                <a:solidFill>
                  <a:srgbClr val="FF8585"/>
                </a:solidFill>
              </a:rPr>
              <a:t>…</a:t>
            </a:r>
            <a:r>
              <a:rPr lang="en-US" altLang="zh-CN" dirty="0"/>
              <a:t>); </a:t>
            </a:r>
          </a:p>
          <a:p>
            <a:pPr eaLnBrk="1" hangingPunct="1">
              <a:defRPr/>
            </a:pPr>
            <a:r>
              <a:rPr lang="zh-CN" altLang="en-US" dirty="0"/>
              <a:t>对带有其它参数</a:t>
            </a:r>
            <a:r>
              <a:rPr lang="zh-CN" altLang="en-GB" dirty="0"/>
              <a:t>的</a:t>
            </a:r>
            <a:r>
              <a:rPr lang="en-GB" altLang="zh-CN" dirty="0"/>
              <a:t>new</a:t>
            </a:r>
            <a:r>
              <a:rPr lang="zh-CN" altLang="en-US" dirty="0"/>
              <a:t>重载函数</a:t>
            </a:r>
            <a:r>
              <a:rPr lang="zh-CN" altLang="en-GB" dirty="0"/>
              <a:t>，其使用格式为：</a:t>
            </a:r>
          </a:p>
          <a:p>
            <a:pPr lvl="1" eaLnBrk="1" hangingPunct="1">
              <a:defRPr/>
            </a:pPr>
            <a:r>
              <a:rPr lang="en-US" altLang="zh-CN" dirty="0"/>
              <a:t>p = new (</a:t>
            </a:r>
            <a:r>
              <a:rPr lang="en-US" altLang="zh-CN" dirty="0">
                <a:solidFill>
                  <a:srgbClr val="FF8585"/>
                </a:solidFill>
              </a:rPr>
              <a:t>...</a:t>
            </a:r>
            <a:r>
              <a:rPr lang="en-US" altLang="zh-CN" dirty="0"/>
              <a:t>) A(</a:t>
            </a:r>
            <a:r>
              <a:rPr lang="en-US" altLang="zh-CN" dirty="0">
                <a:solidFill>
                  <a:srgbClr val="FFC000"/>
                </a:solidFill>
              </a:rPr>
              <a:t>...</a:t>
            </a:r>
            <a:r>
              <a:rPr lang="en-US" altLang="zh-CN" dirty="0"/>
              <a:t>); </a:t>
            </a:r>
          </a:p>
          <a:p>
            <a:pPr lvl="1" eaLnBrk="1" hangingPunct="1">
              <a:defRPr/>
            </a:pPr>
            <a:r>
              <a:rPr lang="en-US" altLang="zh-CN" dirty="0">
                <a:solidFill>
                  <a:srgbClr val="FF8585"/>
                </a:solidFill>
              </a:rPr>
              <a:t>...</a:t>
            </a:r>
            <a:r>
              <a:rPr lang="en-US" altLang="zh-CN" dirty="0">
                <a:solidFill>
                  <a:srgbClr val="FF0000"/>
                </a:solidFill>
              </a:rPr>
              <a:t> </a:t>
            </a:r>
            <a:r>
              <a:rPr lang="zh-CN" altLang="en-US" dirty="0"/>
              <a:t>表示提供给</a:t>
            </a:r>
            <a:r>
              <a:rPr lang="en-US" altLang="zh-CN" dirty="0"/>
              <a:t>new</a:t>
            </a:r>
            <a:r>
              <a:rPr lang="zh-CN" altLang="en-US" dirty="0"/>
              <a:t>重载函数的其它参数</a:t>
            </a:r>
          </a:p>
          <a:p>
            <a:pPr lvl="1" eaLnBrk="1" hangingPunct="1">
              <a:defRPr/>
            </a:pPr>
            <a:r>
              <a:rPr lang="en-US" altLang="zh-CN" dirty="0">
                <a:solidFill>
                  <a:srgbClr val="FFC000"/>
                </a:solidFill>
              </a:rPr>
              <a:t>...</a:t>
            </a:r>
            <a:r>
              <a:rPr lang="en-US" altLang="zh-CN" dirty="0"/>
              <a:t> </a:t>
            </a:r>
            <a:r>
              <a:rPr lang="zh-CN" altLang="en-US" dirty="0"/>
              <a:t>表示提供给</a:t>
            </a:r>
            <a:r>
              <a:rPr lang="en-US" altLang="zh-CN" dirty="0"/>
              <a:t>A</a:t>
            </a:r>
            <a:r>
              <a:rPr lang="zh-CN" altLang="en-US" dirty="0"/>
              <a:t>类构造函数的参数</a:t>
            </a:r>
          </a:p>
          <a:p>
            <a:pPr>
              <a:defRPr/>
            </a:pP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a:extLst>
              <a:ext uri="{FF2B5EF4-FFF2-40B4-BE49-F238E27FC236}">
                <a16:creationId xmlns:a16="http://schemas.microsoft.com/office/drawing/2014/main" id="{5A347D1B-1173-C71A-B499-F4AEE8AC58EC}"/>
              </a:ext>
            </a:extLst>
          </p:cNvPr>
          <p:cNvSpPr>
            <a:spLocks noGrp="1" noChangeArrowheads="1"/>
          </p:cNvSpPr>
          <p:nvPr>
            <p:ph type="title"/>
          </p:nvPr>
        </p:nvSpPr>
        <p:spPr>
          <a:xfrm>
            <a:off x="0" y="44450"/>
            <a:ext cx="9144000" cy="1139825"/>
          </a:xfrm>
        </p:spPr>
        <p:txBody>
          <a:bodyPr/>
          <a:lstStyle/>
          <a:p>
            <a:pPr eaLnBrk="1" hangingPunct="1">
              <a:defRPr/>
            </a:pPr>
            <a:r>
              <a:rPr lang="zh-CN" altLang="en-US" sz="4000" dirty="0"/>
              <a:t>例：在非“堆区”为动态对象分配空间</a:t>
            </a:r>
          </a:p>
        </p:txBody>
      </p:sp>
      <p:sp>
        <p:nvSpPr>
          <p:cNvPr id="400387" name="Rectangle 3">
            <a:extLst>
              <a:ext uri="{FF2B5EF4-FFF2-40B4-BE49-F238E27FC236}">
                <a16:creationId xmlns:a16="http://schemas.microsoft.com/office/drawing/2014/main" id="{50E125B2-34A8-04E0-1E8B-DA5BB5061F77}"/>
              </a:ext>
            </a:extLst>
          </p:cNvPr>
          <p:cNvSpPr>
            <a:spLocks noGrp="1" noChangeArrowheads="1"/>
          </p:cNvSpPr>
          <p:nvPr>
            <p:ph type="body" idx="1"/>
          </p:nvPr>
        </p:nvSpPr>
        <p:spPr>
          <a:xfrm>
            <a:off x="179388" y="1196975"/>
            <a:ext cx="8713787" cy="5589588"/>
          </a:xfrm>
        </p:spPr>
        <p:txBody>
          <a:bodyPr>
            <a:normAutofit lnSpcReduction="10000"/>
          </a:bodyPr>
          <a:lstStyle/>
          <a:p>
            <a:pPr eaLnBrk="1" hangingPunct="1">
              <a:lnSpc>
                <a:spcPct val="90000"/>
              </a:lnSpc>
              <a:buFont typeface="Wingdings" panose="05000000000000000000" pitchFamily="2" charset="2"/>
              <a:buNone/>
              <a:defRPr/>
            </a:pPr>
            <a:r>
              <a:rPr lang="en-US" altLang="zh-CN" sz="2400" dirty="0"/>
              <a:t>#include &lt;</a:t>
            </a:r>
            <a:r>
              <a:rPr lang="en-US" altLang="zh-CN" sz="2400" dirty="0" err="1"/>
              <a:t>cstring</a:t>
            </a:r>
            <a:r>
              <a:rPr lang="en-US" altLang="zh-CN" sz="2400" dirty="0"/>
              <a:t>&gt;</a:t>
            </a:r>
          </a:p>
          <a:p>
            <a:pPr eaLnBrk="1" hangingPunct="1">
              <a:lnSpc>
                <a:spcPct val="90000"/>
              </a:lnSpc>
              <a:buFont typeface="Wingdings" panose="05000000000000000000" pitchFamily="2" charset="2"/>
              <a:buNone/>
              <a:defRPr/>
            </a:pPr>
            <a:r>
              <a:rPr lang="en-US" altLang="zh-CN" sz="2400" dirty="0"/>
              <a:t>class A</a:t>
            </a:r>
          </a:p>
          <a:p>
            <a:pPr eaLnBrk="1" hangingPunct="1">
              <a:lnSpc>
                <a:spcPct val="90000"/>
              </a:lnSpc>
              <a:buFont typeface="Wingdings" panose="05000000000000000000" pitchFamily="2" charset="2"/>
              <a:buNone/>
              <a:defRPr/>
            </a:pPr>
            <a:r>
              <a:rPr lang="en-US" altLang="zh-CN" sz="2400" dirty="0"/>
              <a:t>{		</a:t>
            </a:r>
            <a:r>
              <a:rPr lang="en-US" altLang="zh-CN" sz="2400" dirty="0" err="1"/>
              <a:t>int</a:t>
            </a:r>
            <a:r>
              <a:rPr lang="en-US" altLang="zh-CN" sz="2400" dirty="0"/>
              <a:t> </a:t>
            </a:r>
            <a:r>
              <a:rPr lang="en-US" altLang="zh-CN" sz="2400" dirty="0" err="1"/>
              <a:t>x,y</a:t>
            </a:r>
            <a:r>
              <a:rPr lang="en-US" altLang="zh-CN" sz="2400" dirty="0"/>
              <a:t>;</a:t>
            </a:r>
          </a:p>
          <a:p>
            <a:pPr eaLnBrk="1" hangingPunct="1">
              <a:lnSpc>
                <a:spcPct val="90000"/>
              </a:lnSpc>
              <a:buFont typeface="Wingdings" panose="05000000000000000000" pitchFamily="2" charset="2"/>
              <a:buNone/>
              <a:defRPr/>
            </a:pPr>
            <a:r>
              <a:rPr lang="en-US" altLang="zh-CN" sz="2400" dirty="0"/>
              <a:t>	public:</a:t>
            </a:r>
          </a:p>
          <a:p>
            <a:pPr eaLnBrk="1" hangingPunct="1">
              <a:lnSpc>
                <a:spcPct val="90000"/>
              </a:lnSpc>
              <a:buFont typeface="Wingdings" panose="05000000000000000000" pitchFamily="2" charset="2"/>
              <a:buNone/>
              <a:defRPr/>
            </a:pPr>
            <a:r>
              <a:rPr lang="en-US" altLang="zh-CN" sz="2400" dirty="0"/>
              <a:t>		A(</a:t>
            </a:r>
            <a:r>
              <a:rPr lang="en-US" altLang="zh-CN" sz="2400" dirty="0" err="1">
                <a:solidFill>
                  <a:srgbClr val="FFC000"/>
                </a:solidFill>
              </a:rPr>
              <a:t>int</a:t>
            </a:r>
            <a:r>
              <a:rPr lang="en-US" altLang="zh-CN" sz="2400" dirty="0">
                <a:solidFill>
                  <a:srgbClr val="FFC000"/>
                </a:solidFill>
              </a:rPr>
              <a:t> </a:t>
            </a:r>
            <a:r>
              <a:rPr lang="en-US" altLang="zh-CN" sz="2400" dirty="0" err="1">
                <a:solidFill>
                  <a:srgbClr val="FFC000"/>
                </a:solidFill>
              </a:rPr>
              <a:t>i</a:t>
            </a:r>
            <a:r>
              <a:rPr lang="en-US" altLang="zh-CN" sz="2400" dirty="0">
                <a:solidFill>
                  <a:srgbClr val="FFC000"/>
                </a:solidFill>
              </a:rPr>
              <a:t>, </a:t>
            </a:r>
            <a:r>
              <a:rPr lang="en-US" altLang="zh-CN" sz="2400" dirty="0" err="1">
                <a:solidFill>
                  <a:srgbClr val="FFC000"/>
                </a:solidFill>
              </a:rPr>
              <a:t>int</a:t>
            </a:r>
            <a:r>
              <a:rPr lang="en-US" altLang="zh-CN" sz="2400" dirty="0">
                <a:solidFill>
                  <a:srgbClr val="FFC000"/>
                </a:solidFill>
              </a:rPr>
              <a:t> j</a:t>
            </a:r>
            <a:r>
              <a:rPr lang="en-US" altLang="zh-CN" sz="2400" dirty="0"/>
              <a:t>) { x=</a:t>
            </a:r>
            <a:r>
              <a:rPr lang="en-US" altLang="zh-CN" sz="2400" dirty="0" err="1"/>
              <a:t>i</a:t>
            </a:r>
            <a:r>
              <a:rPr lang="en-US" altLang="zh-CN" sz="2400" dirty="0"/>
              <a:t>; y=j; }</a:t>
            </a:r>
            <a:endParaRPr lang="en-GB" altLang="zh-CN" sz="2400" dirty="0"/>
          </a:p>
          <a:p>
            <a:pPr eaLnBrk="1" hangingPunct="1">
              <a:lnSpc>
                <a:spcPct val="90000"/>
              </a:lnSpc>
              <a:buFont typeface="Wingdings" panose="05000000000000000000" pitchFamily="2" charset="2"/>
              <a:buNone/>
              <a:defRPr/>
            </a:pPr>
            <a:r>
              <a:rPr lang="en-GB" altLang="zh-CN" sz="2400" dirty="0"/>
              <a:t>		void *operator new(</a:t>
            </a:r>
            <a:r>
              <a:rPr lang="en-GB" altLang="zh-CN" sz="2400" dirty="0" err="1"/>
              <a:t>size_t</a:t>
            </a:r>
            <a:r>
              <a:rPr lang="en-GB" altLang="zh-CN" sz="2400" dirty="0"/>
              <a:t> size, void *</a:t>
            </a:r>
            <a:r>
              <a:rPr lang="en-GB" altLang="zh-CN" sz="2400" dirty="0">
                <a:solidFill>
                  <a:srgbClr val="FF8585"/>
                </a:solidFill>
              </a:rPr>
              <a:t>p</a:t>
            </a:r>
            <a:r>
              <a:rPr lang="en-GB" altLang="zh-CN" sz="2400" dirty="0"/>
              <a:t>)</a:t>
            </a:r>
          </a:p>
          <a:p>
            <a:pPr eaLnBrk="1" hangingPunct="1">
              <a:lnSpc>
                <a:spcPct val="90000"/>
              </a:lnSpc>
              <a:buFont typeface="Wingdings" panose="05000000000000000000" pitchFamily="2" charset="2"/>
              <a:buNone/>
              <a:defRPr/>
            </a:pPr>
            <a:r>
              <a:rPr lang="en-GB" altLang="zh-CN" sz="2400" dirty="0"/>
              <a:t>		{ return p;</a:t>
            </a:r>
          </a:p>
          <a:p>
            <a:pPr eaLnBrk="1" hangingPunct="1">
              <a:lnSpc>
                <a:spcPct val="90000"/>
              </a:lnSpc>
              <a:buFont typeface="Wingdings" panose="05000000000000000000" pitchFamily="2" charset="2"/>
              <a:buNone/>
              <a:defRPr/>
            </a:pPr>
            <a:r>
              <a:rPr lang="en-GB" altLang="zh-CN" sz="2400" dirty="0"/>
              <a:t>		}</a:t>
            </a:r>
            <a:endParaRPr lang="en-US" altLang="zh-CN" sz="2400" dirty="0"/>
          </a:p>
          <a:p>
            <a:pPr eaLnBrk="1" hangingPunct="1">
              <a:lnSpc>
                <a:spcPct val="90000"/>
              </a:lnSpc>
              <a:buFont typeface="Wingdings" panose="05000000000000000000" pitchFamily="2" charset="2"/>
              <a:buNone/>
              <a:defRPr/>
            </a:pPr>
            <a:r>
              <a:rPr lang="en-US" altLang="zh-CN" sz="2400" dirty="0"/>
              <a:t>};</a:t>
            </a:r>
          </a:p>
          <a:p>
            <a:pPr eaLnBrk="1" hangingPunct="1">
              <a:lnSpc>
                <a:spcPct val="90000"/>
              </a:lnSpc>
              <a:buFont typeface="Wingdings" panose="05000000000000000000" pitchFamily="2" charset="2"/>
              <a:buNone/>
              <a:defRPr/>
            </a:pPr>
            <a:r>
              <a:rPr lang="en-US" altLang="zh-CN" sz="2400" dirty="0"/>
              <a:t>......</a:t>
            </a:r>
          </a:p>
          <a:p>
            <a:pPr eaLnBrk="1" hangingPunct="1">
              <a:lnSpc>
                <a:spcPct val="90000"/>
              </a:lnSpc>
              <a:buFont typeface="Wingdings" panose="05000000000000000000" pitchFamily="2" charset="2"/>
              <a:buNone/>
              <a:defRPr/>
            </a:pPr>
            <a:r>
              <a:rPr lang="en-GB" altLang="zh-CN" sz="2400" dirty="0"/>
              <a:t>char </a:t>
            </a:r>
            <a:r>
              <a:rPr lang="en-GB" altLang="zh-CN" sz="2400" dirty="0" err="1"/>
              <a:t>buf</a:t>
            </a:r>
            <a:r>
              <a:rPr lang="en-GB" altLang="zh-CN" sz="2400" dirty="0"/>
              <a:t>[</a:t>
            </a:r>
            <a:r>
              <a:rPr lang="en-GB" altLang="zh-CN" sz="2400" dirty="0" err="1"/>
              <a:t>sizeof</a:t>
            </a:r>
            <a:r>
              <a:rPr lang="en-GB" altLang="zh-CN" sz="2400" dirty="0"/>
              <a:t>(A)];</a:t>
            </a:r>
          </a:p>
          <a:p>
            <a:pPr eaLnBrk="1" hangingPunct="1">
              <a:lnSpc>
                <a:spcPct val="90000"/>
              </a:lnSpc>
              <a:buFont typeface="Wingdings" panose="05000000000000000000" pitchFamily="2" charset="2"/>
              <a:buNone/>
              <a:defRPr/>
            </a:pPr>
            <a:r>
              <a:rPr lang="en-GB" altLang="zh-CN" sz="2400" dirty="0"/>
              <a:t>A *p=new (</a:t>
            </a:r>
            <a:r>
              <a:rPr lang="en-GB" altLang="zh-CN" sz="2400" dirty="0" err="1">
                <a:solidFill>
                  <a:srgbClr val="FF8585"/>
                </a:solidFill>
              </a:rPr>
              <a:t>buf</a:t>
            </a:r>
            <a:r>
              <a:rPr lang="en-GB" altLang="zh-CN" sz="2400" dirty="0"/>
              <a:t>) A(</a:t>
            </a:r>
            <a:r>
              <a:rPr lang="en-GB" altLang="zh-CN" sz="2400" dirty="0">
                <a:solidFill>
                  <a:srgbClr val="FFC000"/>
                </a:solidFill>
              </a:rPr>
              <a:t>1,2</a:t>
            </a:r>
            <a:r>
              <a:rPr lang="en-GB" altLang="zh-CN" sz="2400" dirty="0"/>
              <a:t>);//</a:t>
            </a:r>
            <a:r>
              <a:rPr lang="zh-CN" altLang="en-GB" sz="2400" dirty="0"/>
              <a:t>动态对象的空间分配为</a:t>
            </a:r>
            <a:r>
              <a:rPr lang="en-GB" altLang="zh-CN" sz="2400" dirty="0" err="1"/>
              <a:t>buf</a:t>
            </a:r>
            <a:endParaRPr lang="en-GB" altLang="zh-CN" sz="2400" dirty="0"/>
          </a:p>
          <a:p>
            <a:pPr eaLnBrk="1" hangingPunct="1">
              <a:lnSpc>
                <a:spcPct val="90000"/>
              </a:lnSpc>
              <a:buFont typeface="Wingdings" panose="05000000000000000000" pitchFamily="2" charset="2"/>
              <a:buNone/>
              <a:defRPr/>
            </a:pPr>
            <a:r>
              <a:rPr lang="en-US" altLang="zh-CN" sz="2400" dirty="0"/>
              <a:t>......</a:t>
            </a:r>
          </a:p>
          <a:p>
            <a:pPr eaLnBrk="1" hangingPunct="1">
              <a:lnSpc>
                <a:spcPct val="90000"/>
              </a:lnSpc>
              <a:buFont typeface="Wingdings" panose="05000000000000000000" pitchFamily="2" charset="2"/>
              <a:buNone/>
              <a:defRPr/>
            </a:pPr>
            <a:r>
              <a:rPr lang="en-US" altLang="zh-CN" sz="2400" dirty="0"/>
              <a:t>p-&gt;~A(); //</a:t>
            </a:r>
            <a:r>
              <a:rPr lang="zh-CN" altLang="en-US" sz="2400" dirty="0"/>
              <a:t>使得</a:t>
            </a:r>
            <a:r>
              <a:rPr lang="en-US" altLang="zh-CN" sz="2400" dirty="0"/>
              <a:t>p</a:t>
            </a:r>
            <a:r>
              <a:rPr lang="zh-CN" altLang="en-US" sz="2400" dirty="0"/>
              <a:t>所指向的对象消亡。</a:t>
            </a:r>
            <a:endParaRPr lang="en-US" altLang="zh-CN" sz="2400" dirty="0"/>
          </a:p>
          <a:p>
            <a:pPr eaLnBrk="1" hangingPunct="1">
              <a:lnSpc>
                <a:spcPct val="90000"/>
              </a:lnSpc>
              <a:buFont typeface="Wingdings" panose="05000000000000000000" pitchFamily="2" charset="2"/>
              <a:buNone/>
              <a:defRPr/>
            </a:pPr>
            <a:r>
              <a:rPr lang="en-US" altLang="zh-CN" sz="2400" dirty="0">
                <a:solidFill>
                  <a:srgbClr val="FFC000"/>
                </a:solidFill>
              </a:rPr>
              <a:t>		      </a:t>
            </a:r>
            <a:r>
              <a:rPr lang="en-US" altLang="zh-CN" sz="2400" dirty="0"/>
              <a:t>//</a:t>
            </a:r>
            <a:r>
              <a:rPr lang="zh-CN" altLang="en-US" sz="2400" dirty="0">
                <a:solidFill>
                  <a:srgbClr val="FFC000"/>
                </a:solidFill>
              </a:rPr>
              <a:t>不能用系统的</a:t>
            </a:r>
            <a:r>
              <a:rPr lang="en-US" altLang="zh-CN" sz="2400" dirty="0">
                <a:solidFill>
                  <a:srgbClr val="FFC000"/>
                </a:solidFill>
              </a:rPr>
              <a:t>delete</a:t>
            </a:r>
            <a:r>
              <a:rPr lang="zh-CN" altLang="en-US" sz="2400" dirty="0">
                <a:solidFill>
                  <a:srgbClr val="FFC000"/>
                </a:solidFill>
              </a:rPr>
              <a:t>，</a:t>
            </a:r>
            <a:r>
              <a:rPr lang="zh-CN" altLang="en-US" sz="2400" dirty="0"/>
              <a:t>可以用自己重载的</a:t>
            </a:r>
            <a:r>
              <a:rPr lang="en-US" altLang="zh-CN" sz="2400" dirty="0"/>
              <a:t>delete</a:t>
            </a:r>
            <a:endParaRPr lang="zh-CN" alt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a:extLst>
              <a:ext uri="{FF2B5EF4-FFF2-40B4-BE49-F238E27FC236}">
                <a16:creationId xmlns:a16="http://schemas.microsoft.com/office/drawing/2014/main" id="{4995E8E1-481C-A16D-34C5-9B95170E3C6C}"/>
              </a:ext>
            </a:extLst>
          </p:cNvPr>
          <p:cNvSpPr>
            <a:spLocks noGrp="1" noChangeArrowheads="1"/>
          </p:cNvSpPr>
          <p:nvPr>
            <p:ph type="title"/>
          </p:nvPr>
        </p:nvSpPr>
        <p:spPr/>
        <p:txBody>
          <a:bodyPr/>
          <a:lstStyle/>
          <a:p>
            <a:pPr eaLnBrk="1" hangingPunct="1">
              <a:defRPr/>
            </a:pPr>
            <a:r>
              <a:rPr lang="zh-CN" altLang="en-GB"/>
              <a:t>重载</a:t>
            </a:r>
            <a:r>
              <a:rPr lang="en-GB" altLang="zh-CN"/>
              <a:t>delete</a:t>
            </a:r>
            <a:endParaRPr lang="zh-CN" altLang="zh-CN"/>
          </a:p>
        </p:txBody>
      </p:sp>
      <p:sp>
        <p:nvSpPr>
          <p:cNvPr id="401411" name="Rectangle 3">
            <a:extLst>
              <a:ext uri="{FF2B5EF4-FFF2-40B4-BE49-F238E27FC236}">
                <a16:creationId xmlns:a16="http://schemas.microsoft.com/office/drawing/2014/main" id="{7DFAEBDB-17F5-67BC-91F4-4A6127913B7A}"/>
              </a:ext>
            </a:extLst>
          </p:cNvPr>
          <p:cNvSpPr>
            <a:spLocks noGrp="1" noChangeArrowheads="1"/>
          </p:cNvSpPr>
          <p:nvPr>
            <p:ph type="body" idx="1"/>
          </p:nvPr>
        </p:nvSpPr>
        <p:spPr>
          <a:xfrm>
            <a:off x="250825" y="1600200"/>
            <a:ext cx="8642350" cy="4997450"/>
          </a:xfrm>
        </p:spPr>
        <p:txBody>
          <a:bodyPr>
            <a:normAutofit fontScale="92500" lnSpcReduction="10000"/>
          </a:bodyPr>
          <a:lstStyle/>
          <a:p>
            <a:pPr eaLnBrk="1" hangingPunct="1">
              <a:defRPr/>
            </a:pPr>
            <a:r>
              <a:rPr lang="zh-CN" altLang="zh-CN" dirty="0"/>
              <a:t>一般来说，如果对某个类重载了操作符</a:t>
            </a:r>
            <a:r>
              <a:rPr lang="en-GB" altLang="zh-CN" dirty="0"/>
              <a:t>new</a:t>
            </a:r>
            <a:r>
              <a:rPr lang="zh-CN" altLang="zh-CN" dirty="0"/>
              <a:t>，则相应地也要重载操作符</a:t>
            </a:r>
            <a:r>
              <a:rPr lang="en-GB" altLang="zh-CN" dirty="0"/>
              <a:t>delete</a:t>
            </a:r>
            <a:r>
              <a:rPr lang="zh-CN" altLang="zh-CN" dirty="0"/>
              <a:t>。</a:t>
            </a:r>
            <a:endParaRPr lang="en-US" altLang="zh-CN" dirty="0"/>
          </a:p>
          <a:p>
            <a:pPr eaLnBrk="1" hangingPunct="1">
              <a:defRPr/>
            </a:pPr>
            <a:r>
              <a:rPr lang="zh-CN" altLang="en-GB" dirty="0"/>
              <a:t>操作符</a:t>
            </a:r>
            <a:r>
              <a:rPr lang="en-GB" altLang="zh-CN" dirty="0"/>
              <a:t>delete</a:t>
            </a:r>
            <a:r>
              <a:rPr lang="zh-CN" altLang="en-GB" dirty="0"/>
              <a:t>也必须作为</a:t>
            </a:r>
            <a:r>
              <a:rPr lang="zh-CN" altLang="en-GB" dirty="0">
                <a:solidFill>
                  <a:srgbClr val="FFC000"/>
                </a:solidFill>
              </a:rPr>
              <a:t>静态的</a:t>
            </a:r>
            <a:r>
              <a:rPr lang="zh-CN" altLang="en-GB" dirty="0"/>
              <a:t>成员函数来重载（</a:t>
            </a:r>
            <a:r>
              <a:rPr lang="en-GB" altLang="zh-CN" dirty="0"/>
              <a:t>static</a:t>
            </a:r>
            <a:r>
              <a:rPr lang="zh-CN" altLang="en-GB" dirty="0"/>
              <a:t>说明可以不写），其格式为：</a:t>
            </a:r>
            <a:r>
              <a:rPr lang="zh-CN" altLang="en-US" dirty="0"/>
              <a:t> </a:t>
            </a:r>
            <a:endParaRPr lang="en-US" altLang="zh-CN" dirty="0"/>
          </a:p>
          <a:p>
            <a:pPr eaLnBrk="1" hangingPunct="1">
              <a:lnSpc>
                <a:spcPct val="150000"/>
              </a:lnSpc>
              <a:buFont typeface="Wingdings" panose="05000000000000000000" pitchFamily="2" charset="2"/>
              <a:buNone/>
              <a:defRPr/>
            </a:pPr>
            <a:r>
              <a:rPr lang="en-US" altLang="zh-CN" sz="2800" dirty="0"/>
              <a:t>	</a:t>
            </a:r>
            <a:r>
              <a:rPr lang="en-GB" altLang="zh-CN" sz="2800" dirty="0"/>
              <a:t>void operator delete(void *p, </a:t>
            </a:r>
            <a:r>
              <a:rPr lang="en-GB" altLang="zh-CN" sz="2800" dirty="0" err="1"/>
              <a:t>size_t</a:t>
            </a:r>
            <a:r>
              <a:rPr lang="en-GB" altLang="zh-CN" sz="2800" dirty="0"/>
              <a:t> size);</a:t>
            </a:r>
            <a:endParaRPr lang="en-US" altLang="zh-CN" dirty="0"/>
          </a:p>
          <a:p>
            <a:pPr lvl="1" eaLnBrk="1" hangingPunct="1">
              <a:defRPr/>
            </a:pPr>
            <a:r>
              <a:rPr lang="zh-CN" altLang="en-GB" dirty="0"/>
              <a:t>返回类型必须为</a:t>
            </a:r>
            <a:r>
              <a:rPr lang="en-GB" altLang="zh-CN" dirty="0"/>
              <a:t>void</a:t>
            </a:r>
            <a:r>
              <a:rPr lang="zh-CN" altLang="en-US" dirty="0"/>
              <a:t>。</a:t>
            </a:r>
            <a:endParaRPr lang="en-US" altLang="zh-CN" dirty="0"/>
          </a:p>
          <a:p>
            <a:pPr lvl="1" eaLnBrk="1" hangingPunct="1">
              <a:defRPr/>
            </a:pPr>
            <a:r>
              <a:rPr lang="zh-CN" altLang="en-GB" dirty="0"/>
              <a:t>第一个参数类型为</a:t>
            </a:r>
            <a:r>
              <a:rPr lang="en-GB" altLang="zh-CN" dirty="0"/>
              <a:t>void *</a:t>
            </a:r>
            <a:r>
              <a:rPr lang="zh-CN" altLang="en-GB" dirty="0"/>
              <a:t>，</a:t>
            </a:r>
            <a:r>
              <a:rPr lang="zh-CN" altLang="en-US" dirty="0"/>
              <a:t>指向对象的内存空间。</a:t>
            </a:r>
            <a:endParaRPr lang="en-US" altLang="zh-CN" dirty="0"/>
          </a:p>
          <a:p>
            <a:pPr lvl="1" eaLnBrk="1" hangingPunct="1">
              <a:defRPr/>
            </a:pPr>
            <a:r>
              <a:rPr lang="zh-CN" altLang="en-GB" dirty="0"/>
              <a:t>第二个参数可有可无，如果有，则必须是</a:t>
            </a:r>
            <a:r>
              <a:rPr lang="en-GB" altLang="zh-CN" dirty="0" err="1"/>
              <a:t>size_t</a:t>
            </a:r>
            <a:r>
              <a:rPr lang="zh-CN" altLang="en-GB" dirty="0"/>
              <a:t>类型。</a:t>
            </a:r>
            <a:r>
              <a:rPr lang="zh-CN" altLang="en-US" dirty="0"/>
              <a:t> </a:t>
            </a:r>
          </a:p>
          <a:p>
            <a:pPr eaLnBrk="1" hangingPunct="1">
              <a:defRPr/>
            </a:pPr>
            <a:r>
              <a:rPr lang="zh-CN" altLang="en-GB" dirty="0"/>
              <a:t>重载</a:t>
            </a:r>
            <a:r>
              <a:rPr lang="zh-CN" altLang="en-US" dirty="0"/>
              <a:t>后，</a:t>
            </a:r>
            <a:r>
              <a:rPr lang="zh-CN" altLang="en-GB" dirty="0"/>
              <a:t>操作符</a:t>
            </a:r>
            <a:r>
              <a:rPr lang="en-GB" altLang="zh-CN" dirty="0"/>
              <a:t>delete</a:t>
            </a:r>
            <a:r>
              <a:rPr lang="zh-CN" altLang="en-GB" dirty="0"/>
              <a:t>的使用格式与未重载的相同。</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84516CC-CB75-914D-8503-FE621DA92BC9}"/>
              </a:ext>
            </a:extLst>
          </p:cNvPr>
          <p:cNvSpPr>
            <a:spLocks noGrp="1"/>
          </p:cNvSpPr>
          <p:nvPr>
            <p:ph idx="1"/>
          </p:nvPr>
        </p:nvSpPr>
        <p:spPr>
          <a:xfrm>
            <a:off x="250825" y="144463"/>
            <a:ext cx="8651875" cy="6597650"/>
          </a:xfrm>
        </p:spPr>
        <p:txBody>
          <a:bodyPr>
            <a:normAutofit fontScale="77500" lnSpcReduction="20000"/>
          </a:bodyPr>
          <a:lstStyle/>
          <a:p>
            <a:pPr marL="0" indent="0">
              <a:buFont typeface="Wingdings" panose="05000000000000000000" pitchFamily="2" charset="2"/>
              <a:buNone/>
              <a:defRPr/>
            </a:pPr>
            <a:r>
              <a:rPr lang="en-US" altLang="zh-CN" dirty="0"/>
              <a:t>class A</a:t>
            </a:r>
          </a:p>
          <a:p>
            <a:pPr marL="0" indent="0">
              <a:buFont typeface="Wingdings" panose="05000000000000000000" pitchFamily="2" charset="2"/>
              <a:buNone/>
              <a:defRPr/>
            </a:pPr>
            <a:r>
              <a:rPr lang="en-US" altLang="zh-CN" dirty="0"/>
              <a:t>{ </a:t>
            </a:r>
            <a:r>
              <a:rPr lang="en-US" altLang="zh-CN" dirty="0" err="1"/>
              <a:t>int</a:t>
            </a:r>
            <a:r>
              <a:rPr lang="en-US" altLang="zh-CN" dirty="0"/>
              <a:t> </a:t>
            </a:r>
            <a:r>
              <a:rPr lang="en-US" altLang="zh-CN" dirty="0" err="1"/>
              <a:t>x,y</a:t>
            </a:r>
            <a:r>
              <a:rPr lang="en-US" altLang="zh-CN" dirty="0"/>
              <a:t>;</a:t>
            </a:r>
          </a:p>
          <a:p>
            <a:pPr marL="0" indent="0">
              <a:buFont typeface="Wingdings" panose="05000000000000000000" pitchFamily="2" charset="2"/>
              <a:buNone/>
              <a:defRPr/>
            </a:pPr>
            <a:r>
              <a:rPr lang="en-US" altLang="zh-CN" dirty="0"/>
              <a:t>public:</a:t>
            </a:r>
          </a:p>
          <a:p>
            <a:pPr marL="0" indent="0">
              <a:buFont typeface="Wingdings" panose="05000000000000000000" pitchFamily="2" charset="2"/>
              <a:buNone/>
              <a:defRPr/>
            </a:pPr>
            <a:r>
              <a:rPr lang="en-US" altLang="zh-CN" dirty="0"/>
              <a:t>  void *operator new(</a:t>
            </a:r>
            <a:r>
              <a:rPr lang="en-US" altLang="zh-CN" dirty="0" err="1"/>
              <a:t>size_t</a:t>
            </a:r>
            <a:r>
              <a:rPr lang="en-US" altLang="zh-CN" dirty="0"/>
              <a:t> size)</a:t>
            </a:r>
          </a:p>
          <a:p>
            <a:pPr marL="0" indent="0">
              <a:buFont typeface="Wingdings" panose="05000000000000000000" pitchFamily="2" charset="2"/>
              <a:buNone/>
              <a:defRPr/>
            </a:pPr>
            <a:r>
              <a:rPr lang="en-US" altLang="zh-CN" dirty="0"/>
              <a:t>  {void *p=</a:t>
            </a:r>
            <a:r>
              <a:rPr lang="en-US" altLang="zh-CN" dirty="0" err="1"/>
              <a:t>malloc</a:t>
            </a:r>
            <a:r>
              <a:rPr lang="en-US" altLang="zh-CN" dirty="0"/>
              <a:t>(size); //</a:t>
            </a:r>
            <a:r>
              <a:rPr lang="zh-CN" altLang="en-US" dirty="0"/>
              <a:t>申请堆空间</a:t>
            </a:r>
          </a:p>
          <a:p>
            <a:pPr marL="0" indent="0">
              <a:buFont typeface="Wingdings" panose="05000000000000000000" pitchFamily="2" charset="2"/>
              <a:buNone/>
              <a:defRPr/>
            </a:pPr>
            <a:r>
              <a:rPr lang="en-US" altLang="zh-CN" dirty="0"/>
              <a:t>    </a:t>
            </a:r>
            <a:r>
              <a:rPr lang="en-US" altLang="zh-CN" dirty="0" err="1"/>
              <a:t>memset</a:t>
            </a:r>
            <a:r>
              <a:rPr lang="en-US" altLang="zh-CN" dirty="0"/>
              <a:t>(p,0,size);</a:t>
            </a:r>
          </a:p>
          <a:p>
            <a:pPr marL="0" indent="0">
              <a:buFont typeface="Wingdings" panose="05000000000000000000" pitchFamily="2" charset="2"/>
              <a:buNone/>
              <a:defRPr/>
            </a:pPr>
            <a:r>
              <a:rPr lang="en-US" altLang="zh-CN" dirty="0"/>
              <a:t>    return p;</a:t>
            </a:r>
          </a:p>
          <a:p>
            <a:pPr marL="0" indent="0">
              <a:buFont typeface="Wingdings" panose="05000000000000000000" pitchFamily="2" charset="2"/>
              <a:buNone/>
              <a:defRPr/>
            </a:pPr>
            <a:r>
              <a:rPr lang="en-US" altLang="zh-CN" dirty="0"/>
              <a:t>  }</a:t>
            </a:r>
          </a:p>
          <a:p>
            <a:pPr marL="0" indent="0">
              <a:buFont typeface="Wingdings" panose="05000000000000000000" pitchFamily="2" charset="2"/>
              <a:buNone/>
              <a:defRPr/>
            </a:pPr>
            <a:r>
              <a:rPr lang="en-GB" altLang="zh-CN" dirty="0"/>
              <a:t>  void </a:t>
            </a:r>
            <a:r>
              <a:rPr lang="en-GB" altLang="zh-CN" dirty="0">
                <a:solidFill>
                  <a:srgbClr val="FFC000"/>
                </a:solidFill>
              </a:rPr>
              <a:t>operator delete</a:t>
            </a:r>
            <a:r>
              <a:rPr lang="en-GB" altLang="zh-CN" dirty="0"/>
              <a:t>(void *p)</a:t>
            </a:r>
          </a:p>
          <a:p>
            <a:pPr marL="0" indent="0">
              <a:buFont typeface="Wingdings" panose="05000000000000000000" pitchFamily="2" charset="2"/>
              <a:buNone/>
              <a:defRPr/>
            </a:pPr>
            <a:r>
              <a:rPr lang="en-GB" altLang="zh-CN" dirty="0"/>
              <a:t>  </a:t>
            </a:r>
            <a:r>
              <a:rPr lang="en-US" altLang="zh-CN" dirty="0"/>
              <a:t>{ free(p);</a:t>
            </a:r>
          </a:p>
          <a:p>
            <a:pPr marL="0" indent="0">
              <a:buFont typeface="Wingdings" panose="05000000000000000000" pitchFamily="2" charset="2"/>
              <a:buNone/>
              <a:defRPr/>
            </a:pPr>
            <a:r>
              <a:rPr lang="en-US" altLang="zh-CN" dirty="0"/>
              <a:t>  }</a:t>
            </a:r>
          </a:p>
          <a:p>
            <a:pPr marL="0" indent="0">
              <a:buFont typeface="Wingdings" panose="05000000000000000000" pitchFamily="2" charset="2"/>
              <a:buNone/>
              <a:defRPr/>
            </a:pPr>
            <a:r>
              <a:rPr lang="en-US" altLang="zh-CN" dirty="0"/>
              <a:t>  ......</a:t>
            </a:r>
          </a:p>
          <a:p>
            <a:pPr marL="0" indent="0">
              <a:buFont typeface="Wingdings" panose="05000000000000000000" pitchFamily="2" charset="2"/>
              <a:buNone/>
              <a:defRPr/>
            </a:pPr>
            <a:r>
              <a:rPr lang="en-US" altLang="zh-CN" dirty="0"/>
              <a:t>};</a:t>
            </a:r>
          </a:p>
          <a:p>
            <a:pPr marL="0" indent="0">
              <a:buFont typeface="Wingdings" panose="05000000000000000000" pitchFamily="2" charset="2"/>
              <a:buNone/>
              <a:defRPr/>
            </a:pPr>
            <a:r>
              <a:rPr lang="en-US" altLang="zh-CN" dirty="0"/>
              <a:t>......</a:t>
            </a:r>
          </a:p>
          <a:p>
            <a:pPr marL="0" indent="0">
              <a:buFont typeface="Wingdings" panose="05000000000000000000" pitchFamily="2" charset="2"/>
              <a:buNone/>
              <a:defRPr/>
            </a:pPr>
            <a:r>
              <a:rPr lang="en-US" altLang="zh-CN" dirty="0"/>
              <a:t>A *</a:t>
            </a:r>
            <a:r>
              <a:rPr lang="en-US" altLang="zh-CN" dirty="0" err="1"/>
              <a:t>ptr</a:t>
            </a:r>
            <a:r>
              <a:rPr lang="en-US" altLang="zh-CN" dirty="0"/>
              <a:t>=new A; //</a:t>
            </a:r>
            <a:r>
              <a:rPr lang="zh-CN" altLang="en-US" dirty="0"/>
              <a:t>调用</a:t>
            </a:r>
            <a:r>
              <a:rPr lang="en-US" altLang="zh-CN" dirty="0"/>
              <a:t>new</a:t>
            </a:r>
            <a:r>
              <a:rPr lang="zh-CN" altLang="en-US" dirty="0"/>
              <a:t>重载函数，把</a:t>
            </a:r>
            <a:r>
              <a:rPr lang="en-US" altLang="zh-CN" dirty="0"/>
              <a:t>A</a:t>
            </a:r>
            <a:r>
              <a:rPr lang="zh-CN" altLang="en-US" dirty="0"/>
              <a:t>的大小传给</a:t>
            </a:r>
            <a:r>
              <a:rPr lang="en-US" altLang="zh-CN" dirty="0"/>
              <a:t>size</a:t>
            </a:r>
          </a:p>
          <a:p>
            <a:pPr marL="0" indent="0">
              <a:buFont typeface="Wingdings" panose="05000000000000000000" pitchFamily="2" charset="2"/>
              <a:buNone/>
              <a:defRPr/>
            </a:pPr>
            <a:r>
              <a:rPr lang="en-US" altLang="zh-CN" dirty="0"/>
              <a:t>......</a:t>
            </a:r>
          </a:p>
          <a:p>
            <a:pPr marL="0" indent="0">
              <a:buFont typeface="Wingdings" panose="05000000000000000000" pitchFamily="2" charset="2"/>
              <a:buNone/>
              <a:defRPr/>
            </a:pPr>
            <a:r>
              <a:rPr lang="en-US" altLang="zh-CN" dirty="0">
                <a:solidFill>
                  <a:srgbClr val="FFC000"/>
                </a:solidFill>
              </a:rPr>
              <a:t>delete </a:t>
            </a:r>
            <a:r>
              <a:rPr lang="en-US" altLang="zh-CN" dirty="0" err="1">
                <a:solidFill>
                  <a:srgbClr val="FFC000"/>
                </a:solidFill>
              </a:rPr>
              <a:t>ptr</a:t>
            </a:r>
            <a:r>
              <a:rPr lang="en-US" altLang="zh-CN" dirty="0"/>
              <a:t>; //</a:t>
            </a:r>
            <a:r>
              <a:rPr lang="zh-CN" altLang="en-US" dirty="0"/>
              <a:t>调用</a:t>
            </a:r>
            <a:r>
              <a:rPr lang="en-US" altLang="zh-CN" dirty="0"/>
              <a:t>delete</a:t>
            </a:r>
            <a:r>
              <a:rPr lang="zh-CN" altLang="en-US" dirty="0"/>
              <a:t>重载函数，把</a:t>
            </a:r>
            <a:r>
              <a:rPr lang="en-US" altLang="zh-CN" dirty="0" err="1"/>
              <a:t>ptr</a:t>
            </a:r>
            <a:r>
              <a:rPr lang="zh-CN" altLang="en-US" dirty="0"/>
              <a:t>传给</a:t>
            </a:r>
            <a:r>
              <a:rPr lang="en-US" altLang="zh-CN" dirty="0"/>
              <a:t>p</a:t>
            </a:r>
          </a:p>
          <a:p>
            <a:pPr marL="0" indent="0">
              <a:buFont typeface="Wingdings" panose="05000000000000000000" pitchFamily="2" charset="2"/>
              <a:buNone/>
              <a:defRPr/>
            </a:pPr>
            <a:endParaRPr lang="en-US" altLang="zh-CN" dirty="0"/>
          </a:p>
          <a:p>
            <a:pPr>
              <a:defRPr/>
            </a:pP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D8F30F-CF0F-D531-9F8F-C2793033EFE0}"/>
              </a:ext>
            </a:extLst>
          </p:cNvPr>
          <p:cNvSpPr>
            <a:spLocks noGrp="1"/>
          </p:cNvSpPr>
          <p:nvPr>
            <p:ph type="title"/>
          </p:nvPr>
        </p:nvSpPr>
        <p:spPr>
          <a:xfrm>
            <a:off x="457200" y="201613"/>
            <a:ext cx="8229600" cy="1139825"/>
          </a:xfrm>
        </p:spPr>
        <p:txBody>
          <a:bodyPr>
            <a:normAutofit fontScale="90000"/>
          </a:bodyPr>
          <a:lstStyle/>
          <a:p>
            <a:pPr>
              <a:defRPr/>
            </a:pPr>
            <a:r>
              <a:rPr lang="zh-CN" altLang="en-US" dirty="0"/>
              <a:t>例：</a:t>
            </a:r>
            <a:r>
              <a:rPr lang="zh-CN" altLang="en-GB" dirty="0"/>
              <a:t>重载操作符</a:t>
            </a:r>
            <a:r>
              <a:rPr lang="en-GB" altLang="zh-CN" dirty="0"/>
              <a:t>new</a:t>
            </a:r>
            <a:r>
              <a:rPr lang="zh-CN" altLang="en-GB" dirty="0"/>
              <a:t>与</a:t>
            </a:r>
            <a:r>
              <a:rPr lang="en-GB" altLang="zh-CN" dirty="0"/>
              <a:t>delete</a:t>
            </a:r>
            <a:r>
              <a:rPr lang="zh-CN" altLang="en-GB" dirty="0"/>
              <a:t>来管理程序中</a:t>
            </a:r>
            <a:r>
              <a:rPr lang="zh-CN" altLang="en-GB" dirty="0">
                <a:solidFill>
                  <a:srgbClr val="FFC000"/>
                </a:solidFill>
              </a:rPr>
              <a:t>某类</a:t>
            </a:r>
            <a:r>
              <a:rPr lang="zh-CN" altLang="en-GB" dirty="0"/>
              <a:t>动态对象的堆空间。</a:t>
            </a:r>
            <a:r>
              <a:rPr lang="zh-CN" altLang="en-US" dirty="0"/>
              <a:t> </a:t>
            </a:r>
          </a:p>
        </p:txBody>
      </p:sp>
      <p:sp>
        <p:nvSpPr>
          <p:cNvPr id="3" name="内容占位符 2">
            <a:extLst>
              <a:ext uri="{FF2B5EF4-FFF2-40B4-BE49-F238E27FC236}">
                <a16:creationId xmlns:a16="http://schemas.microsoft.com/office/drawing/2014/main" id="{5C697FA0-E517-4980-6EAC-F1642B94A005}"/>
              </a:ext>
            </a:extLst>
          </p:cNvPr>
          <p:cNvSpPr>
            <a:spLocks noGrp="1"/>
          </p:cNvSpPr>
          <p:nvPr>
            <p:ph idx="1"/>
          </p:nvPr>
        </p:nvSpPr>
        <p:spPr>
          <a:xfrm>
            <a:off x="457200" y="1773238"/>
            <a:ext cx="8229600" cy="3959225"/>
          </a:xfrm>
        </p:spPr>
        <p:txBody>
          <a:bodyPr>
            <a:normAutofit fontScale="92500" lnSpcReduction="10000"/>
          </a:bodyPr>
          <a:lstStyle/>
          <a:p>
            <a:pPr>
              <a:lnSpc>
                <a:spcPct val="120000"/>
              </a:lnSpc>
              <a:defRPr/>
            </a:pPr>
            <a:r>
              <a:rPr lang="zh-CN" altLang="en-US" dirty="0"/>
              <a:t>就某一个类的动态对象而言，系统的堆空间管理效率不高，系统要考虑程序中各种大小的堆空间申请和释放问题，效率往往不高。</a:t>
            </a:r>
          </a:p>
          <a:p>
            <a:pPr eaLnBrk="1" hangingPunct="1">
              <a:lnSpc>
                <a:spcPct val="120000"/>
              </a:lnSpc>
              <a:defRPr/>
            </a:pPr>
            <a:r>
              <a:rPr lang="zh-CN" altLang="en-US" dirty="0"/>
              <a:t>另外，系统的堆空间管理会面临“</a:t>
            </a:r>
            <a:r>
              <a:rPr lang="zh-CN" altLang="en-US" dirty="0">
                <a:solidFill>
                  <a:srgbClr val="FFC000"/>
                </a:solidFill>
              </a:rPr>
              <a:t>碎片</a:t>
            </a:r>
            <a:r>
              <a:rPr lang="zh-CN" altLang="en-US" dirty="0"/>
              <a:t>”问题：</a:t>
            </a:r>
            <a:endParaRPr lang="en-US" altLang="zh-CN" dirty="0"/>
          </a:p>
          <a:p>
            <a:pPr lvl="1" eaLnBrk="1" hangingPunct="1">
              <a:lnSpc>
                <a:spcPct val="120000"/>
              </a:lnSpc>
              <a:defRPr/>
            </a:pPr>
            <a:r>
              <a:rPr lang="zh-CN" altLang="en-US" dirty="0"/>
              <a:t>在下面的情况下，再创建一个</a:t>
            </a:r>
            <a:r>
              <a:rPr lang="en-US" altLang="zh-CN" dirty="0"/>
              <a:t>A</a:t>
            </a:r>
            <a:r>
              <a:rPr lang="zh-CN" altLang="en-US" dirty="0"/>
              <a:t>类对象，这时，每个可分配空间都不够，但可分配空间总和是够的。</a:t>
            </a:r>
            <a:endParaRPr lang="en-US" altLang="zh-CN" dirty="0"/>
          </a:p>
          <a:p>
            <a:pPr lvl="1" eaLnBrk="1" hangingPunct="1">
              <a:lnSpc>
                <a:spcPct val="120000"/>
              </a:lnSpc>
              <a:defRPr/>
            </a:pPr>
            <a:r>
              <a:rPr lang="zh-CN" altLang="en-US" dirty="0"/>
              <a:t>合并碎片的代价是很大的！</a:t>
            </a:r>
          </a:p>
        </p:txBody>
      </p:sp>
      <p:sp>
        <p:nvSpPr>
          <p:cNvPr id="22532" name="矩形 66">
            <a:extLst>
              <a:ext uri="{FF2B5EF4-FFF2-40B4-BE49-F238E27FC236}">
                <a16:creationId xmlns:a16="http://schemas.microsoft.com/office/drawing/2014/main" id="{F0D6397D-78B4-F2D8-62E5-32A17C56F900}"/>
              </a:ext>
            </a:extLst>
          </p:cNvPr>
          <p:cNvSpPr>
            <a:spLocks noChangeArrowheads="1"/>
          </p:cNvSpPr>
          <p:nvPr/>
        </p:nvSpPr>
        <p:spPr bwMode="auto">
          <a:xfrm>
            <a:off x="1979613" y="5945188"/>
            <a:ext cx="288925" cy="504825"/>
          </a:xfrm>
          <a:prstGeom prst="rect">
            <a:avLst/>
          </a:prstGeom>
          <a:solidFill>
            <a:schemeClr val="accent1"/>
          </a:solidFill>
          <a:ln w="9525" algn="ctr">
            <a:solidFill>
              <a:schemeClr val="tx1"/>
            </a:solidFill>
            <a:miter lim="800000"/>
            <a:headEnd/>
            <a:tailEnd/>
          </a:ln>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a:t>C</a:t>
            </a:r>
            <a:endParaRPr lang="zh-CN" altLang="en-US" sz="1800"/>
          </a:p>
        </p:txBody>
      </p:sp>
      <p:sp>
        <p:nvSpPr>
          <p:cNvPr id="22533" name="矩形 66">
            <a:extLst>
              <a:ext uri="{FF2B5EF4-FFF2-40B4-BE49-F238E27FC236}">
                <a16:creationId xmlns:a16="http://schemas.microsoft.com/office/drawing/2014/main" id="{E69178FA-8777-F736-44B5-D24CBB6A2AFE}"/>
              </a:ext>
            </a:extLst>
          </p:cNvPr>
          <p:cNvSpPr>
            <a:spLocks noChangeArrowheads="1"/>
          </p:cNvSpPr>
          <p:nvPr/>
        </p:nvSpPr>
        <p:spPr bwMode="auto">
          <a:xfrm>
            <a:off x="4140200" y="5945188"/>
            <a:ext cx="1008063" cy="504825"/>
          </a:xfrm>
          <a:prstGeom prst="rect">
            <a:avLst/>
          </a:prstGeom>
          <a:solidFill>
            <a:schemeClr val="accent1"/>
          </a:solidFill>
          <a:ln w="9525" algn="ctr">
            <a:solidFill>
              <a:schemeClr val="tx1"/>
            </a:solidFill>
            <a:miter lim="800000"/>
            <a:headEnd/>
            <a:tailEnd/>
          </a:ln>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a:t>A</a:t>
            </a:r>
            <a:endParaRPr lang="zh-CN" altLang="en-US" sz="1800"/>
          </a:p>
        </p:txBody>
      </p:sp>
      <p:sp>
        <p:nvSpPr>
          <p:cNvPr id="22534" name="矩形 66">
            <a:extLst>
              <a:ext uri="{FF2B5EF4-FFF2-40B4-BE49-F238E27FC236}">
                <a16:creationId xmlns:a16="http://schemas.microsoft.com/office/drawing/2014/main" id="{67FA38C0-23F3-BB79-53CB-1B162F25AA54}"/>
              </a:ext>
            </a:extLst>
          </p:cNvPr>
          <p:cNvSpPr>
            <a:spLocks noChangeArrowheads="1"/>
          </p:cNvSpPr>
          <p:nvPr/>
        </p:nvSpPr>
        <p:spPr bwMode="auto">
          <a:xfrm>
            <a:off x="6156325" y="5945188"/>
            <a:ext cx="431800" cy="504825"/>
          </a:xfrm>
          <a:prstGeom prst="rect">
            <a:avLst/>
          </a:prstGeom>
          <a:solidFill>
            <a:schemeClr val="accent1"/>
          </a:solidFill>
          <a:ln w="9525" algn="ctr">
            <a:solidFill>
              <a:schemeClr val="tx1"/>
            </a:solidFill>
            <a:miter lim="800000"/>
            <a:headEnd/>
            <a:tailEnd/>
          </a:ln>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a:t>B</a:t>
            </a:r>
            <a:endParaRPr lang="zh-CN" altLang="en-US" sz="1800"/>
          </a:p>
        </p:txBody>
      </p:sp>
      <p:sp>
        <p:nvSpPr>
          <p:cNvPr id="22535" name="矩形 66">
            <a:extLst>
              <a:ext uri="{FF2B5EF4-FFF2-40B4-BE49-F238E27FC236}">
                <a16:creationId xmlns:a16="http://schemas.microsoft.com/office/drawing/2014/main" id="{3884E1AF-60E3-944B-5327-B6BF0EFA407E}"/>
              </a:ext>
            </a:extLst>
          </p:cNvPr>
          <p:cNvSpPr>
            <a:spLocks noChangeArrowheads="1"/>
          </p:cNvSpPr>
          <p:nvPr/>
        </p:nvSpPr>
        <p:spPr bwMode="auto">
          <a:xfrm>
            <a:off x="6588125" y="5945188"/>
            <a:ext cx="647700" cy="50482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2536" name="矩形 66">
            <a:extLst>
              <a:ext uri="{FF2B5EF4-FFF2-40B4-BE49-F238E27FC236}">
                <a16:creationId xmlns:a16="http://schemas.microsoft.com/office/drawing/2014/main" id="{706EF8B1-81E6-74F7-C3E0-3E7F0A7C8321}"/>
              </a:ext>
            </a:extLst>
          </p:cNvPr>
          <p:cNvSpPr>
            <a:spLocks noChangeArrowheads="1"/>
          </p:cNvSpPr>
          <p:nvPr/>
        </p:nvSpPr>
        <p:spPr bwMode="auto">
          <a:xfrm>
            <a:off x="5148263" y="5945188"/>
            <a:ext cx="1008062" cy="50482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2537" name="矩形 66">
            <a:extLst>
              <a:ext uri="{FF2B5EF4-FFF2-40B4-BE49-F238E27FC236}">
                <a16:creationId xmlns:a16="http://schemas.microsoft.com/office/drawing/2014/main" id="{DB89F05A-1995-F9DB-E0AB-6F0DA36F7557}"/>
              </a:ext>
            </a:extLst>
          </p:cNvPr>
          <p:cNvSpPr>
            <a:spLocks noChangeArrowheads="1"/>
          </p:cNvSpPr>
          <p:nvPr/>
        </p:nvSpPr>
        <p:spPr bwMode="auto">
          <a:xfrm>
            <a:off x="3419475" y="5945188"/>
            <a:ext cx="720725" cy="50482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2538" name="矩形 66">
            <a:extLst>
              <a:ext uri="{FF2B5EF4-FFF2-40B4-BE49-F238E27FC236}">
                <a16:creationId xmlns:a16="http://schemas.microsoft.com/office/drawing/2014/main" id="{537704BA-7183-E3AC-9259-8AA443DEC039}"/>
              </a:ext>
            </a:extLst>
          </p:cNvPr>
          <p:cNvSpPr>
            <a:spLocks noChangeArrowheads="1"/>
          </p:cNvSpPr>
          <p:nvPr/>
        </p:nvSpPr>
        <p:spPr bwMode="auto">
          <a:xfrm>
            <a:off x="2987675" y="5945188"/>
            <a:ext cx="431800" cy="504825"/>
          </a:xfrm>
          <a:prstGeom prst="rect">
            <a:avLst/>
          </a:prstGeom>
          <a:solidFill>
            <a:schemeClr val="accent1"/>
          </a:solidFill>
          <a:ln w="9525" algn="ctr">
            <a:solidFill>
              <a:schemeClr val="tx1"/>
            </a:solidFill>
            <a:miter lim="800000"/>
            <a:headEnd/>
            <a:tailEnd/>
          </a:ln>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a:t>B</a:t>
            </a:r>
            <a:endParaRPr lang="zh-CN" altLang="en-US" sz="1800"/>
          </a:p>
        </p:txBody>
      </p:sp>
      <p:sp>
        <p:nvSpPr>
          <p:cNvPr id="22539" name="矩形 66">
            <a:extLst>
              <a:ext uri="{FF2B5EF4-FFF2-40B4-BE49-F238E27FC236}">
                <a16:creationId xmlns:a16="http://schemas.microsoft.com/office/drawing/2014/main" id="{1B399456-33B4-9800-C950-35E92D48E899}"/>
              </a:ext>
            </a:extLst>
          </p:cNvPr>
          <p:cNvSpPr>
            <a:spLocks noChangeArrowheads="1"/>
          </p:cNvSpPr>
          <p:nvPr/>
        </p:nvSpPr>
        <p:spPr bwMode="auto">
          <a:xfrm>
            <a:off x="2268538" y="5945188"/>
            <a:ext cx="719137" cy="50482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2540" name="矩形 66">
            <a:extLst>
              <a:ext uri="{FF2B5EF4-FFF2-40B4-BE49-F238E27FC236}">
                <a16:creationId xmlns:a16="http://schemas.microsoft.com/office/drawing/2014/main" id="{DD15587D-0D5D-6B71-B72F-D03CB63A9657}"/>
              </a:ext>
            </a:extLst>
          </p:cNvPr>
          <p:cNvSpPr>
            <a:spLocks noChangeArrowheads="1"/>
          </p:cNvSpPr>
          <p:nvPr/>
        </p:nvSpPr>
        <p:spPr bwMode="auto">
          <a:xfrm>
            <a:off x="2555875" y="5946775"/>
            <a:ext cx="287338" cy="504825"/>
          </a:xfrm>
          <a:prstGeom prst="rect">
            <a:avLst/>
          </a:prstGeom>
          <a:solidFill>
            <a:schemeClr val="accent1"/>
          </a:solidFill>
          <a:ln w="9525" algn="ctr">
            <a:solidFill>
              <a:schemeClr val="tx1"/>
            </a:solidFill>
            <a:miter lim="800000"/>
            <a:headEnd/>
            <a:tailEnd/>
          </a:ln>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a:t>C</a:t>
            </a:r>
            <a:endParaRPr lang="zh-CN" altLang="en-US" sz="1800"/>
          </a:p>
        </p:txBody>
      </p:sp>
      <p:sp>
        <p:nvSpPr>
          <p:cNvPr id="22541" name="矩形 66">
            <a:extLst>
              <a:ext uri="{FF2B5EF4-FFF2-40B4-BE49-F238E27FC236}">
                <a16:creationId xmlns:a16="http://schemas.microsoft.com/office/drawing/2014/main" id="{AC8D77A6-A523-B12A-F618-F7BADB5CF34A}"/>
              </a:ext>
            </a:extLst>
          </p:cNvPr>
          <p:cNvSpPr>
            <a:spLocks noChangeArrowheads="1"/>
          </p:cNvSpPr>
          <p:nvPr/>
        </p:nvSpPr>
        <p:spPr bwMode="auto">
          <a:xfrm>
            <a:off x="5435600" y="5945188"/>
            <a:ext cx="431800" cy="504825"/>
          </a:xfrm>
          <a:prstGeom prst="rect">
            <a:avLst/>
          </a:prstGeom>
          <a:solidFill>
            <a:schemeClr val="accent1"/>
          </a:solidFill>
          <a:ln w="9525" algn="ctr">
            <a:solidFill>
              <a:schemeClr val="tx1"/>
            </a:solidFill>
            <a:miter lim="800000"/>
            <a:headEnd/>
            <a:tailEnd/>
          </a:ln>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a:t>B</a:t>
            </a:r>
            <a:endParaRPr lang="zh-CN" altLang="en-US" sz="1800"/>
          </a:p>
        </p:txBody>
      </p:sp>
      <p:sp>
        <p:nvSpPr>
          <p:cNvPr id="22542" name="矩形 66">
            <a:extLst>
              <a:ext uri="{FF2B5EF4-FFF2-40B4-BE49-F238E27FC236}">
                <a16:creationId xmlns:a16="http://schemas.microsoft.com/office/drawing/2014/main" id="{2143B7BC-EB83-866B-D8AF-F5742DE06E88}"/>
              </a:ext>
            </a:extLst>
          </p:cNvPr>
          <p:cNvSpPr>
            <a:spLocks noChangeArrowheads="1"/>
          </p:cNvSpPr>
          <p:nvPr/>
        </p:nvSpPr>
        <p:spPr bwMode="auto">
          <a:xfrm>
            <a:off x="3557588" y="5949950"/>
            <a:ext cx="431800" cy="503238"/>
          </a:xfrm>
          <a:prstGeom prst="rect">
            <a:avLst/>
          </a:prstGeom>
          <a:solidFill>
            <a:schemeClr val="accent1"/>
          </a:solidFill>
          <a:ln w="9525" algn="ctr">
            <a:solidFill>
              <a:schemeClr val="tx1"/>
            </a:solidFill>
            <a:miter lim="800000"/>
            <a:headEnd/>
            <a:tailEnd/>
          </a:ln>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a:t>B</a:t>
            </a:r>
            <a:endParaRPr lang="zh-CN" altLang="en-US" sz="1800"/>
          </a:p>
        </p:txBody>
      </p:sp>
      <p:sp>
        <p:nvSpPr>
          <p:cNvPr id="22543" name="矩形 66">
            <a:extLst>
              <a:ext uri="{FF2B5EF4-FFF2-40B4-BE49-F238E27FC236}">
                <a16:creationId xmlns:a16="http://schemas.microsoft.com/office/drawing/2014/main" id="{C9D2D43E-76FB-1B25-64F1-8B79FDFD809A}"/>
              </a:ext>
            </a:extLst>
          </p:cNvPr>
          <p:cNvSpPr>
            <a:spLocks noChangeArrowheads="1"/>
          </p:cNvSpPr>
          <p:nvPr/>
        </p:nvSpPr>
        <p:spPr bwMode="auto">
          <a:xfrm>
            <a:off x="6767513" y="5945188"/>
            <a:ext cx="288925" cy="504825"/>
          </a:xfrm>
          <a:prstGeom prst="rect">
            <a:avLst/>
          </a:prstGeom>
          <a:solidFill>
            <a:schemeClr val="accent1"/>
          </a:solidFill>
          <a:ln w="9525" algn="ctr">
            <a:solidFill>
              <a:schemeClr val="tx1"/>
            </a:solidFill>
            <a:miter lim="800000"/>
            <a:headEnd/>
            <a:tailEnd/>
          </a:ln>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1800"/>
              <a:t>C</a:t>
            </a:r>
            <a:endParaRPr lang="zh-CN" altLang="en-US" sz="1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5E44973-687F-569B-DE48-0B56259001A1}"/>
              </a:ext>
            </a:extLst>
          </p:cNvPr>
          <p:cNvSpPr>
            <a:spLocks noGrp="1"/>
          </p:cNvSpPr>
          <p:nvPr>
            <p:ph idx="1"/>
          </p:nvPr>
        </p:nvSpPr>
        <p:spPr>
          <a:xfrm>
            <a:off x="195263" y="260350"/>
            <a:ext cx="8697912" cy="6408738"/>
          </a:xfrm>
        </p:spPr>
        <p:txBody>
          <a:bodyPr>
            <a:normAutofit fontScale="92500" lnSpcReduction="10000"/>
          </a:bodyPr>
          <a:lstStyle/>
          <a:p>
            <a:pPr hangingPunct="1">
              <a:lnSpc>
                <a:spcPct val="120000"/>
              </a:lnSpc>
              <a:defRPr/>
            </a:pPr>
            <a:r>
              <a:rPr lang="zh-CN" altLang="en-US" dirty="0"/>
              <a:t>对于某个类的动态对象，它可以通过重载</a:t>
            </a:r>
            <a:r>
              <a:rPr lang="en-US" altLang="zh-CN" dirty="0"/>
              <a:t>new</a:t>
            </a:r>
            <a:r>
              <a:rPr lang="zh-CN" altLang="en-US" dirty="0"/>
              <a:t>和</a:t>
            </a:r>
            <a:r>
              <a:rPr lang="en-US" altLang="zh-CN" dirty="0"/>
              <a:t>delete</a:t>
            </a:r>
            <a:r>
              <a:rPr lang="zh-CN" altLang="en-US" dirty="0"/>
              <a:t>自己管理空间的分配和释放，以提高效率。</a:t>
            </a:r>
            <a:endParaRPr lang="en-US" altLang="zh-CN" dirty="0"/>
          </a:p>
          <a:p>
            <a:pPr hangingPunct="1">
              <a:lnSpc>
                <a:spcPct val="120000"/>
              </a:lnSpc>
              <a:defRPr/>
            </a:pPr>
            <a:r>
              <a:rPr lang="zh-CN" altLang="en-US" dirty="0"/>
              <a:t>重载</a:t>
            </a:r>
            <a:r>
              <a:rPr lang="en-US" altLang="zh-CN" dirty="0"/>
              <a:t>new</a:t>
            </a:r>
          </a:p>
          <a:p>
            <a:pPr lvl="1" hangingPunct="1">
              <a:lnSpc>
                <a:spcPct val="120000"/>
              </a:lnSpc>
              <a:defRPr/>
            </a:pPr>
            <a:r>
              <a:rPr lang="zh-CN" altLang="en-US" dirty="0"/>
              <a:t>第一次创建该类的动态对象时，先从系统管理的堆区中申请一块大的空间，然后</a:t>
            </a:r>
            <a:endParaRPr lang="en-US" altLang="zh-CN" dirty="0"/>
          </a:p>
          <a:p>
            <a:pPr lvl="2" hangingPunct="1">
              <a:lnSpc>
                <a:spcPct val="120000"/>
              </a:lnSpc>
              <a:defRPr/>
            </a:pPr>
            <a:r>
              <a:rPr lang="zh-CN" altLang="en-US" dirty="0"/>
              <a:t>把上述大空间分成若干小块，每个小块的大小为该类一个对象的大小，用链表把这些小块管理起来，形成</a:t>
            </a:r>
            <a:r>
              <a:rPr lang="zh-CN" altLang="en-US" dirty="0">
                <a:solidFill>
                  <a:srgbClr val="FFC000"/>
                </a:solidFill>
              </a:rPr>
              <a:t>自由空间链表</a:t>
            </a:r>
            <a:r>
              <a:rPr lang="zh-CN" altLang="en-US" dirty="0"/>
              <a:t>。</a:t>
            </a:r>
            <a:endParaRPr lang="en-US" altLang="zh-CN" dirty="0"/>
          </a:p>
          <a:p>
            <a:pPr lvl="1" hangingPunct="1">
              <a:lnSpc>
                <a:spcPct val="120000"/>
              </a:lnSpc>
              <a:defRPr/>
            </a:pPr>
            <a:r>
              <a:rPr lang="zh-CN" altLang="en-US" dirty="0"/>
              <a:t>从上述自由空间链表中为该类的动态对象分配空间。</a:t>
            </a:r>
            <a:endParaRPr lang="en-US" altLang="zh-CN" dirty="0"/>
          </a:p>
          <a:p>
            <a:pPr hangingPunct="1">
              <a:lnSpc>
                <a:spcPct val="120000"/>
              </a:lnSpc>
              <a:defRPr/>
            </a:pPr>
            <a:r>
              <a:rPr lang="zh-CN" altLang="en-US" dirty="0"/>
              <a:t>重载</a:t>
            </a:r>
            <a:r>
              <a:rPr lang="en-US" altLang="zh-CN" dirty="0"/>
              <a:t>delete</a:t>
            </a:r>
          </a:p>
          <a:p>
            <a:pPr lvl="1" hangingPunct="1">
              <a:lnSpc>
                <a:spcPct val="120000"/>
              </a:lnSpc>
              <a:defRPr/>
            </a:pPr>
            <a:r>
              <a:rPr lang="zh-CN" altLang="en-US" dirty="0"/>
              <a:t>该类的一个动态对象消亡时，把对象的空间归还到</a:t>
            </a:r>
            <a:r>
              <a:rPr lang="en-US" altLang="zh-CN" dirty="0"/>
              <a:t>new</a:t>
            </a:r>
            <a:r>
              <a:rPr lang="zh-CN" altLang="en-US" dirty="0"/>
              <a:t>操作中申请到的大空间（自由空间链表）中，而不是归还到系统的堆区中。</a:t>
            </a:r>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5" name="Rectangle 3">
            <a:extLst>
              <a:ext uri="{FF2B5EF4-FFF2-40B4-BE49-F238E27FC236}">
                <a16:creationId xmlns:a16="http://schemas.microsoft.com/office/drawing/2014/main" id="{AC69F874-2A9A-3643-7DD3-58B859F99B03}"/>
              </a:ext>
            </a:extLst>
          </p:cNvPr>
          <p:cNvSpPr>
            <a:spLocks noGrp="1" noChangeArrowheads="1"/>
          </p:cNvSpPr>
          <p:nvPr>
            <p:ph type="body" idx="1"/>
          </p:nvPr>
        </p:nvSpPr>
        <p:spPr>
          <a:xfrm>
            <a:off x="250825" y="692150"/>
            <a:ext cx="8686800" cy="5257800"/>
          </a:xfrm>
        </p:spPr>
        <p:txBody>
          <a:bodyPr/>
          <a:lstStyle/>
          <a:p>
            <a:pPr defTabSz="542925" eaLnBrk="1" hangingPunct="1">
              <a:lnSpc>
                <a:spcPct val="90000"/>
              </a:lnSpc>
              <a:buFont typeface="Wingdings" panose="05000000000000000000" pitchFamily="2" charset="2"/>
              <a:buNone/>
              <a:defRPr/>
            </a:pPr>
            <a:r>
              <a:rPr lang="en-GB" altLang="zh-CN" sz="2400" dirty="0"/>
              <a:t>#include &lt;</a:t>
            </a:r>
            <a:r>
              <a:rPr lang="en-GB" altLang="zh-CN" sz="2400" dirty="0" err="1"/>
              <a:t>cstring</a:t>
            </a:r>
            <a:r>
              <a:rPr lang="en-GB" altLang="zh-CN" sz="2400" dirty="0"/>
              <a:t>&gt;</a:t>
            </a:r>
          </a:p>
          <a:p>
            <a:pPr defTabSz="542925" eaLnBrk="1" hangingPunct="1">
              <a:lnSpc>
                <a:spcPct val="90000"/>
              </a:lnSpc>
              <a:buFont typeface="Wingdings" panose="05000000000000000000" pitchFamily="2" charset="2"/>
              <a:buNone/>
              <a:defRPr/>
            </a:pPr>
            <a:r>
              <a:rPr lang="en-GB" altLang="zh-CN" sz="2400" dirty="0"/>
              <a:t>class A</a:t>
            </a:r>
          </a:p>
          <a:p>
            <a:pPr defTabSz="542925" eaLnBrk="1" hangingPunct="1">
              <a:lnSpc>
                <a:spcPct val="90000"/>
              </a:lnSpc>
              <a:buFont typeface="Wingdings" panose="05000000000000000000" pitchFamily="2" charset="2"/>
              <a:buNone/>
              <a:defRPr/>
            </a:pPr>
            <a:r>
              <a:rPr lang="en-GB" altLang="zh-CN" sz="2400" dirty="0"/>
              <a:t>{		...... //</a:t>
            </a:r>
            <a:r>
              <a:rPr lang="zh-CN" altLang="en-GB" sz="2400" dirty="0"/>
              <a:t>类</a:t>
            </a:r>
            <a:r>
              <a:rPr lang="en-GB" altLang="zh-CN" sz="2400" dirty="0"/>
              <a:t>A</a:t>
            </a:r>
            <a:r>
              <a:rPr lang="zh-CN" altLang="en-US" sz="2400" dirty="0"/>
              <a:t>原有的</a:t>
            </a:r>
            <a:r>
              <a:rPr lang="zh-CN" altLang="en-GB" sz="2400" dirty="0"/>
              <a:t>成员说明</a:t>
            </a:r>
          </a:p>
          <a:p>
            <a:pPr defTabSz="542925" eaLnBrk="1" hangingPunct="1">
              <a:lnSpc>
                <a:spcPct val="90000"/>
              </a:lnSpc>
              <a:buFont typeface="Wingdings" panose="05000000000000000000" pitchFamily="2" charset="2"/>
              <a:buNone/>
              <a:defRPr/>
            </a:pPr>
            <a:r>
              <a:rPr lang="zh-CN" altLang="en-GB" sz="2400" dirty="0"/>
              <a:t>	</a:t>
            </a:r>
            <a:r>
              <a:rPr lang="en-GB" altLang="zh-CN" sz="2400" dirty="0"/>
              <a:t>public:</a:t>
            </a:r>
          </a:p>
          <a:p>
            <a:pPr defTabSz="542925" eaLnBrk="1" hangingPunct="1">
              <a:lnSpc>
                <a:spcPct val="90000"/>
              </a:lnSpc>
              <a:buFont typeface="Wingdings" panose="05000000000000000000" pitchFamily="2" charset="2"/>
              <a:buNone/>
              <a:defRPr/>
            </a:pPr>
            <a:r>
              <a:rPr lang="en-GB" altLang="zh-CN" sz="2400" dirty="0"/>
              <a:t>		static void *operator </a:t>
            </a:r>
            <a:r>
              <a:rPr lang="en-GB" altLang="zh-CN" sz="2400" dirty="0">
                <a:solidFill>
                  <a:srgbClr val="FFC000"/>
                </a:solidFill>
              </a:rPr>
              <a:t>new</a:t>
            </a:r>
            <a:r>
              <a:rPr lang="en-GB" altLang="zh-CN" sz="2400" dirty="0"/>
              <a:t>(</a:t>
            </a:r>
            <a:r>
              <a:rPr lang="en-GB" altLang="zh-CN" sz="2400" dirty="0" err="1"/>
              <a:t>size_t</a:t>
            </a:r>
            <a:r>
              <a:rPr lang="en-GB" altLang="zh-CN" sz="2400" dirty="0"/>
              <a:t> size);</a:t>
            </a:r>
          </a:p>
          <a:p>
            <a:pPr defTabSz="542925" eaLnBrk="1" hangingPunct="1">
              <a:lnSpc>
                <a:spcPct val="90000"/>
              </a:lnSpc>
              <a:buFont typeface="Wingdings" panose="05000000000000000000" pitchFamily="2" charset="2"/>
              <a:buNone/>
              <a:defRPr/>
            </a:pPr>
            <a:r>
              <a:rPr lang="en-GB" altLang="zh-CN" sz="2400" dirty="0"/>
              <a:t>		static void operator </a:t>
            </a:r>
            <a:r>
              <a:rPr lang="en-GB" altLang="zh-CN" sz="2400" dirty="0">
                <a:solidFill>
                  <a:srgbClr val="FFC000"/>
                </a:solidFill>
              </a:rPr>
              <a:t>delete</a:t>
            </a:r>
            <a:r>
              <a:rPr lang="en-GB" altLang="zh-CN" sz="2400" dirty="0"/>
              <a:t>(void *p);</a:t>
            </a:r>
          </a:p>
          <a:p>
            <a:pPr defTabSz="542925" eaLnBrk="1" hangingPunct="1">
              <a:lnSpc>
                <a:spcPct val="90000"/>
              </a:lnSpc>
              <a:buFont typeface="Wingdings" panose="05000000000000000000" pitchFamily="2" charset="2"/>
              <a:buNone/>
              <a:defRPr/>
            </a:pPr>
            <a:r>
              <a:rPr lang="en-GB" altLang="zh-CN" sz="2400" dirty="0"/>
              <a:t>	private:</a:t>
            </a:r>
          </a:p>
          <a:p>
            <a:pPr defTabSz="542925" eaLnBrk="1" hangingPunct="1">
              <a:lnSpc>
                <a:spcPct val="90000"/>
              </a:lnSpc>
              <a:buFont typeface="Wingdings" panose="05000000000000000000" pitchFamily="2" charset="2"/>
              <a:buNone/>
              <a:defRPr/>
            </a:pPr>
            <a:r>
              <a:rPr lang="zh-CN" altLang="en-GB" sz="2400" dirty="0"/>
              <a:t>		</a:t>
            </a:r>
            <a:r>
              <a:rPr lang="en-GB" altLang="zh-CN" sz="2400" dirty="0"/>
              <a:t>A *</a:t>
            </a:r>
            <a:r>
              <a:rPr lang="en-GB" altLang="zh-CN" sz="2400" dirty="0">
                <a:solidFill>
                  <a:srgbClr val="FFC000"/>
                </a:solidFill>
              </a:rPr>
              <a:t>next</a:t>
            </a:r>
            <a:r>
              <a:rPr lang="en-GB" altLang="zh-CN" sz="2400" dirty="0"/>
              <a:t>; //</a:t>
            </a:r>
            <a:r>
              <a:rPr lang="zh-CN" altLang="en-GB" sz="2400" dirty="0"/>
              <a:t>用于</a:t>
            </a:r>
            <a:r>
              <a:rPr lang="zh-CN" altLang="en-US" sz="2400" dirty="0"/>
              <a:t>组织</a:t>
            </a:r>
            <a:r>
              <a:rPr lang="en-US" altLang="zh-CN" sz="2400" dirty="0"/>
              <a:t>A</a:t>
            </a:r>
            <a:r>
              <a:rPr lang="zh-CN" altLang="en-US" sz="2400" dirty="0"/>
              <a:t>类对象</a:t>
            </a:r>
            <a:r>
              <a:rPr lang="zh-CN" altLang="en-GB" sz="2400" dirty="0"/>
              <a:t>自由空间链</a:t>
            </a:r>
            <a:r>
              <a:rPr lang="zh-CN" altLang="en-US" sz="2400" dirty="0"/>
              <a:t>表</a:t>
            </a:r>
            <a:endParaRPr lang="zh-CN" altLang="en-GB" sz="2400" dirty="0"/>
          </a:p>
          <a:p>
            <a:pPr defTabSz="542925" eaLnBrk="1" hangingPunct="1">
              <a:lnSpc>
                <a:spcPct val="90000"/>
              </a:lnSpc>
              <a:buFont typeface="Wingdings" panose="05000000000000000000" pitchFamily="2" charset="2"/>
              <a:buNone/>
              <a:defRPr/>
            </a:pPr>
            <a:r>
              <a:rPr lang="en-GB" altLang="zh-CN" sz="2400" dirty="0"/>
              <a:t>		static A *</a:t>
            </a:r>
            <a:r>
              <a:rPr lang="en-GB" altLang="zh-CN" sz="2400" dirty="0" err="1">
                <a:solidFill>
                  <a:srgbClr val="FFC000"/>
                </a:solidFill>
              </a:rPr>
              <a:t>p_free</a:t>
            </a:r>
            <a:r>
              <a:rPr lang="en-GB" altLang="zh-CN" sz="2400" dirty="0"/>
              <a:t>; //</a:t>
            </a:r>
            <a:r>
              <a:rPr lang="zh-CN" altLang="en-GB" sz="2400" dirty="0"/>
              <a:t>用于指向</a:t>
            </a:r>
            <a:r>
              <a:rPr lang="en-GB" altLang="zh-CN" sz="2400" dirty="0"/>
              <a:t>A</a:t>
            </a:r>
            <a:r>
              <a:rPr lang="zh-CN" altLang="en-GB" sz="2400" dirty="0"/>
              <a:t>类对象的自由空间链表</a:t>
            </a:r>
            <a:r>
              <a:rPr lang="zh-CN" altLang="en-US" sz="2400" dirty="0"/>
              <a:t>头</a:t>
            </a:r>
            <a:endParaRPr lang="zh-CN" altLang="en-GB" sz="2400" dirty="0"/>
          </a:p>
          <a:p>
            <a:pPr defTabSz="542925" eaLnBrk="1" hangingPunct="1">
              <a:lnSpc>
                <a:spcPct val="90000"/>
              </a:lnSpc>
              <a:buFont typeface="Wingdings" panose="05000000000000000000" pitchFamily="2" charset="2"/>
              <a:buNone/>
              <a:defRPr/>
            </a:pPr>
            <a:r>
              <a:rPr lang="en-GB" altLang="zh-CN" sz="2400" dirty="0"/>
              <a:t>};</a:t>
            </a:r>
          </a:p>
          <a:p>
            <a:pPr defTabSz="542925" eaLnBrk="1" hangingPunct="1">
              <a:lnSpc>
                <a:spcPct val="90000"/>
              </a:lnSpc>
              <a:buFont typeface="Wingdings" panose="05000000000000000000" pitchFamily="2" charset="2"/>
              <a:buNone/>
              <a:defRPr/>
            </a:pPr>
            <a:r>
              <a:rPr lang="en-GB" altLang="zh-CN" sz="2400" dirty="0"/>
              <a:t>A *A::</a:t>
            </a:r>
            <a:r>
              <a:rPr lang="en-GB" altLang="zh-CN" sz="2400" dirty="0" err="1">
                <a:solidFill>
                  <a:srgbClr val="FFC000"/>
                </a:solidFill>
              </a:rPr>
              <a:t>p_free</a:t>
            </a:r>
            <a:r>
              <a:rPr lang="en-GB" altLang="zh-CN" sz="2400" dirty="0"/>
              <a:t>=NULL;</a:t>
            </a:r>
            <a:endParaRPr lang="en-US" altLang="zh-CN"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9" name="Rectangle 3">
            <a:extLst>
              <a:ext uri="{FF2B5EF4-FFF2-40B4-BE49-F238E27FC236}">
                <a16:creationId xmlns:a16="http://schemas.microsoft.com/office/drawing/2014/main" id="{F1277FA6-8F0C-C547-0B8A-C98CC8A33061}"/>
              </a:ext>
            </a:extLst>
          </p:cNvPr>
          <p:cNvSpPr>
            <a:spLocks noGrp="1" noChangeArrowheads="1"/>
          </p:cNvSpPr>
          <p:nvPr>
            <p:ph type="body" idx="1"/>
          </p:nvPr>
        </p:nvSpPr>
        <p:spPr>
          <a:xfrm>
            <a:off x="107950" y="115888"/>
            <a:ext cx="8736013" cy="6480175"/>
          </a:xfrm>
        </p:spPr>
        <p:txBody>
          <a:bodyPr>
            <a:normAutofit/>
          </a:bodyPr>
          <a:lstStyle/>
          <a:p>
            <a:pPr defTabSz="604838" eaLnBrk="1" hangingPunct="1">
              <a:lnSpc>
                <a:spcPct val="90000"/>
              </a:lnSpc>
              <a:buFont typeface="Wingdings" panose="05000000000000000000" pitchFamily="2" charset="2"/>
              <a:buNone/>
              <a:defRPr/>
            </a:pPr>
            <a:r>
              <a:rPr lang="en-GB" altLang="zh-CN" sz="2400" dirty="0" err="1"/>
              <a:t>const</a:t>
            </a:r>
            <a:r>
              <a:rPr lang="en-GB" altLang="zh-CN" sz="2400" dirty="0"/>
              <a:t> </a:t>
            </a:r>
            <a:r>
              <a:rPr lang="en-GB" altLang="zh-CN" sz="2400" dirty="0" err="1"/>
              <a:t>int</a:t>
            </a:r>
            <a:r>
              <a:rPr lang="en-GB" altLang="zh-CN" sz="2400" dirty="0"/>
              <a:t> NUM=32; </a:t>
            </a:r>
          </a:p>
          <a:p>
            <a:pPr defTabSz="604838" eaLnBrk="1" hangingPunct="1">
              <a:lnSpc>
                <a:spcPct val="90000"/>
              </a:lnSpc>
              <a:buFont typeface="Wingdings" panose="05000000000000000000" pitchFamily="2" charset="2"/>
              <a:buNone/>
              <a:defRPr/>
            </a:pPr>
            <a:r>
              <a:rPr lang="en-GB" altLang="zh-CN" sz="2400" dirty="0"/>
              <a:t>void *A::</a:t>
            </a:r>
            <a:r>
              <a:rPr lang="en-GB" altLang="zh-CN" sz="2400" dirty="0">
                <a:solidFill>
                  <a:srgbClr val="FFC000"/>
                </a:solidFill>
              </a:rPr>
              <a:t>operator</a:t>
            </a:r>
            <a:r>
              <a:rPr lang="en-GB" altLang="zh-CN" sz="2400" dirty="0"/>
              <a:t> </a:t>
            </a:r>
            <a:r>
              <a:rPr lang="en-GB" altLang="zh-CN" sz="2400" dirty="0">
                <a:solidFill>
                  <a:srgbClr val="FFC000"/>
                </a:solidFill>
              </a:rPr>
              <a:t>new</a:t>
            </a:r>
            <a:r>
              <a:rPr lang="en-GB" altLang="zh-CN" sz="2400" dirty="0"/>
              <a:t>(</a:t>
            </a:r>
            <a:r>
              <a:rPr lang="en-GB" altLang="zh-CN" sz="2400" dirty="0" err="1"/>
              <a:t>size_t</a:t>
            </a:r>
            <a:r>
              <a:rPr lang="en-GB" altLang="zh-CN" sz="2400" dirty="0"/>
              <a:t> size)</a:t>
            </a:r>
          </a:p>
          <a:p>
            <a:pPr defTabSz="604838" eaLnBrk="1" hangingPunct="1">
              <a:lnSpc>
                <a:spcPct val="90000"/>
              </a:lnSpc>
              <a:buFont typeface="Wingdings" panose="05000000000000000000" pitchFamily="2" charset="2"/>
              <a:buNone/>
              <a:defRPr/>
            </a:pPr>
            <a:r>
              <a:rPr lang="en-GB" altLang="zh-CN" sz="2400" dirty="0"/>
              <a:t>{	if (</a:t>
            </a:r>
            <a:r>
              <a:rPr lang="en-GB" altLang="zh-CN" sz="2400" dirty="0" err="1"/>
              <a:t>p_free</a:t>
            </a:r>
            <a:r>
              <a:rPr lang="en-GB" altLang="zh-CN" sz="2400" dirty="0"/>
              <a:t> == NULL) //</a:t>
            </a:r>
            <a:r>
              <a:rPr lang="zh-CN" altLang="en-US" sz="2400" dirty="0"/>
              <a:t>创建第一个</a:t>
            </a:r>
            <a:r>
              <a:rPr lang="en-US" altLang="zh-CN" sz="2400" dirty="0"/>
              <a:t>A</a:t>
            </a:r>
            <a:r>
              <a:rPr lang="zh-CN" altLang="en-US" sz="2400" dirty="0"/>
              <a:t>类动态对象</a:t>
            </a:r>
            <a:endParaRPr lang="en-GB" altLang="zh-CN" sz="2400" dirty="0"/>
          </a:p>
          <a:p>
            <a:pPr defTabSz="604838" eaLnBrk="1" hangingPunct="1">
              <a:lnSpc>
                <a:spcPct val="90000"/>
              </a:lnSpc>
              <a:buFont typeface="Wingdings" panose="05000000000000000000" pitchFamily="2" charset="2"/>
              <a:buNone/>
              <a:defRPr/>
            </a:pPr>
            <a:r>
              <a:rPr lang="en-GB" altLang="zh-CN" sz="2400" dirty="0"/>
              <a:t>	{	//</a:t>
            </a:r>
            <a:r>
              <a:rPr lang="zh-CN" altLang="en-GB" sz="2400" dirty="0"/>
              <a:t>申请</a:t>
            </a:r>
            <a:r>
              <a:rPr lang="en-GB" altLang="zh-CN" sz="2400" dirty="0"/>
              <a:t>NUM</a:t>
            </a:r>
            <a:r>
              <a:rPr lang="zh-CN" altLang="en-GB" sz="2400" dirty="0"/>
              <a:t>个</a:t>
            </a:r>
            <a:r>
              <a:rPr lang="en-GB" altLang="zh-CN" sz="2400" dirty="0"/>
              <a:t>A</a:t>
            </a:r>
            <a:r>
              <a:rPr lang="zh-CN" altLang="en-GB" sz="2400" dirty="0"/>
              <a:t>类对象的</a:t>
            </a:r>
            <a:r>
              <a:rPr lang="zh-CN" altLang="en-US" sz="2400" dirty="0"/>
              <a:t>大</a:t>
            </a:r>
            <a:r>
              <a:rPr lang="zh-CN" altLang="en-GB" sz="2400" dirty="0"/>
              <a:t>空间。</a:t>
            </a:r>
          </a:p>
          <a:p>
            <a:pPr defTabSz="604838" eaLnBrk="1" hangingPunct="1">
              <a:lnSpc>
                <a:spcPct val="90000"/>
              </a:lnSpc>
              <a:buFont typeface="Wingdings" panose="05000000000000000000" pitchFamily="2" charset="2"/>
              <a:buNone/>
              <a:defRPr/>
            </a:pPr>
            <a:r>
              <a:rPr lang="en-GB" altLang="zh-CN" sz="2400" dirty="0"/>
              <a:t>	  </a:t>
            </a:r>
            <a:r>
              <a:rPr lang="en-GB" altLang="zh-CN" sz="2400" dirty="0" err="1"/>
              <a:t>p_free</a:t>
            </a:r>
            <a:r>
              <a:rPr lang="en-GB" altLang="zh-CN" sz="2400" dirty="0"/>
              <a:t> = (A *)</a:t>
            </a:r>
            <a:r>
              <a:rPr lang="en-GB" altLang="zh-CN" sz="2400" dirty="0" err="1"/>
              <a:t>malloc</a:t>
            </a:r>
            <a:r>
              <a:rPr lang="en-GB" altLang="zh-CN" sz="2400" dirty="0"/>
              <a:t>(size*NUM);  </a:t>
            </a:r>
            <a:r>
              <a:rPr lang="en-US" altLang="zh-CN" sz="2400" dirty="0"/>
              <a:t>//</a:t>
            </a:r>
            <a:r>
              <a:rPr lang="zh-CN" altLang="en-US" sz="2400" dirty="0"/>
              <a:t>一个动态数组</a:t>
            </a:r>
            <a:endParaRPr lang="en-GB" altLang="zh-CN" sz="2400" dirty="0"/>
          </a:p>
          <a:p>
            <a:pPr defTabSz="604838" eaLnBrk="1" hangingPunct="1">
              <a:lnSpc>
                <a:spcPct val="90000"/>
              </a:lnSpc>
              <a:buFont typeface="Wingdings" panose="05000000000000000000" pitchFamily="2" charset="2"/>
              <a:buNone/>
              <a:defRPr/>
            </a:pPr>
            <a:r>
              <a:rPr lang="en-GB" altLang="zh-CN" sz="2400" dirty="0"/>
              <a:t>		//</a:t>
            </a:r>
            <a:r>
              <a:rPr lang="zh-CN" altLang="en-US" sz="2400" dirty="0"/>
              <a:t>在大空间上</a:t>
            </a:r>
            <a:r>
              <a:rPr lang="zh-CN" altLang="en-GB" sz="2400" dirty="0"/>
              <a:t>建立自由</a:t>
            </a:r>
            <a:r>
              <a:rPr lang="zh-CN" altLang="en-US" sz="2400" dirty="0"/>
              <a:t>空间</a:t>
            </a:r>
            <a:r>
              <a:rPr lang="zh-CN" altLang="en-GB" sz="2400" dirty="0"/>
              <a:t>链表</a:t>
            </a:r>
            <a:r>
              <a:rPr lang="zh-CN" altLang="en-US" sz="2400" dirty="0"/>
              <a:t>（链表结点初始是连续的）</a:t>
            </a:r>
            <a:endParaRPr lang="zh-CN" altLang="en-GB" sz="2400" dirty="0"/>
          </a:p>
          <a:p>
            <a:pPr defTabSz="604838" eaLnBrk="1" hangingPunct="1">
              <a:lnSpc>
                <a:spcPct val="90000"/>
              </a:lnSpc>
              <a:buFont typeface="Wingdings" panose="05000000000000000000" pitchFamily="2" charset="2"/>
              <a:buNone/>
              <a:defRPr/>
            </a:pPr>
            <a:r>
              <a:rPr lang="en-US" altLang="zh-CN" sz="2400" dirty="0"/>
              <a:t>		</a:t>
            </a:r>
            <a:r>
              <a:rPr lang="en-GB" altLang="zh-CN" sz="2400" dirty="0"/>
              <a:t>for (</a:t>
            </a:r>
            <a:r>
              <a:rPr lang="en-GB" altLang="zh-CN" sz="2400" dirty="0" err="1"/>
              <a:t>int</a:t>
            </a:r>
            <a:r>
              <a:rPr lang="en-GB" altLang="zh-CN" sz="2400" dirty="0"/>
              <a:t> </a:t>
            </a:r>
            <a:r>
              <a:rPr lang="en-GB" altLang="zh-CN" sz="2400" dirty="0" err="1"/>
              <a:t>i</a:t>
            </a:r>
            <a:r>
              <a:rPr lang="en-GB" altLang="zh-CN" sz="2400" dirty="0"/>
              <a:t>=0; </a:t>
            </a:r>
            <a:r>
              <a:rPr lang="en-GB" altLang="zh-CN" sz="2400" dirty="0" err="1"/>
              <a:t>i</a:t>
            </a:r>
            <a:r>
              <a:rPr lang="en-GB" altLang="zh-CN" sz="2400" dirty="0"/>
              <a:t>&lt;NUM-1; </a:t>
            </a:r>
            <a:r>
              <a:rPr lang="en-GB" altLang="zh-CN" sz="2400" dirty="0" err="1"/>
              <a:t>i</a:t>
            </a:r>
            <a:r>
              <a:rPr lang="en-GB" altLang="zh-CN" sz="2400" dirty="0"/>
              <a:t>++)</a:t>
            </a:r>
          </a:p>
          <a:p>
            <a:pPr defTabSz="604838" eaLnBrk="1" hangingPunct="1">
              <a:lnSpc>
                <a:spcPct val="90000"/>
              </a:lnSpc>
              <a:buFont typeface="Wingdings" panose="05000000000000000000" pitchFamily="2" charset="2"/>
              <a:buNone/>
              <a:defRPr/>
            </a:pPr>
            <a:r>
              <a:rPr lang="zh-CN" altLang="en-GB" sz="2400" dirty="0"/>
              <a:t>		   </a:t>
            </a:r>
            <a:r>
              <a:rPr lang="en-US" altLang="zh-CN" sz="2400" dirty="0" err="1"/>
              <a:t>p_free</a:t>
            </a:r>
            <a:r>
              <a:rPr lang="en-US" altLang="zh-CN" sz="2400" dirty="0"/>
              <a:t>[</a:t>
            </a:r>
            <a:r>
              <a:rPr lang="en-US" altLang="zh-CN" sz="2400" dirty="0" err="1"/>
              <a:t>i</a:t>
            </a:r>
            <a:r>
              <a:rPr lang="en-US" altLang="zh-CN" sz="2400" dirty="0"/>
              <a:t>].next = &amp;</a:t>
            </a:r>
            <a:r>
              <a:rPr lang="en-US" altLang="zh-CN" sz="2400" dirty="0" err="1"/>
              <a:t>p_free</a:t>
            </a:r>
            <a:r>
              <a:rPr lang="en-US" altLang="zh-CN" sz="2400" dirty="0"/>
              <a:t>[i+1];</a:t>
            </a:r>
            <a:endParaRPr lang="en-GB" altLang="zh-CN" sz="2400" dirty="0"/>
          </a:p>
          <a:p>
            <a:pPr defTabSz="604838" eaLnBrk="1" hangingPunct="1">
              <a:lnSpc>
                <a:spcPct val="90000"/>
              </a:lnSpc>
              <a:buFont typeface="Wingdings" panose="05000000000000000000" pitchFamily="2" charset="2"/>
              <a:buNone/>
              <a:defRPr/>
            </a:pPr>
            <a:r>
              <a:rPr lang="en-GB" altLang="zh-CN" sz="2400" dirty="0"/>
              <a:t>		</a:t>
            </a:r>
            <a:r>
              <a:rPr lang="en-US" altLang="zh-CN" sz="2400" dirty="0" err="1"/>
              <a:t>p_free</a:t>
            </a:r>
            <a:r>
              <a:rPr lang="en-US" altLang="zh-CN" sz="2400" dirty="0"/>
              <a:t>[</a:t>
            </a:r>
            <a:r>
              <a:rPr lang="en-GB" altLang="zh-CN" sz="2400" dirty="0"/>
              <a:t>NUM-1</a:t>
            </a:r>
            <a:r>
              <a:rPr lang="en-US" altLang="zh-CN" sz="2400" dirty="0"/>
              <a:t>].next</a:t>
            </a:r>
            <a:r>
              <a:rPr lang="en-GB" altLang="zh-CN" sz="2400" dirty="0"/>
              <a:t> = NULL;</a:t>
            </a:r>
          </a:p>
          <a:p>
            <a:pPr defTabSz="604838" eaLnBrk="1" hangingPunct="1">
              <a:lnSpc>
                <a:spcPct val="90000"/>
              </a:lnSpc>
              <a:buFont typeface="Wingdings" panose="05000000000000000000" pitchFamily="2" charset="2"/>
              <a:buNone/>
              <a:defRPr/>
            </a:pPr>
            <a:r>
              <a:rPr lang="en-GB" altLang="zh-CN" sz="2400" dirty="0"/>
              <a:t>	}</a:t>
            </a:r>
          </a:p>
          <a:p>
            <a:pPr defTabSz="604838" eaLnBrk="1" hangingPunct="1">
              <a:lnSpc>
                <a:spcPct val="90000"/>
              </a:lnSpc>
              <a:buFont typeface="Wingdings" panose="05000000000000000000" pitchFamily="2" charset="2"/>
              <a:buNone/>
              <a:defRPr/>
            </a:pPr>
            <a:r>
              <a:rPr lang="en-GB" altLang="zh-CN" sz="2400" dirty="0"/>
              <a:t>   //</a:t>
            </a:r>
            <a:r>
              <a:rPr lang="zh-CN" altLang="en-US" sz="2400" dirty="0"/>
              <a:t>从链表中给当前动态对象分配空间</a:t>
            </a:r>
            <a:endParaRPr lang="en-GB" altLang="zh-CN" sz="2400" dirty="0"/>
          </a:p>
          <a:p>
            <a:pPr defTabSz="604838" eaLnBrk="1" hangingPunct="1">
              <a:lnSpc>
                <a:spcPct val="90000"/>
              </a:lnSpc>
              <a:buFont typeface="Wingdings" panose="05000000000000000000" pitchFamily="2" charset="2"/>
              <a:buNone/>
              <a:defRPr/>
            </a:pPr>
            <a:r>
              <a:rPr lang="en-GB" altLang="zh-CN" sz="2400" dirty="0"/>
              <a:t>	A *p=</a:t>
            </a:r>
            <a:r>
              <a:rPr lang="en-GB" altLang="zh-CN" sz="2400" dirty="0" err="1"/>
              <a:t>p_free</a:t>
            </a:r>
            <a:r>
              <a:rPr lang="en-GB" altLang="zh-CN" sz="2400" dirty="0"/>
              <a:t>;</a:t>
            </a:r>
          </a:p>
          <a:p>
            <a:pPr defTabSz="604838" eaLnBrk="1" hangingPunct="1">
              <a:lnSpc>
                <a:spcPct val="90000"/>
              </a:lnSpc>
              <a:buFont typeface="Wingdings" panose="05000000000000000000" pitchFamily="2" charset="2"/>
              <a:buNone/>
              <a:defRPr/>
            </a:pPr>
            <a:r>
              <a:rPr lang="en-GB" altLang="zh-CN" sz="2400" dirty="0"/>
              <a:t>	</a:t>
            </a:r>
            <a:r>
              <a:rPr lang="en-GB" altLang="zh-CN" sz="2400" dirty="0" err="1"/>
              <a:t>p_free</a:t>
            </a:r>
            <a:r>
              <a:rPr lang="en-GB" altLang="zh-CN" sz="2400" dirty="0"/>
              <a:t> = </a:t>
            </a:r>
            <a:r>
              <a:rPr lang="en-GB" altLang="zh-CN" sz="2400" dirty="0" err="1"/>
              <a:t>p_free</a:t>
            </a:r>
            <a:r>
              <a:rPr lang="en-GB" altLang="zh-CN" sz="2400" dirty="0"/>
              <a:t>-&gt;next;</a:t>
            </a:r>
          </a:p>
          <a:p>
            <a:pPr defTabSz="604838" eaLnBrk="1" hangingPunct="1">
              <a:lnSpc>
                <a:spcPct val="90000"/>
              </a:lnSpc>
              <a:buFont typeface="Wingdings" panose="05000000000000000000" pitchFamily="2" charset="2"/>
              <a:buNone/>
              <a:defRPr/>
            </a:pPr>
            <a:r>
              <a:rPr lang="en-GB" altLang="zh-CN" sz="2400" dirty="0"/>
              <a:t>	</a:t>
            </a:r>
            <a:r>
              <a:rPr lang="en-GB" altLang="zh-CN" sz="2400" dirty="0" err="1"/>
              <a:t>memset</a:t>
            </a:r>
            <a:r>
              <a:rPr lang="en-GB" altLang="zh-CN" sz="2400" dirty="0"/>
              <a:t>(p,0,size); </a:t>
            </a:r>
            <a:r>
              <a:rPr lang="en-US" altLang="zh-CN" sz="2400" dirty="0"/>
              <a:t>//</a:t>
            </a:r>
            <a:r>
              <a:rPr lang="zh-CN" altLang="en-US" sz="2400" dirty="0"/>
              <a:t>可由构造函数完成</a:t>
            </a:r>
            <a:endParaRPr lang="en-GB" altLang="zh-CN" sz="2400" dirty="0"/>
          </a:p>
          <a:p>
            <a:pPr defTabSz="604838" eaLnBrk="1" hangingPunct="1">
              <a:lnSpc>
                <a:spcPct val="90000"/>
              </a:lnSpc>
              <a:buFont typeface="Wingdings" panose="05000000000000000000" pitchFamily="2" charset="2"/>
              <a:buNone/>
              <a:defRPr/>
            </a:pPr>
            <a:r>
              <a:rPr lang="en-GB" altLang="zh-CN" sz="2400" dirty="0"/>
              <a:t>	return p;</a:t>
            </a:r>
          </a:p>
          <a:p>
            <a:pPr defTabSz="604838" eaLnBrk="1" hangingPunct="1">
              <a:lnSpc>
                <a:spcPct val="90000"/>
              </a:lnSpc>
              <a:buFont typeface="Wingdings" panose="05000000000000000000" pitchFamily="2" charset="2"/>
              <a:buNone/>
              <a:defRPr/>
            </a:pPr>
            <a:r>
              <a:rPr lang="en-GB" altLang="zh-CN" sz="2400" dirty="0"/>
              <a:t>}</a:t>
            </a:r>
          </a:p>
        </p:txBody>
      </p:sp>
      <p:sp>
        <p:nvSpPr>
          <p:cNvPr id="37892" name="Line 18">
            <a:extLst>
              <a:ext uri="{FF2B5EF4-FFF2-40B4-BE49-F238E27FC236}">
                <a16:creationId xmlns:a16="http://schemas.microsoft.com/office/drawing/2014/main" id="{0322C87B-F2A6-E541-E378-B1E205EC3011}"/>
              </a:ext>
            </a:extLst>
          </p:cNvPr>
          <p:cNvSpPr>
            <a:spLocks noChangeShapeType="1"/>
          </p:cNvSpPr>
          <p:nvPr/>
        </p:nvSpPr>
        <p:spPr bwMode="auto">
          <a:xfrm>
            <a:off x="5961063" y="3987800"/>
            <a:ext cx="863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5604" name="Rectangle 21">
            <a:extLst>
              <a:ext uri="{FF2B5EF4-FFF2-40B4-BE49-F238E27FC236}">
                <a16:creationId xmlns:a16="http://schemas.microsoft.com/office/drawing/2014/main" id="{3B32BCB7-D49B-65BF-7F7C-B345836F82F8}"/>
              </a:ext>
            </a:extLst>
          </p:cNvPr>
          <p:cNvSpPr>
            <a:spLocks noChangeArrowheads="1"/>
          </p:cNvSpPr>
          <p:nvPr/>
        </p:nvSpPr>
        <p:spPr bwMode="auto">
          <a:xfrm>
            <a:off x="6810375" y="3906838"/>
            <a:ext cx="1965325" cy="274637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5605" name="Line 22">
            <a:extLst>
              <a:ext uri="{FF2B5EF4-FFF2-40B4-BE49-F238E27FC236}">
                <a16:creationId xmlns:a16="http://schemas.microsoft.com/office/drawing/2014/main" id="{E89FDE93-79D0-9E12-5421-A12FAE2B2270}"/>
              </a:ext>
            </a:extLst>
          </p:cNvPr>
          <p:cNvSpPr>
            <a:spLocks noChangeShapeType="1"/>
          </p:cNvSpPr>
          <p:nvPr/>
        </p:nvSpPr>
        <p:spPr bwMode="auto">
          <a:xfrm>
            <a:off x="6810375" y="4592638"/>
            <a:ext cx="1965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6" name="Line 23">
            <a:extLst>
              <a:ext uri="{FF2B5EF4-FFF2-40B4-BE49-F238E27FC236}">
                <a16:creationId xmlns:a16="http://schemas.microsoft.com/office/drawing/2014/main" id="{F4FD305A-D780-D668-2B3D-D66A4CF41275}"/>
              </a:ext>
            </a:extLst>
          </p:cNvPr>
          <p:cNvSpPr>
            <a:spLocks noChangeShapeType="1"/>
          </p:cNvSpPr>
          <p:nvPr/>
        </p:nvSpPr>
        <p:spPr bwMode="auto">
          <a:xfrm>
            <a:off x="6810375" y="5281613"/>
            <a:ext cx="1965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7" name="Line 24">
            <a:extLst>
              <a:ext uri="{FF2B5EF4-FFF2-40B4-BE49-F238E27FC236}">
                <a16:creationId xmlns:a16="http://schemas.microsoft.com/office/drawing/2014/main" id="{73D80CC4-6FF7-B5C6-D6ED-5715EEBEA95E}"/>
              </a:ext>
            </a:extLst>
          </p:cNvPr>
          <p:cNvSpPr>
            <a:spLocks noChangeShapeType="1"/>
          </p:cNvSpPr>
          <p:nvPr/>
        </p:nvSpPr>
        <p:spPr bwMode="auto">
          <a:xfrm>
            <a:off x="6810375" y="5967413"/>
            <a:ext cx="1965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5" name="Line 25">
            <a:extLst>
              <a:ext uri="{FF2B5EF4-FFF2-40B4-BE49-F238E27FC236}">
                <a16:creationId xmlns:a16="http://schemas.microsoft.com/office/drawing/2014/main" id="{37EE4FEA-C0BF-4AB9-2D9E-610857341F5C}"/>
              </a:ext>
            </a:extLst>
          </p:cNvPr>
          <p:cNvSpPr>
            <a:spLocks noChangeShapeType="1"/>
          </p:cNvSpPr>
          <p:nvPr/>
        </p:nvSpPr>
        <p:spPr bwMode="auto">
          <a:xfrm>
            <a:off x="8494713" y="4489450"/>
            <a:ext cx="5619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6" name="Line 26">
            <a:extLst>
              <a:ext uri="{FF2B5EF4-FFF2-40B4-BE49-F238E27FC236}">
                <a16:creationId xmlns:a16="http://schemas.microsoft.com/office/drawing/2014/main" id="{BC74A2C5-55FC-E334-5C86-AE11015E81DE}"/>
              </a:ext>
            </a:extLst>
          </p:cNvPr>
          <p:cNvSpPr>
            <a:spLocks noChangeShapeType="1"/>
          </p:cNvSpPr>
          <p:nvPr/>
        </p:nvSpPr>
        <p:spPr bwMode="auto">
          <a:xfrm>
            <a:off x="9056688" y="4489450"/>
            <a:ext cx="0" cy="227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7" name="Line 27">
            <a:extLst>
              <a:ext uri="{FF2B5EF4-FFF2-40B4-BE49-F238E27FC236}">
                <a16:creationId xmlns:a16="http://schemas.microsoft.com/office/drawing/2014/main" id="{852A023A-D02F-AC45-11C7-F9C9EB193804}"/>
              </a:ext>
            </a:extLst>
          </p:cNvPr>
          <p:cNvSpPr>
            <a:spLocks noChangeShapeType="1"/>
          </p:cNvSpPr>
          <p:nvPr/>
        </p:nvSpPr>
        <p:spPr bwMode="auto">
          <a:xfrm flipH="1">
            <a:off x="8775700" y="4716463"/>
            <a:ext cx="2809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1" name="Line 28">
            <a:extLst>
              <a:ext uri="{FF2B5EF4-FFF2-40B4-BE49-F238E27FC236}">
                <a16:creationId xmlns:a16="http://schemas.microsoft.com/office/drawing/2014/main" id="{0FE409B7-39A2-4B73-0BE5-1BA97BDA73DC}"/>
              </a:ext>
            </a:extLst>
          </p:cNvPr>
          <p:cNvSpPr>
            <a:spLocks noChangeShapeType="1"/>
          </p:cNvSpPr>
          <p:nvPr/>
        </p:nvSpPr>
        <p:spPr bwMode="auto">
          <a:xfrm>
            <a:off x="8494713" y="5175250"/>
            <a:ext cx="5619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12" name="Line 29">
            <a:extLst>
              <a:ext uri="{FF2B5EF4-FFF2-40B4-BE49-F238E27FC236}">
                <a16:creationId xmlns:a16="http://schemas.microsoft.com/office/drawing/2014/main" id="{FCB8F264-62C4-2649-D133-FD8776FCE848}"/>
              </a:ext>
            </a:extLst>
          </p:cNvPr>
          <p:cNvSpPr>
            <a:spLocks noChangeShapeType="1"/>
          </p:cNvSpPr>
          <p:nvPr/>
        </p:nvSpPr>
        <p:spPr bwMode="auto">
          <a:xfrm>
            <a:off x="9056688" y="5175250"/>
            <a:ext cx="0" cy="227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13" name="Line 30">
            <a:extLst>
              <a:ext uri="{FF2B5EF4-FFF2-40B4-BE49-F238E27FC236}">
                <a16:creationId xmlns:a16="http://schemas.microsoft.com/office/drawing/2014/main" id="{5DAE4A6D-1C8E-58ED-9CA7-DA595021FB8F}"/>
              </a:ext>
            </a:extLst>
          </p:cNvPr>
          <p:cNvSpPr>
            <a:spLocks noChangeShapeType="1"/>
          </p:cNvSpPr>
          <p:nvPr/>
        </p:nvSpPr>
        <p:spPr bwMode="auto">
          <a:xfrm flipH="1">
            <a:off x="8775700" y="5402263"/>
            <a:ext cx="2809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4" name="Line 31">
            <a:extLst>
              <a:ext uri="{FF2B5EF4-FFF2-40B4-BE49-F238E27FC236}">
                <a16:creationId xmlns:a16="http://schemas.microsoft.com/office/drawing/2014/main" id="{3D1AD78A-A7C5-200A-6D3B-79AB132F59C4}"/>
              </a:ext>
            </a:extLst>
          </p:cNvPr>
          <p:cNvSpPr>
            <a:spLocks noChangeShapeType="1"/>
          </p:cNvSpPr>
          <p:nvPr/>
        </p:nvSpPr>
        <p:spPr bwMode="auto">
          <a:xfrm>
            <a:off x="8494713" y="5861050"/>
            <a:ext cx="5619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15" name="Line 32">
            <a:extLst>
              <a:ext uri="{FF2B5EF4-FFF2-40B4-BE49-F238E27FC236}">
                <a16:creationId xmlns:a16="http://schemas.microsoft.com/office/drawing/2014/main" id="{39E1EF89-0F29-1E83-110D-738BEBCA3388}"/>
              </a:ext>
            </a:extLst>
          </p:cNvPr>
          <p:cNvSpPr>
            <a:spLocks noChangeShapeType="1"/>
          </p:cNvSpPr>
          <p:nvPr/>
        </p:nvSpPr>
        <p:spPr bwMode="auto">
          <a:xfrm>
            <a:off x="9056688" y="5861050"/>
            <a:ext cx="0" cy="227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16" name="Line 33">
            <a:extLst>
              <a:ext uri="{FF2B5EF4-FFF2-40B4-BE49-F238E27FC236}">
                <a16:creationId xmlns:a16="http://schemas.microsoft.com/office/drawing/2014/main" id="{4D1F637A-91C8-F857-7D63-4D27AEB5EAD1}"/>
              </a:ext>
            </a:extLst>
          </p:cNvPr>
          <p:cNvSpPr>
            <a:spLocks noChangeShapeType="1"/>
          </p:cNvSpPr>
          <p:nvPr/>
        </p:nvSpPr>
        <p:spPr bwMode="auto">
          <a:xfrm flipH="1">
            <a:off x="8775700" y="6088063"/>
            <a:ext cx="2809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17" name="Rectangle 34">
            <a:extLst>
              <a:ext uri="{FF2B5EF4-FFF2-40B4-BE49-F238E27FC236}">
                <a16:creationId xmlns:a16="http://schemas.microsoft.com/office/drawing/2014/main" id="{D2254536-268F-C622-7CC2-FCD033955757}"/>
              </a:ext>
            </a:extLst>
          </p:cNvPr>
          <p:cNvSpPr>
            <a:spLocks noChangeArrowheads="1"/>
          </p:cNvSpPr>
          <p:nvPr/>
        </p:nvSpPr>
        <p:spPr bwMode="auto">
          <a:xfrm>
            <a:off x="5407025" y="3733800"/>
            <a:ext cx="842963" cy="4587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5618" name="Text Box 35">
            <a:extLst>
              <a:ext uri="{FF2B5EF4-FFF2-40B4-BE49-F238E27FC236}">
                <a16:creationId xmlns:a16="http://schemas.microsoft.com/office/drawing/2014/main" id="{C4293264-CDF7-B2AC-179D-C4F0C947EF2B}"/>
              </a:ext>
            </a:extLst>
          </p:cNvPr>
          <p:cNvSpPr txBox="1">
            <a:spLocks noChangeArrowheads="1"/>
          </p:cNvSpPr>
          <p:nvPr/>
        </p:nvSpPr>
        <p:spPr bwMode="auto">
          <a:xfrm>
            <a:off x="4356100" y="3789363"/>
            <a:ext cx="1035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solidFill>
                  <a:srgbClr val="FFC000"/>
                </a:solidFill>
              </a:rPr>
              <a:t>p_free</a:t>
            </a:r>
            <a:r>
              <a:rPr lang="en-US" altLang="zh-CN" sz="1800"/>
              <a:t>:</a:t>
            </a:r>
          </a:p>
        </p:txBody>
      </p:sp>
      <p:sp>
        <p:nvSpPr>
          <p:cNvPr id="25619" name="Line 36">
            <a:extLst>
              <a:ext uri="{FF2B5EF4-FFF2-40B4-BE49-F238E27FC236}">
                <a16:creationId xmlns:a16="http://schemas.microsoft.com/office/drawing/2014/main" id="{ACDE186A-1036-D105-2096-47C8163BC102}"/>
              </a:ext>
            </a:extLst>
          </p:cNvPr>
          <p:cNvSpPr>
            <a:spLocks noChangeShapeType="1"/>
          </p:cNvSpPr>
          <p:nvPr/>
        </p:nvSpPr>
        <p:spPr bwMode="auto">
          <a:xfrm>
            <a:off x="6824663" y="4348163"/>
            <a:ext cx="1944687"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620" name="Line 37">
            <a:extLst>
              <a:ext uri="{FF2B5EF4-FFF2-40B4-BE49-F238E27FC236}">
                <a16:creationId xmlns:a16="http://schemas.microsoft.com/office/drawing/2014/main" id="{BF16DCAE-DACC-3D09-2BE2-A38B73032105}"/>
              </a:ext>
            </a:extLst>
          </p:cNvPr>
          <p:cNvSpPr>
            <a:spLocks noChangeShapeType="1"/>
          </p:cNvSpPr>
          <p:nvPr/>
        </p:nvSpPr>
        <p:spPr bwMode="auto">
          <a:xfrm>
            <a:off x="6824663" y="5068888"/>
            <a:ext cx="1944687"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621" name="Line 38">
            <a:extLst>
              <a:ext uri="{FF2B5EF4-FFF2-40B4-BE49-F238E27FC236}">
                <a16:creationId xmlns:a16="http://schemas.microsoft.com/office/drawing/2014/main" id="{0823FBD1-61DE-E32D-4691-B795ACA92DCE}"/>
              </a:ext>
            </a:extLst>
          </p:cNvPr>
          <p:cNvSpPr>
            <a:spLocks noChangeShapeType="1"/>
          </p:cNvSpPr>
          <p:nvPr/>
        </p:nvSpPr>
        <p:spPr bwMode="auto">
          <a:xfrm>
            <a:off x="6824663" y="6437313"/>
            <a:ext cx="1944687"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622" name="Line 39">
            <a:extLst>
              <a:ext uri="{FF2B5EF4-FFF2-40B4-BE49-F238E27FC236}">
                <a16:creationId xmlns:a16="http://schemas.microsoft.com/office/drawing/2014/main" id="{EDA4C360-D422-6EE8-AD6B-58A800641321}"/>
              </a:ext>
            </a:extLst>
          </p:cNvPr>
          <p:cNvSpPr>
            <a:spLocks noChangeShapeType="1"/>
          </p:cNvSpPr>
          <p:nvPr/>
        </p:nvSpPr>
        <p:spPr bwMode="auto">
          <a:xfrm>
            <a:off x="7689850" y="5429250"/>
            <a:ext cx="0" cy="287338"/>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623" name="Text Box 40">
            <a:extLst>
              <a:ext uri="{FF2B5EF4-FFF2-40B4-BE49-F238E27FC236}">
                <a16:creationId xmlns:a16="http://schemas.microsoft.com/office/drawing/2014/main" id="{8F566781-7B27-59BE-19AE-F6C4B8B038EB}"/>
              </a:ext>
            </a:extLst>
          </p:cNvPr>
          <p:cNvSpPr txBox="1">
            <a:spLocks noChangeArrowheads="1"/>
          </p:cNvSpPr>
          <p:nvPr/>
        </p:nvSpPr>
        <p:spPr bwMode="auto">
          <a:xfrm>
            <a:off x="7308850" y="6364288"/>
            <a:ext cx="6445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400"/>
              <a:t>NULL</a:t>
            </a:r>
          </a:p>
        </p:txBody>
      </p:sp>
      <p:cxnSp>
        <p:nvCxnSpPr>
          <p:cNvPr id="37" name="直接连接符 36">
            <a:extLst>
              <a:ext uri="{FF2B5EF4-FFF2-40B4-BE49-F238E27FC236}">
                <a16:creationId xmlns:a16="http://schemas.microsoft.com/office/drawing/2014/main" id="{B12EB79F-6AEB-F704-8B24-F0A00A03E539}"/>
              </a:ext>
            </a:extLst>
          </p:cNvPr>
          <p:cNvCxnSpPr>
            <a:cxnSpLocks noChangeShapeType="1"/>
          </p:cNvCxnSpPr>
          <p:nvPr/>
        </p:nvCxnSpPr>
        <p:spPr bwMode="auto">
          <a:xfrm rot="5400000">
            <a:off x="5616575" y="4329113"/>
            <a:ext cx="647700" cy="0"/>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39" name="直接箭头连接符 38">
            <a:extLst>
              <a:ext uri="{FF2B5EF4-FFF2-40B4-BE49-F238E27FC236}">
                <a16:creationId xmlns:a16="http://schemas.microsoft.com/office/drawing/2014/main" id="{17CD7956-890E-7F55-A9F5-FADF27F63354}"/>
              </a:ext>
            </a:extLst>
          </p:cNvPr>
          <p:cNvCxnSpPr>
            <a:cxnSpLocks noChangeShapeType="1"/>
          </p:cNvCxnSpPr>
          <p:nvPr/>
        </p:nvCxnSpPr>
        <p:spPr bwMode="auto">
          <a:xfrm>
            <a:off x="5940425" y="4652963"/>
            <a:ext cx="863600" cy="1587"/>
          </a:xfrm>
          <a:prstGeom prst="straightConnector1">
            <a:avLst/>
          </a:prstGeom>
          <a:noFill/>
          <a:ln w="9525" algn="ctr">
            <a:solidFill>
              <a:schemeClr val="tx1"/>
            </a:solidFill>
            <a:miter lim="800000"/>
            <a:headEnd/>
            <a:tailEnd type="arrow" w="med" len="med"/>
          </a:ln>
          <a:extLst>
            <a:ext uri="{909E8E84-426E-40DD-AFC4-6F175D3DCCD1}">
              <a14:hiddenFill xmlns:a14="http://schemas.microsoft.com/office/drawing/2010/main">
                <a:noFill/>
              </a14:hiddenFill>
            </a:ext>
          </a:extLst>
        </p:spPr>
      </p:cxnSp>
      <p:sp>
        <p:nvSpPr>
          <p:cNvPr id="40" name="矩形 39">
            <a:extLst>
              <a:ext uri="{FF2B5EF4-FFF2-40B4-BE49-F238E27FC236}">
                <a16:creationId xmlns:a16="http://schemas.microsoft.com/office/drawing/2014/main" id="{4BC9C671-7A8E-6DD9-059A-876A59F4FBEB}"/>
              </a:ext>
            </a:extLst>
          </p:cNvPr>
          <p:cNvSpPr>
            <a:spLocks noChangeArrowheads="1"/>
          </p:cNvSpPr>
          <p:nvPr/>
        </p:nvSpPr>
        <p:spPr bwMode="auto">
          <a:xfrm>
            <a:off x="6804025" y="3933825"/>
            <a:ext cx="1944688" cy="647700"/>
          </a:xfrm>
          <a:prstGeom prst="rect">
            <a:avLst/>
          </a:prstGeom>
          <a:solidFill>
            <a:schemeClr val="accent1"/>
          </a:solidFill>
          <a:ln w="9525" algn="ctr">
            <a:solidFill>
              <a:schemeClr val="tx1"/>
            </a:solidFill>
            <a:miter lim="800000"/>
            <a:headEnd/>
            <a:tailEnd/>
          </a:ln>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8939" name="矩形 26">
            <a:extLst>
              <a:ext uri="{FF2B5EF4-FFF2-40B4-BE49-F238E27FC236}">
                <a16:creationId xmlns:a16="http://schemas.microsoft.com/office/drawing/2014/main" id="{BCB00ED3-D807-6AEB-030D-D724292B9728}"/>
              </a:ext>
            </a:extLst>
          </p:cNvPr>
          <p:cNvSpPr>
            <a:spLocks noChangeArrowheads="1"/>
          </p:cNvSpPr>
          <p:nvPr/>
        </p:nvSpPr>
        <p:spPr bwMode="auto">
          <a:xfrm>
            <a:off x="7451725" y="3284538"/>
            <a:ext cx="865188" cy="4318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cxnSp>
        <p:nvCxnSpPr>
          <p:cNvPr id="29" name="直接箭头连接符 28">
            <a:extLst>
              <a:ext uri="{FF2B5EF4-FFF2-40B4-BE49-F238E27FC236}">
                <a16:creationId xmlns:a16="http://schemas.microsoft.com/office/drawing/2014/main" id="{DADB2030-8824-974D-B251-77F54C091EDD}"/>
              </a:ext>
            </a:extLst>
          </p:cNvPr>
          <p:cNvCxnSpPr>
            <a:cxnSpLocks noChangeShapeType="1"/>
          </p:cNvCxnSpPr>
          <p:nvPr/>
        </p:nvCxnSpPr>
        <p:spPr bwMode="auto">
          <a:xfrm rot="5400000">
            <a:off x="7669213" y="3717925"/>
            <a:ext cx="431800" cy="0"/>
          </a:xfrm>
          <a:prstGeom prst="straightConnector1">
            <a:avLst/>
          </a:prstGeom>
          <a:noFill/>
          <a:ln w="9525" algn="ctr">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8941" name="TextBox 30">
            <a:extLst>
              <a:ext uri="{FF2B5EF4-FFF2-40B4-BE49-F238E27FC236}">
                <a16:creationId xmlns:a16="http://schemas.microsoft.com/office/drawing/2014/main" id="{E4F7144D-4F4F-16A1-5ED2-326A829FF522}"/>
              </a:ext>
            </a:extLst>
          </p:cNvPr>
          <p:cNvSpPr txBox="1">
            <a:spLocks noChangeArrowheads="1"/>
          </p:cNvSpPr>
          <p:nvPr/>
        </p:nvSpPr>
        <p:spPr bwMode="auto">
          <a:xfrm>
            <a:off x="6948488" y="3284538"/>
            <a:ext cx="4333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solidFill>
                  <a:srgbClr val="FFC000"/>
                </a:solidFill>
              </a:rPr>
              <a:t>p</a:t>
            </a:r>
            <a:r>
              <a:rPr lang="en-US" altLang="zh-CN" sz="1800"/>
              <a:t>:</a:t>
            </a:r>
            <a:endParaRPr lang="zh-CN" altLang="en-US"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98339">
                                            <p:txEl>
                                              <p:pRg st="10" end="10"/>
                                            </p:txEl>
                                          </p:spTgt>
                                        </p:tgtEl>
                                        <p:attrNameLst>
                                          <p:attrName>style.visibility</p:attrName>
                                        </p:attrNameLst>
                                      </p:cBhvr>
                                      <p:to>
                                        <p:strVal val="visible"/>
                                      </p:to>
                                    </p:set>
                                    <p:anim calcmode="lin" valueType="num">
                                      <p:cBhvr additive="base">
                                        <p:cTn id="7" dur="500" fill="hold"/>
                                        <p:tgtEl>
                                          <p:spTgt spid="398339">
                                            <p:txEl>
                                              <p:pRg st="10" end="1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8339">
                                            <p:txEl>
                                              <p:pRg st="10" end="1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98339">
                                            <p:txEl>
                                              <p:pRg st="11" end="11"/>
                                            </p:txEl>
                                          </p:spTgt>
                                        </p:tgtEl>
                                        <p:attrNameLst>
                                          <p:attrName>style.visibility</p:attrName>
                                        </p:attrNameLst>
                                      </p:cBhvr>
                                      <p:to>
                                        <p:strVal val="visible"/>
                                      </p:to>
                                    </p:set>
                                    <p:anim calcmode="lin" valueType="num">
                                      <p:cBhvr additive="base">
                                        <p:cTn id="11" dur="500" fill="hold"/>
                                        <p:tgtEl>
                                          <p:spTgt spid="398339">
                                            <p:txEl>
                                              <p:pRg st="11" end="1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98339">
                                            <p:txEl>
                                              <p:pRg st="11" end="1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98339">
                                            <p:txEl>
                                              <p:pRg st="12" end="12"/>
                                            </p:txEl>
                                          </p:spTgt>
                                        </p:tgtEl>
                                        <p:attrNameLst>
                                          <p:attrName>style.visibility</p:attrName>
                                        </p:attrNameLst>
                                      </p:cBhvr>
                                      <p:to>
                                        <p:strVal val="visible"/>
                                      </p:to>
                                    </p:set>
                                    <p:anim calcmode="lin" valueType="num">
                                      <p:cBhvr additive="base">
                                        <p:cTn id="15" dur="500" fill="hold"/>
                                        <p:tgtEl>
                                          <p:spTgt spid="398339">
                                            <p:txEl>
                                              <p:pRg st="12" end="1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98339">
                                            <p:txEl>
                                              <p:pRg st="12" end="1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98339">
                                            <p:txEl>
                                              <p:pRg st="13" end="13"/>
                                            </p:txEl>
                                          </p:spTgt>
                                        </p:tgtEl>
                                        <p:attrNameLst>
                                          <p:attrName>style.visibility</p:attrName>
                                        </p:attrNameLst>
                                      </p:cBhvr>
                                      <p:to>
                                        <p:strVal val="visible"/>
                                      </p:to>
                                    </p:set>
                                    <p:anim calcmode="lin" valueType="num">
                                      <p:cBhvr additive="base">
                                        <p:cTn id="19" dur="500" fill="hold"/>
                                        <p:tgtEl>
                                          <p:spTgt spid="398339">
                                            <p:txEl>
                                              <p:pRg st="13" end="1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98339">
                                            <p:txEl>
                                              <p:pRg st="13" end="1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98339">
                                            <p:txEl>
                                              <p:pRg st="14" end="14"/>
                                            </p:txEl>
                                          </p:spTgt>
                                        </p:tgtEl>
                                        <p:attrNameLst>
                                          <p:attrName>style.visibility</p:attrName>
                                        </p:attrNameLst>
                                      </p:cBhvr>
                                      <p:to>
                                        <p:strVal val="visible"/>
                                      </p:to>
                                    </p:set>
                                    <p:anim calcmode="lin" valueType="num">
                                      <p:cBhvr additive="base">
                                        <p:cTn id="23" dur="500" fill="hold"/>
                                        <p:tgtEl>
                                          <p:spTgt spid="398339">
                                            <p:txEl>
                                              <p:pRg st="14" end="1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98339">
                                            <p:txEl>
                                              <p:pRg st="14" end="1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additive="base">
                                        <p:cTn id="27" dur="500" fill="hold"/>
                                        <p:tgtEl>
                                          <p:spTgt spid="29"/>
                                        </p:tgtEl>
                                        <p:attrNameLst>
                                          <p:attrName>ppt_x</p:attrName>
                                        </p:attrNameLst>
                                      </p:cBhvr>
                                      <p:tavLst>
                                        <p:tav tm="0">
                                          <p:val>
                                            <p:strVal val="#ppt_x"/>
                                          </p:val>
                                        </p:tav>
                                        <p:tav tm="100000">
                                          <p:val>
                                            <p:strVal val="#ppt_x"/>
                                          </p:val>
                                        </p:tav>
                                      </p:tavLst>
                                    </p:anim>
                                    <p:anim calcmode="lin" valueType="num">
                                      <p:cBhvr additive="base">
                                        <p:cTn id="28" dur="500" fill="hold"/>
                                        <p:tgtEl>
                                          <p:spTgt spid="2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8941"/>
                                        </p:tgtEl>
                                        <p:attrNameLst>
                                          <p:attrName>style.visibility</p:attrName>
                                        </p:attrNameLst>
                                      </p:cBhvr>
                                      <p:to>
                                        <p:strVal val="visible"/>
                                      </p:to>
                                    </p:set>
                                    <p:anim calcmode="lin" valueType="num">
                                      <p:cBhvr additive="base">
                                        <p:cTn id="31" dur="500" fill="hold"/>
                                        <p:tgtEl>
                                          <p:spTgt spid="38941"/>
                                        </p:tgtEl>
                                        <p:attrNameLst>
                                          <p:attrName>ppt_x</p:attrName>
                                        </p:attrNameLst>
                                      </p:cBhvr>
                                      <p:tavLst>
                                        <p:tav tm="0">
                                          <p:val>
                                            <p:strVal val="#ppt_x"/>
                                          </p:val>
                                        </p:tav>
                                        <p:tav tm="100000">
                                          <p:val>
                                            <p:strVal val="#ppt_x"/>
                                          </p:val>
                                        </p:tav>
                                      </p:tavLst>
                                    </p:anim>
                                    <p:anim calcmode="lin" valueType="num">
                                      <p:cBhvr additive="base">
                                        <p:cTn id="32" dur="500" fill="hold"/>
                                        <p:tgtEl>
                                          <p:spTgt spid="38941"/>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8939"/>
                                        </p:tgtEl>
                                        <p:attrNameLst>
                                          <p:attrName>style.visibility</p:attrName>
                                        </p:attrNameLst>
                                      </p:cBhvr>
                                      <p:to>
                                        <p:strVal val="visible"/>
                                      </p:to>
                                    </p:set>
                                    <p:anim calcmode="lin" valueType="num">
                                      <p:cBhvr additive="base">
                                        <p:cTn id="35" dur="500" fill="hold"/>
                                        <p:tgtEl>
                                          <p:spTgt spid="38939"/>
                                        </p:tgtEl>
                                        <p:attrNameLst>
                                          <p:attrName>ppt_x</p:attrName>
                                        </p:attrNameLst>
                                      </p:cBhvr>
                                      <p:tavLst>
                                        <p:tav tm="0">
                                          <p:val>
                                            <p:strVal val="#ppt_x"/>
                                          </p:val>
                                        </p:tav>
                                        <p:tav tm="100000">
                                          <p:val>
                                            <p:strVal val="#ppt_x"/>
                                          </p:val>
                                        </p:tav>
                                      </p:tavLst>
                                    </p:anim>
                                    <p:anim calcmode="lin" valueType="num">
                                      <p:cBhvr additive="base">
                                        <p:cTn id="36" dur="500" fill="hold"/>
                                        <p:tgtEl>
                                          <p:spTgt spid="38939"/>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7"/>
                                        </p:tgtEl>
                                        <p:attrNameLst>
                                          <p:attrName>style.visibility</p:attrName>
                                        </p:attrNameLst>
                                      </p:cBhvr>
                                      <p:to>
                                        <p:strVal val="visible"/>
                                      </p:to>
                                    </p:set>
                                    <p:anim calcmode="lin" valueType="num">
                                      <p:cBhvr additive="base">
                                        <p:cTn id="39" dur="500" fill="hold"/>
                                        <p:tgtEl>
                                          <p:spTgt spid="37"/>
                                        </p:tgtEl>
                                        <p:attrNameLst>
                                          <p:attrName>ppt_x</p:attrName>
                                        </p:attrNameLst>
                                      </p:cBhvr>
                                      <p:tavLst>
                                        <p:tav tm="0">
                                          <p:val>
                                            <p:strVal val="#ppt_x"/>
                                          </p:val>
                                        </p:tav>
                                        <p:tav tm="100000">
                                          <p:val>
                                            <p:strVal val="#ppt_x"/>
                                          </p:val>
                                        </p:tav>
                                      </p:tavLst>
                                    </p:anim>
                                    <p:anim calcmode="lin" valueType="num">
                                      <p:cBhvr additive="base">
                                        <p:cTn id="40" dur="500" fill="hold"/>
                                        <p:tgtEl>
                                          <p:spTgt spid="37"/>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9"/>
                                        </p:tgtEl>
                                        <p:attrNameLst>
                                          <p:attrName>style.visibility</p:attrName>
                                        </p:attrNameLst>
                                      </p:cBhvr>
                                      <p:to>
                                        <p:strVal val="visible"/>
                                      </p:to>
                                    </p:set>
                                    <p:anim calcmode="lin" valueType="num">
                                      <p:cBhvr additive="base">
                                        <p:cTn id="43" dur="500" fill="hold"/>
                                        <p:tgtEl>
                                          <p:spTgt spid="39"/>
                                        </p:tgtEl>
                                        <p:attrNameLst>
                                          <p:attrName>ppt_x</p:attrName>
                                        </p:attrNameLst>
                                      </p:cBhvr>
                                      <p:tavLst>
                                        <p:tav tm="0">
                                          <p:val>
                                            <p:strVal val="#ppt_x"/>
                                          </p:val>
                                        </p:tav>
                                        <p:tav tm="100000">
                                          <p:val>
                                            <p:strVal val="#ppt_x"/>
                                          </p:val>
                                        </p:tav>
                                      </p:tavLst>
                                    </p:anim>
                                    <p:anim calcmode="lin" valueType="num">
                                      <p:cBhvr additive="base">
                                        <p:cTn id="44" dur="500" fill="hold"/>
                                        <p:tgtEl>
                                          <p:spTgt spid="39"/>
                                        </p:tgtEl>
                                        <p:attrNameLst>
                                          <p:attrName>ppt_y</p:attrName>
                                        </p:attrNameLst>
                                      </p:cBhvr>
                                      <p:tavLst>
                                        <p:tav tm="0">
                                          <p:val>
                                            <p:strVal val="1+#ppt_h/2"/>
                                          </p:val>
                                        </p:tav>
                                        <p:tav tm="100000">
                                          <p:val>
                                            <p:strVal val="#ppt_y"/>
                                          </p:val>
                                        </p:tav>
                                      </p:tavLst>
                                    </p:anim>
                                  </p:childTnLst>
                                </p:cTn>
                              </p:par>
                              <p:par>
                                <p:cTn id="45" presetID="2" presetClass="exit" presetSubtype="4" fill="hold" nodeType="withEffect">
                                  <p:stCondLst>
                                    <p:cond delay="0"/>
                                  </p:stCondLst>
                                  <p:childTnLst>
                                    <p:anim calcmode="lin" valueType="num">
                                      <p:cBhvr additive="base">
                                        <p:cTn id="46" dur="500"/>
                                        <p:tgtEl>
                                          <p:spTgt spid="37892"/>
                                        </p:tgtEl>
                                        <p:attrNameLst>
                                          <p:attrName>ppt_x</p:attrName>
                                        </p:attrNameLst>
                                      </p:cBhvr>
                                      <p:tavLst>
                                        <p:tav tm="0">
                                          <p:val>
                                            <p:strVal val="ppt_x"/>
                                          </p:val>
                                        </p:tav>
                                        <p:tav tm="100000">
                                          <p:val>
                                            <p:strVal val="ppt_x"/>
                                          </p:val>
                                        </p:tav>
                                      </p:tavLst>
                                    </p:anim>
                                    <p:anim calcmode="lin" valueType="num">
                                      <p:cBhvr additive="base">
                                        <p:cTn id="47" dur="500"/>
                                        <p:tgtEl>
                                          <p:spTgt spid="37892"/>
                                        </p:tgtEl>
                                        <p:attrNameLst>
                                          <p:attrName>ppt_y</p:attrName>
                                        </p:attrNameLst>
                                      </p:cBhvr>
                                      <p:tavLst>
                                        <p:tav tm="0">
                                          <p:val>
                                            <p:strVal val="ppt_y"/>
                                          </p:val>
                                        </p:tav>
                                        <p:tav tm="100000">
                                          <p:val>
                                            <p:strVal val="1+ppt_h/2"/>
                                          </p:val>
                                        </p:tav>
                                      </p:tavLst>
                                    </p:anim>
                                    <p:set>
                                      <p:cBhvr>
                                        <p:cTn id="48" dur="1" fill="hold">
                                          <p:stCondLst>
                                            <p:cond delay="499"/>
                                          </p:stCondLst>
                                        </p:cTn>
                                        <p:tgtEl>
                                          <p:spTgt spid="37892"/>
                                        </p:tgtEl>
                                        <p:attrNameLst>
                                          <p:attrName>style.visibility</p:attrName>
                                        </p:attrNameLst>
                                      </p:cBhvr>
                                      <p:to>
                                        <p:strVal val="hidden"/>
                                      </p:to>
                                    </p:set>
                                  </p:childTnLst>
                                </p:cTn>
                              </p:par>
                              <p:par>
                                <p:cTn id="49" presetID="2" presetClass="entr" presetSubtype="4" fill="hold" nodeType="withEffect">
                                  <p:stCondLst>
                                    <p:cond delay="0"/>
                                  </p:stCondLst>
                                  <p:childTnLst>
                                    <p:set>
                                      <p:cBhvr>
                                        <p:cTn id="50" dur="1" fill="hold">
                                          <p:stCondLst>
                                            <p:cond delay="0"/>
                                          </p:stCondLst>
                                        </p:cTn>
                                        <p:tgtEl>
                                          <p:spTgt spid="40"/>
                                        </p:tgtEl>
                                        <p:attrNameLst>
                                          <p:attrName>style.visibility</p:attrName>
                                        </p:attrNameLst>
                                      </p:cBhvr>
                                      <p:to>
                                        <p:strVal val="visible"/>
                                      </p:to>
                                    </p:set>
                                    <p:anim calcmode="lin" valueType="num">
                                      <p:cBhvr additive="base">
                                        <p:cTn id="51" dur="500" fill="hold"/>
                                        <p:tgtEl>
                                          <p:spTgt spid="40"/>
                                        </p:tgtEl>
                                        <p:attrNameLst>
                                          <p:attrName>ppt_x</p:attrName>
                                        </p:attrNameLst>
                                      </p:cBhvr>
                                      <p:tavLst>
                                        <p:tav tm="0">
                                          <p:val>
                                            <p:strVal val="#ppt_x"/>
                                          </p:val>
                                        </p:tav>
                                        <p:tav tm="100000">
                                          <p:val>
                                            <p:strVal val="#ppt_x"/>
                                          </p:val>
                                        </p:tav>
                                      </p:tavLst>
                                    </p:anim>
                                    <p:anim calcmode="lin" valueType="num">
                                      <p:cBhvr additive="base">
                                        <p:cTn id="52" dur="500" fill="hold"/>
                                        <p:tgtEl>
                                          <p:spTgt spid="40"/>
                                        </p:tgtEl>
                                        <p:attrNameLst>
                                          <p:attrName>ppt_y</p:attrName>
                                        </p:attrNameLst>
                                      </p:cBhvr>
                                      <p:tavLst>
                                        <p:tav tm="0">
                                          <p:val>
                                            <p:strVal val="1+#ppt_h/2"/>
                                          </p:val>
                                        </p:tav>
                                        <p:tav tm="100000">
                                          <p:val>
                                            <p:strVal val="#ppt_y"/>
                                          </p:val>
                                        </p:tav>
                                      </p:tavLst>
                                    </p:anim>
                                  </p:childTnLst>
                                </p:cTn>
                              </p:par>
                              <p:par>
                                <p:cTn id="53" presetID="2" presetClass="exit" presetSubtype="4" fill="hold" nodeType="withEffect">
                                  <p:stCondLst>
                                    <p:cond delay="0"/>
                                  </p:stCondLst>
                                  <p:childTnLst>
                                    <p:anim calcmode="lin" valueType="num">
                                      <p:cBhvr additive="base">
                                        <p:cTn id="54" dur="500"/>
                                        <p:tgtEl>
                                          <p:spTgt spid="37905"/>
                                        </p:tgtEl>
                                        <p:attrNameLst>
                                          <p:attrName>ppt_x</p:attrName>
                                        </p:attrNameLst>
                                      </p:cBhvr>
                                      <p:tavLst>
                                        <p:tav tm="0">
                                          <p:val>
                                            <p:strVal val="ppt_x"/>
                                          </p:val>
                                        </p:tav>
                                        <p:tav tm="100000">
                                          <p:val>
                                            <p:strVal val="ppt_x"/>
                                          </p:val>
                                        </p:tav>
                                      </p:tavLst>
                                    </p:anim>
                                    <p:anim calcmode="lin" valueType="num">
                                      <p:cBhvr additive="base">
                                        <p:cTn id="55" dur="500"/>
                                        <p:tgtEl>
                                          <p:spTgt spid="37905"/>
                                        </p:tgtEl>
                                        <p:attrNameLst>
                                          <p:attrName>ppt_y</p:attrName>
                                        </p:attrNameLst>
                                      </p:cBhvr>
                                      <p:tavLst>
                                        <p:tav tm="0">
                                          <p:val>
                                            <p:strVal val="ppt_y"/>
                                          </p:val>
                                        </p:tav>
                                        <p:tav tm="100000">
                                          <p:val>
                                            <p:strVal val="1+ppt_h/2"/>
                                          </p:val>
                                        </p:tav>
                                      </p:tavLst>
                                    </p:anim>
                                    <p:set>
                                      <p:cBhvr>
                                        <p:cTn id="56" dur="1" fill="hold">
                                          <p:stCondLst>
                                            <p:cond delay="499"/>
                                          </p:stCondLst>
                                        </p:cTn>
                                        <p:tgtEl>
                                          <p:spTgt spid="37905"/>
                                        </p:tgtEl>
                                        <p:attrNameLst>
                                          <p:attrName>style.visibility</p:attrName>
                                        </p:attrNameLst>
                                      </p:cBhvr>
                                      <p:to>
                                        <p:strVal val="hidden"/>
                                      </p:to>
                                    </p:set>
                                  </p:childTnLst>
                                </p:cTn>
                              </p:par>
                              <p:par>
                                <p:cTn id="57" presetID="2" presetClass="exit" presetSubtype="4" fill="hold" nodeType="withEffect">
                                  <p:stCondLst>
                                    <p:cond delay="0"/>
                                  </p:stCondLst>
                                  <p:childTnLst>
                                    <p:anim calcmode="lin" valueType="num">
                                      <p:cBhvr additive="base">
                                        <p:cTn id="58" dur="500"/>
                                        <p:tgtEl>
                                          <p:spTgt spid="37906"/>
                                        </p:tgtEl>
                                        <p:attrNameLst>
                                          <p:attrName>ppt_x</p:attrName>
                                        </p:attrNameLst>
                                      </p:cBhvr>
                                      <p:tavLst>
                                        <p:tav tm="0">
                                          <p:val>
                                            <p:strVal val="ppt_x"/>
                                          </p:val>
                                        </p:tav>
                                        <p:tav tm="100000">
                                          <p:val>
                                            <p:strVal val="ppt_x"/>
                                          </p:val>
                                        </p:tav>
                                      </p:tavLst>
                                    </p:anim>
                                    <p:anim calcmode="lin" valueType="num">
                                      <p:cBhvr additive="base">
                                        <p:cTn id="59" dur="500"/>
                                        <p:tgtEl>
                                          <p:spTgt spid="37906"/>
                                        </p:tgtEl>
                                        <p:attrNameLst>
                                          <p:attrName>ppt_y</p:attrName>
                                        </p:attrNameLst>
                                      </p:cBhvr>
                                      <p:tavLst>
                                        <p:tav tm="0">
                                          <p:val>
                                            <p:strVal val="ppt_y"/>
                                          </p:val>
                                        </p:tav>
                                        <p:tav tm="100000">
                                          <p:val>
                                            <p:strVal val="1+ppt_h/2"/>
                                          </p:val>
                                        </p:tav>
                                      </p:tavLst>
                                    </p:anim>
                                    <p:set>
                                      <p:cBhvr>
                                        <p:cTn id="60" dur="1" fill="hold">
                                          <p:stCondLst>
                                            <p:cond delay="499"/>
                                          </p:stCondLst>
                                        </p:cTn>
                                        <p:tgtEl>
                                          <p:spTgt spid="37906"/>
                                        </p:tgtEl>
                                        <p:attrNameLst>
                                          <p:attrName>style.visibility</p:attrName>
                                        </p:attrNameLst>
                                      </p:cBhvr>
                                      <p:to>
                                        <p:strVal val="hidden"/>
                                      </p:to>
                                    </p:set>
                                  </p:childTnLst>
                                </p:cTn>
                              </p:par>
                              <p:par>
                                <p:cTn id="61" presetID="2" presetClass="exit" presetSubtype="4" fill="hold" nodeType="withEffect">
                                  <p:stCondLst>
                                    <p:cond delay="0"/>
                                  </p:stCondLst>
                                  <p:childTnLst>
                                    <p:anim calcmode="lin" valueType="num">
                                      <p:cBhvr additive="base">
                                        <p:cTn id="62" dur="500"/>
                                        <p:tgtEl>
                                          <p:spTgt spid="37907"/>
                                        </p:tgtEl>
                                        <p:attrNameLst>
                                          <p:attrName>ppt_x</p:attrName>
                                        </p:attrNameLst>
                                      </p:cBhvr>
                                      <p:tavLst>
                                        <p:tav tm="0">
                                          <p:val>
                                            <p:strVal val="ppt_x"/>
                                          </p:val>
                                        </p:tav>
                                        <p:tav tm="100000">
                                          <p:val>
                                            <p:strVal val="ppt_x"/>
                                          </p:val>
                                        </p:tav>
                                      </p:tavLst>
                                    </p:anim>
                                    <p:anim calcmode="lin" valueType="num">
                                      <p:cBhvr additive="base">
                                        <p:cTn id="63" dur="500"/>
                                        <p:tgtEl>
                                          <p:spTgt spid="37907"/>
                                        </p:tgtEl>
                                        <p:attrNameLst>
                                          <p:attrName>ppt_y</p:attrName>
                                        </p:attrNameLst>
                                      </p:cBhvr>
                                      <p:tavLst>
                                        <p:tav tm="0">
                                          <p:val>
                                            <p:strVal val="ppt_y"/>
                                          </p:val>
                                        </p:tav>
                                        <p:tav tm="100000">
                                          <p:val>
                                            <p:strVal val="1+ppt_h/2"/>
                                          </p:val>
                                        </p:tav>
                                      </p:tavLst>
                                    </p:anim>
                                    <p:set>
                                      <p:cBhvr>
                                        <p:cTn id="64" dur="1" fill="hold">
                                          <p:stCondLst>
                                            <p:cond delay="499"/>
                                          </p:stCondLst>
                                        </p:cTn>
                                        <p:tgtEl>
                                          <p:spTgt spid="3790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39" grpId="0" animBg="1"/>
      <p:bldP spid="3894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3" name="Rectangle 3">
            <a:extLst>
              <a:ext uri="{FF2B5EF4-FFF2-40B4-BE49-F238E27FC236}">
                <a16:creationId xmlns:a16="http://schemas.microsoft.com/office/drawing/2014/main" id="{6D76E82A-91E5-524C-541E-3183C7418882}"/>
              </a:ext>
            </a:extLst>
          </p:cNvPr>
          <p:cNvSpPr>
            <a:spLocks noGrp="1" noChangeArrowheads="1"/>
          </p:cNvSpPr>
          <p:nvPr>
            <p:ph type="body" idx="1"/>
          </p:nvPr>
        </p:nvSpPr>
        <p:spPr>
          <a:xfrm>
            <a:off x="395288" y="188913"/>
            <a:ext cx="8229600" cy="2994025"/>
          </a:xfrm>
        </p:spPr>
        <p:txBody>
          <a:bodyPr>
            <a:noAutofit/>
          </a:bodyPr>
          <a:lstStyle/>
          <a:p>
            <a:pPr eaLnBrk="1" hangingPunct="1">
              <a:lnSpc>
                <a:spcPct val="80000"/>
              </a:lnSpc>
              <a:buFont typeface="Wingdings" panose="05000000000000000000" pitchFamily="2" charset="2"/>
              <a:buNone/>
              <a:defRPr/>
            </a:pPr>
            <a:r>
              <a:rPr lang="en-GB" altLang="zh-CN" sz="2400" dirty="0"/>
              <a:t>void A::</a:t>
            </a:r>
            <a:r>
              <a:rPr lang="en-GB" altLang="zh-CN" sz="2400" dirty="0">
                <a:solidFill>
                  <a:srgbClr val="FFC000"/>
                </a:solidFill>
              </a:rPr>
              <a:t>operator delete</a:t>
            </a:r>
            <a:r>
              <a:rPr lang="en-GB" altLang="zh-CN" sz="2400" dirty="0"/>
              <a:t>(void *p)</a:t>
            </a:r>
          </a:p>
          <a:p>
            <a:pPr eaLnBrk="1" hangingPunct="1">
              <a:lnSpc>
                <a:spcPct val="80000"/>
              </a:lnSpc>
              <a:buFont typeface="Wingdings" panose="05000000000000000000" pitchFamily="2" charset="2"/>
              <a:buNone/>
              <a:defRPr/>
            </a:pPr>
            <a:r>
              <a:rPr lang="en-GB" altLang="zh-CN" sz="2400" dirty="0"/>
              <a:t>{	//</a:t>
            </a:r>
            <a:r>
              <a:rPr lang="zh-CN" altLang="en-US" sz="2400" dirty="0"/>
              <a:t>把</a:t>
            </a:r>
            <a:r>
              <a:rPr lang="en-US" altLang="zh-CN" sz="2400" dirty="0"/>
              <a:t>p</a:t>
            </a:r>
            <a:r>
              <a:rPr lang="zh-CN" altLang="en-US" sz="2400" dirty="0"/>
              <a:t>指向的空间还到自由空间链表中</a:t>
            </a:r>
            <a:endParaRPr lang="en-GB" altLang="zh-CN" sz="2400" dirty="0"/>
          </a:p>
          <a:p>
            <a:pPr eaLnBrk="1" hangingPunct="1">
              <a:lnSpc>
                <a:spcPct val="80000"/>
              </a:lnSpc>
              <a:buFont typeface="Wingdings" panose="05000000000000000000" pitchFamily="2" charset="2"/>
              <a:buNone/>
              <a:defRPr/>
            </a:pPr>
            <a:r>
              <a:rPr lang="en-GB" altLang="zh-CN" sz="2400" dirty="0"/>
              <a:t>   ((A *)p)-&gt;next = </a:t>
            </a:r>
            <a:r>
              <a:rPr lang="en-GB" altLang="zh-CN" sz="2400" dirty="0" err="1"/>
              <a:t>p_free</a:t>
            </a:r>
            <a:r>
              <a:rPr lang="en-GB" altLang="zh-CN" sz="2400" dirty="0"/>
              <a:t>;</a:t>
            </a:r>
          </a:p>
          <a:p>
            <a:pPr eaLnBrk="1" hangingPunct="1">
              <a:lnSpc>
                <a:spcPct val="80000"/>
              </a:lnSpc>
              <a:buFont typeface="Wingdings" panose="05000000000000000000" pitchFamily="2" charset="2"/>
              <a:buNone/>
              <a:defRPr/>
            </a:pPr>
            <a:r>
              <a:rPr lang="en-GB" altLang="zh-CN" sz="2400" dirty="0"/>
              <a:t>	</a:t>
            </a:r>
            <a:r>
              <a:rPr lang="en-GB" altLang="zh-CN" sz="2400" dirty="0" err="1"/>
              <a:t>p_free</a:t>
            </a:r>
            <a:r>
              <a:rPr lang="en-GB" altLang="zh-CN" sz="2400" dirty="0"/>
              <a:t> = (A *)p;</a:t>
            </a:r>
          </a:p>
          <a:p>
            <a:pPr eaLnBrk="1" hangingPunct="1">
              <a:lnSpc>
                <a:spcPct val="80000"/>
              </a:lnSpc>
              <a:buFont typeface="Wingdings" panose="05000000000000000000" pitchFamily="2" charset="2"/>
              <a:buNone/>
              <a:defRPr/>
            </a:pPr>
            <a:r>
              <a:rPr lang="en-GB" altLang="zh-CN" sz="2400" dirty="0"/>
              <a:t>}</a:t>
            </a:r>
          </a:p>
          <a:p>
            <a:pPr eaLnBrk="1" hangingPunct="1">
              <a:lnSpc>
                <a:spcPct val="80000"/>
              </a:lnSpc>
              <a:buFont typeface="Wingdings" panose="05000000000000000000" pitchFamily="2" charset="2"/>
              <a:buNone/>
              <a:defRPr/>
            </a:pPr>
            <a:r>
              <a:rPr lang="en-GB" altLang="zh-CN" sz="2400" dirty="0"/>
              <a:t>A *q1=new A;</a:t>
            </a:r>
          </a:p>
          <a:p>
            <a:pPr eaLnBrk="1" hangingPunct="1">
              <a:lnSpc>
                <a:spcPct val="80000"/>
              </a:lnSpc>
              <a:buFont typeface="Wingdings" panose="05000000000000000000" pitchFamily="2" charset="2"/>
              <a:buNone/>
              <a:defRPr/>
            </a:pPr>
            <a:r>
              <a:rPr lang="en-GB" altLang="zh-CN" sz="2400" dirty="0"/>
              <a:t>A *q2=new A;</a:t>
            </a:r>
          </a:p>
          <a:p>
            <a:pPr eaLnBrk="1" hangingPunct="1">
              <a:lnSpc>
                <a:spcPct val="80000"/>
              </a:lnSpc>
              <a:buFont typeface="Wingdings" panose="05000000000000000000" pitchFamily="2" charset="2"/>
              <a:buNone/>
              <a:defRPr/>
            </a:pPr>
            <a:r>
              <a:rPr lang="en-GB" altLang="zh-CN" sz="2400" dirty="0">
                <a:solidFill>
                  <a:srgbClr val="FFC000"/>
                </a:solidFill>
              </a:rPr>
              <a:t>delete q1</a:t>
            </a:r>
            <a:r>
              <a:rPr lang="en-GB" altLang="zh-CN" sz="2400" dirty="0"/>
              <a:t>;</a:t>
            </a:r>
            <a:endParaRPr lang="en-US" altLang="zh-CN" sz="2400" dirty="0"/>
          </a:p>
        </p:txBody>
      </p:sp>
      <p:sp>
        <p:nvSpPr>
          <p:cNvPr id="38915" name="Line 3">
            <a:extLst>
              <a:ext uri="{FF2B5EF4-FFF2-40B4-BE49-F238E27FC236}">
                <a16:creationId xmlns:a16="http://schemas.microsoft.com/office/drawing/2014/main" id="{FA85E926-3B32-C3DF-89CD-39D038E70A53}"/>
              </a:ext>
            </a:extLst>
          </p:cNvPr>
          <p:cNvSpPr>
            <a:spLocks noChangeShapeType="1"/>
          </p:cNvSpPr>
          <p:nvPr/>
        </p:nvSpPr>
        <p:spPr bwMode="auto">
          <a:xfrm flipH="1" flipV="1">
            <a:off x="2751138" y="3856038"/>
            <a:ext cx="0" cy="1295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6628" name="Rectangle 6">
            <a:extLst>
              <a:ext uri="{FF2B5EF4-FFF2-40B4-BE49-F238E27FC236}">
                <a16:creationId xmlns:a16="http://schemas.microsoft.com/office/drawing/2014/main" id="{47F5E923-D4CC-BDE5-E552-FA6895EE17A3}"/>
              </a:ext>
            </a:extLst>
          </p:cNvPr>
          <p:cNvSpPr>
            <a:spLocks noChangeArrowheads="1"/>
          </p:cNvSpPr>
          <p:nvPr/>
        </p:nvSpPr>
        <p:spPr bwMode="auto">
          <a:xfrm>
            <a:off x="3621088" y="3686175"/>
            <a:ext cx="1965325" cy="274637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6629" name="Line 7">
            <a:extLst>
              <a:ext uri="{FF2B5EF4-FFF2-40B4-BE49-F238E27FC236}">
                <a16:creationId xmlns:a16="http://schemas.microsoft.com/office/drawing/2014/main" id="{E376D17F-85D8-0C01-DD62-9801C7126A07}"/>
              </a:ext>
            </a:extLst>
          </p:cNvPr>
          <p:cNvSpPr>
            <a:spLocks noChangeShapeType="1"/>
          </p:cNvSpPr>
          <p:nvPr/>
        </p:nvSpPr>
        <p:spPr bwMode="auto">
          <a:xfrm>
            <a:off x="3621088" y="4371975"/>
            <a:ext cx="1965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0" name="Line 8">
            <a:extLst>
              <a:ext uri="{FF2B5EF4-FFF2-40B4-BE49-F238E27FC236}">
                <a16:creationId xmlns:a16="http://schemas.microsoft.com/office/drawing/2014/main" id="{4682C314-C4F5-1708-9630-0515F8F0A92E}"/>
              </a:ext>
            </a:extLst>
          </p:cNvPr>
          <p:cNvSpPr>
            <a:spLocks noChangeShapeType="1"/>
          </p:cNvSpPr>
          <p:nvPr/>
        </p:nvSpPr>
        <p:spPr bwMode="auto">
          <a:xfrm>
            <a:off x="3621088" y="5060950"/>
            <a:ext cx="1965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1" name="Line 9">
            <a:extLst>
              <a:ext uri="{FF2B5EF4-FFF2-40B4-BE49-F238E27FC236}">
                <a16:creationId xmlns:a16="http://schemas.microsoft.com/office/drawing/2014/main" id="{AE08138E-1515-0FD6-B1FB-ED4D18CB0C4D}"/>
              </a:ext>
            </a:extLst>
          </p:cNvPr>
          <p:cNvSpPr>
            <a:spLocks noChangeShapeType="1"/>
          </p:cNvSpPr>
          <p:nvPr/>
        </p:nvSpPr>
        <p:spPr bwMode="auto">
          <a:xfrm>
            <a:off x="3621088" y="5746750"/>
            <a:ext cx="1965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2" name="Line 16">
            <a:extLst>
              <a:ext uri="{FF2B5EF4-FFF2-40B4-BE49-F238E27FC236}">
                <a16:creationId xmlns:a16="http://schemas.microsoft.com/office/drawing/2014/main" id="{B79DC83E-2CCF-6703-4DFE-514A29DF1CDC}"/>
              </a:ext>
            </a:extLst>
          </p:cNvPr>
          <p:cNvSpPr>
            <a:spLocks noChangeShapeType="1"/>
          </p:cNvSpPr>
          <p:nvPr/>
        </p:nvSpPr>
        <p:spPr bwMode="auto">
          <a:xfrm>
            <a:off x="5305425" y="5640388"/>
            <a:ext cx="5619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3" name="Line 17">
            <a:extLst>
              <a:ext uri="{FF2B5EF4-FFF2-40B4-BE49-F238E27FC236}">
                <a16:creationId xmlns:a16="http://schemas.microsoft.com/office/drawing/2014/main" id="{C7629C4E-A7D5-0D65-7298-1455A1CF3BA5}"/>
              </a:ext>
            </a:extLst>
          </p:cNvPr>
          <p:cNvSpPr>
            <a:spLocks noChangeShapeType="1"/>
          </p:cNvSpPr>
          <p:nvPr/>
        </p:nvSpPr>
        <p:spPr bwMode="auto">
          <a:xfrm>
            <a:off x="5867400" y="5640388"/>
            <a:ext cx="0" cy="2270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4" name="Line 18">
            <a:extLst>
              <a:ext uri="{FF2B5EF4-FFF2-40B4-BE49-F238E27FC236}">
                <a16:creationId xmlns:a16="http://schemas.microsoft.com/office/drawing/2014/main" id="{61DC1B41-4EAE-F9C4-1235-CA3D26D37AE0}"/>
              </a:ext>
            </a:extLst>
          </p:cNvPr>
          <p:cNvSpPr>
            <a:spLocks noChangeShapeType="1"/>
          </p:cNvSpPr>
          <p:nvPr/>
        </p:nvSpPr>
        <p:spPr bwMode="auto">
          <a:xfrm flipH="1">
            <a:off x="5586413" y="5867400"/>
            <a:ext cx="2809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35" name="Rectangle 19">
            <a:extLst>
              <a:ext uri="{FF2B5EF4-FFF2-40B4-BE49-F238E27FC236}">
                <a16:creationId xmlns:a16="http://schemas.microsoft.com/office/drawing/2014/main" id="{50A9366F-1B55-4A9D-9631-C52F0B574BCD}"/>
              </a:ext>
            </a:extLst>
          </p:cNvPr>
          <p:cNvSpPr>
            <a:spLocks noChangeArrowheads="1"/>
          </p:cNvSpPr>
          <p:nvPr/>
        </p:nvSpPr>
        <p:spPr bwMode="auto">
          <a:xfrm>
            <a:off x="2217738" y="3513138"/>
            <a:ext cx="842962" cy="4587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6636" name="Text Box 20">
            <a:extLst>
              <a:ext uri="{FF2B5EF4-FFF2-40B4-BE49-F238E27FC236}">
                <a16:creationId xmlns:a16="http://schemas.microsoft.com/office/drawing/2014/main" id="{6ED21A8A-6AF3-6889-77B2-EFBCA7EC020B}"/>
              </a:ext>
            </a:extLst>
          </p:cNvPr>
          <p:cNvSpPr txBox="1">
            <a:spLocks noChangeArrowheads="1"/>
          </p:cNvSpPr>
          <p:nvPr/>
        </p:nvSpPr>
        <p:spPr bwMode="auto">
          <a:xfrm>
            <a:off x="1187450" y="3546475"/>
            <a:ext cx="1035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t>p_free:</a:t>
            </a:r>
          </a:p>
        </p:txBody>
      </p:sp>
      <p:sp>
        <p:nvSpPr>
          <p:cNvPr id="26637" name="Line 21">
            <a:extLst>
              <a:ext uri="{FF2B5EF4-FFF2-40B4-BE49-F238E27FC236}">
                <a16:creationId xmlns:a16="http://schemas.microsoft.com/office/drawing/2014/main" id="{4BB97059-BF68-F3E7-145F-EECB9AEE5273}"/>
              </a:ext>
            </a:extLst>
          </p:cNvPr>
          <p:cNvSpPr>
            <a:spLocks noChangeShapeType="1"/>
          </p:cNvSpPr>
          <p:nvPr/>
        </p:nvSpPr>
        <p:spPr bwMode="auto">
          <a:xfrm>
            <a:off x="3635375" y="4127500"/>
            <a:ext cx="1944688"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6638" name="Line 22">
            <a:extLst>
              <a:ext uri="{FF2B5EF4-FFF2-40B4-BE49-F238E27FC236}">
                <a16:creationId xmlns:a16="http://schemas.microsoft.com/office/drawing/2014/main" id="{C573B771-CD30-60ED-7AAC-A13A2C83CB0D}"/>
              </a:ext>
            </a:extLst>
          </p:cNvPr>
          <p:cNvSpPr>
            <a:spLocks noChangeShapeType="1"/>
          </p:cNvSpPr>
          <p:nvPr/>
        </p:nvSpPr>
        <p:spPr bwMode="auto">
          <a:xfrm>
            <a:off x="3635375" y="4848225"/>
            <a:ext cx="1944688"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6639" name="Line 23">
            <a:extLst>
              <a:ext uri="{FF2B5EF4-FFF2-40B4-BE49-F238E27FC236}">
                <a16:creationId xmlns:a16="http://schemas.microsoft.com/office/drawing/2014/main" id="{339A4714-F0F0-42AC-845D-0B5A3452DA70}"/>
              </a:ext>
            </a:extLst>
          </p:cNvPr>
          <p:cNvSpPr>
            <a:spLocks noChangeShapeType="1"/>
          </p:cNvSpPr>
          <p:nvPr/>
        </p:nvSpPr>
        <p:spPr bwMode="auto">
          <a:xfrm>
            <a:off x="3635375" y="6216650"/>
            <a:ext cx="1944688"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6640" name="Line 24">
            <a:extLst>
              <a:ext uri="{FF2B5EF4-FFF2-40B4-BE49-F238E27FC236}">
                <a16:creationId xmlns:a16="http://schemas.microsoft.com/office/drawing/2014/main" id="{CAE82AB3-214B-FD23-5BE4-4E713925D156}"/>
              </a:ext>
            </a:extLst>
          </p:cNvPr>
          <p:cNvSpPr>
            <a:spLocks noChangeShapeType="1"/>
          </p:cNvSpPr>
          <p:nvPr/>
        </p:nvSpPr>
        <p:spPr bwMode="auto">
          <a:xfrm>
            <a:off x="4500563" y="5208588"/>
            <a:ext cx="0" cy="287337"/>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8977" name="Line 1">
            <a:extLst>
              <a:ext uri="{FF2B5EF4-FFF2-40B4-BE49-F238E27FC236}">
                <a16:creationId xmlns:a16="http://schemas.microsoft.com/office/drawing/2014/main" id="{E80C9CF2-D6CD-72E9-4573-1208751C1DE5}"/>
              </a:ext>
            </a:extLst>
          </p:cNvPr>
          <p:cNvSpPr>
            <a:spLocks noChangeShapeType="1"/>
          </p:cNvSpPr>
          <p:nvPr/>
        </p:nvSpPr>
        <p:spPr bwMode="auto">
          <a:xfrm flipH="1">
            <a:off x="2751138" y="5151438"/>
            <a:ext cx="792162"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6642" name="TextBox 64">
            <a:extLst>
              <a:ext uri="{FF2B5EF4-FFF2-40B4-BE49-F238E27FC236}">
                <a16:creationId xmlns:a16="http://schemas.microsoft.com/office/drawing/2014/main" id="{EDF7F970-3FEA-AECF-A17A-C7BBEB94A580}"/>
              </a:ext>
            </a:extLst>
          </p:cNvPr>
          <p:cNvSpPr txBox="1">
            <a:spLocks noChangeArrowheads="1"/>
          </p:cNvSpPr>
          <p:nvPr/>
        </p:nvSpPr>
        <p:spPr bwMode="auto">
          <a:xfrm>
            <a:off x="4211638" y="6145213"/>
            <a:ext cx="6492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400"/>
              <a:t>NULL</a:t>
            </a:r>
            <a:endParaRPr lang="zh-CN" altLang="en-US" sz="1400"/>
          </a:p>
        </p:txBody>
      </p:sp>
      <p:sp>
        <p:nvSpPr>
          <p:cNvPr id="66" name="矩形 65">
            <a:extLst>
              <a:ext uri="{FF2B5EF4-FFF2-40B4-BE49-F238E27FC236}">
                <a16:creationId xmlns:a16="http://schemas.microsoft.com/office/drawing/2014/main" id="{13D873B4-53AD-684B-5D0B-A2B1C0140F31}"/>
              </a:ext>
            </a:extLst>
          </p:cNvPr>
          <p:cNvSpPr>
            <a:spLocks noChangeArrowheads="1"/>
          </p:cNvSpPr>
          <p:nvPr/>
        </p:nvSpPr>
        <p:spPr bwMode="auto">
          <a:xfrm>
            <a:off x="3635375" y="3695700"/>
            <a:ext cx="1944688" cy="649288"/>
          </a:xfrm>
          <a:prstGeom prst="rect">
            <a:avLst/>
          </a:prstGeom>
          <a:solidFill>
            <a:schemeClr val="accent1"/>
          </a:solidFill>
          <a:ln w="9525" algn="ctr">
            <a:solidFill>
              <a:schemeClr val="tx1"/>
            </a:solidFill>
            <a:miter lim="800000"/>
            <a:headEnd/>
            <a:tailEnd/>
          </a:ln>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6644" name="矩形 66">
            <a:extLst>
              <a:ext uri="{FF2B5EF4-FFF2-40B4-BE49-F238E27FC236}">
                <a16:creationId xmlns:a16="http://schemas.microsoft.com/office/drawing/2014/main" id="{63046089-8378-CE82-3D68-6C9FE2AF5340}"/>
              </a:ext>
            </a:extLst>
          </p:cNvPr>
          <p:cNvSpPr>
            <a:spLocks noChangeArrowheads="1"/>
          </p:cNvSpPr>
          <p:nvPr/>
        </p:nvSpPr>
        <p:spPr bwMode="auto">
          <a:xfrm>
            <a:off x="3635375" y="4416425"/>
            <a:ext cx="1944688" cy="647700"/>
          </a:xfrm>
          <a:prstGeom prst="rect">
            <a:avLst/>
          </a:prstGeom>
          <a:solidFill>
            <a:schemeClr val="accent1"/>
          </a:solidFill>
          <a:ln w="9525" algn="ctr">
            <a:solidFill>
              <a:schemeClr val="tx1"/>
            </a:solidFill>
            <a:miter lim="800000"/>
            <a:headEnd/>
            <a:tailEnd/>
          </a:ln>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6645" name="TextBox 67">
            <a:extLst>
              <a:ext uri="{FF2B5EF4-FFF2-40B4-BE49-F238E27FC236}">
                <a16:creationId xmlns:a16="http://schemas.microsoft.com/office/drawing/2014/main" id="{649502F9-B0BB-0515-1E15-889869E14F8C}"/>
              </a:ext>
            </a:extLst>
          </p:cNvPr>
          <p:cNvSpPr txBox="1">
            <a:spLocks noChangeArrowheads="1"/>
          </p:cNvSpPr>
          <p:nvPr/>
        </p:nvSpPr>
        <p:spPr bwMode="auto">
          <a:xfrm>
            <a:off x="6259513" y="3552825"/>
            <a:ext cx="476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t>q1</a:t>
            </a:r>
            <a:endParaRPr lang="zh-CN" altLang="en-US" sz="1800"/>
          </a:p>
        </p:txBody>
      </p:sp>
      <p:cxnSp>
        <p:nvCxnSpPr>
          <p:cNvPr id="26646" name="直接箭头连接符 69">
            <a:extLst>
              <a:ext uri="{FF2B5EF4-FFF2-40B4-BE49-F238E27FC236}">
                <a16:creationId xmlns:a16="http://schemas.microsoft.com/office/drawing/2014/main" id="{ABA39A0B-6A32-6481-0975-A187BD31E6ED}"/>
              </a:ext>
            </a:extLst>
          </p:cNvPr>
          <p:cNvCxnSpPr>
            <a:cxnSpLocks noChangeShapeType="1"/>
          </p:cNvCxnSpPr>
          <p:nvPr/>
        </p:nvCxnSpPr>
        <p:spPr bwMode="auto">
          <a:xfrm rot="10800000">
            <a:off x="5580063" y="3768725"/>
            <a:ext cx="647700" cy="1588"/>
          </a:xfrm>
          <a:prstGeom prst="straightConnector1">
            <a:avLst/>
          </a:prstGeom>
          <a:noFill/>
          <a:ln w="9525" algn="ctr">
            <a:solidFill>
              <a:schemeClr val="tx1"/>
            </a:solidFill>
            <a:miter lim="800000"/>
            <a:headEnd/>
            <a:tailEnd type="arrow" w="med" len="med"/>
          </a:ln>
          <a:extLst>
            <a:ext uri="{909E8E84-426E-40DD-AFC4-6F175D3DCCD1}">
              <a14:hiddenFill xmlns:a14="http://schemas.microsoft.com/office/drawing/2010/main">
                <a:noFill/>
              </a14:hiddenFill>
            </a:ext>
          </a:extLst>
        </p:spPr>
      </p:cxnSp>
      <p:sp>
        <p:nvSpPr>
          <p:cNvPr id="73" name="Line 16">
            <a:extLst>
              <a:ext uri="{FF2B5EF4-FFF2-40B4-BE49-F238E27FC236}">
                <a16:creationId xmlns:a16="http://schemas.microsoft.com/office/drawing/2014/main" id="{AD3CE008-7665-BF2E-5088-1BF1801977AF}"/>
              </a:ext>
            </a:extLst>
          </p:cNvPr>
          <p:cNvSpPr>
            <a:spLocks noChangeShapeType="1"/>
          </p:cNvSpPr>
          <p:nvPr/>
        </p:nvSpPr>
        <p:spPr bwMode="auto">
          <a:xfrm>
            <a:off x="5291138" y="4260850"/>
            <a:ext cx="5619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17">
            <a:extLst>
              <a:ext uri="{FF2B5EF4-FFF2-40B4-BE49-F238E27FC236}">
                <a16:creationId xmlns:a16="http://schemas.microsoft.com/office/drawing/2014/main" id="{C40C661C-C0BC-7D88-CA3A-64A1F7D47FF2}"/>
              </a:ext>
            </a:extLst>
          </p:cNvPr>
          <p:cNvSpPr>
            <a:spLocks noChangeShapeType="1"/>
          </p:cNvSpPr>
          <p:nvPr/>
        </p:nvSpPr>
        <p:spPr bwMode="auto">
          <a:xfrm>
            <a:off x="5853113" y="4260850"/>
            <a:ext cx="14287" cy="9477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18">
            <a:extLst>
              <a:ext uri="{FF2B5EF4-FFF2-40B4-BE49-F238E27FC236}">
                <a16:creationId xmlns:a16="http://schemas.microsoft.com/office/drawing/2014/main" id="{0F196E24-E0F4-9641-2A56-94A09681A6BE}"/>
              </a:ext>
            </a:extLst>
          </p:cNvPr>
          <p:cNvSpPr>
            <a:spLocks noChangeShapeType="1"/>
          </p:cNvSpPr>
          <p:nvPr/>
        </p:nvSpPr>
        <p:spPr bwMode="auto">
          <a:xfrm flipH="1">
            <a:off x="5572125" y="5208588"/>
            <a:ext cx="2809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cxnSp>
        <p:nvCxnSpPr>
          <p:cNvPr id="77" name="直接箭头连接符 76">
            <a:extLst>
              <a:ext uri="{FF2B5EF4-FFF2-40B4-BE49-F238E27FC236}">
                <a16:creationId xmlns:a16="http://schemas.microsoft.com/office/drawing/2014/main" id="{570BB34B-943B-9C0C-DAAB-97BA117FD859}"/>
              </a:ext>
            </a:extLst>
          </p:cNvPr>
          <p:cNvCxnSpPr>
            <a:cxnSpLocks noChangeShapeType="1"/>
          </p:cNvCxnSpPr>
          <p:nvPr/>
        </p:nvCxnSpPr>
        <p:spPr bwMode="auto">
          <a:xfrm>
            <a:off x="2771775" y="3840163"/>
            <a:ext cx="863600" cy="1587"/>
          </a:xfrm>
          <a:prstGeom prst="straightConnector1">
            <a:avLst/>
          </a:prstGeom>
          <a:noFill/>
          <a:ln w="9525" algn="ctr">
            <a:solidFill>
              <a:schemeClr val="tx1"/>
            </a:solidFill>
            <a:miter lim="800000"/>
            <a:headEnd/>
            <a:tailEnd type="arrow" w="med" len="med"/>
          </a:ln>
          <a:extLst>
            <a:ext uri="{909E8E84-426E-40DD-AFC4-6F175D3DCCD1}">
              <a14:hiddenFill xmlns:a14="http://schemas.microsoft.com/office/drawing/2010/main">
                <a:noFill/>
              </a14:hiddenFill>
            </a:ext>
          </a:extLst>
        </p:spPr>
      </p:cxnSp>
      <p:sp>
        <p:nvSpPr>
          <p:cNvPr id="26651" name="TextBox 67">
            <a:extLst>
              <a:ext uri="{FF2B5EF4-FFF2-40B4-BE49-F238E27FC236}">
                <a16:creationId xmlns:a16="http://schemas.microsoft.com/office/drawing/2014/main" id="{AD6D6EF5-A7B7-BEDD-2E7B-1CA6FE34A0CE}"/>
              </a:ext>
            </a:extLst>
          </p:cNvPr>
          <p:cNvSpPr txBox="1">
            <a:spLocks noChangeArrowheads="1"/>
          </p:cNvSpPr>
          <p:nvPr/>
        </p:nvSpPr>
        <p:spPr bwMode="auto">
          <a:xfrm>
            <a:off x="6259513" y="4283075"/>
            <a:ext cx="476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t>q2</a:t>
            </a:r>
            <a:endParaRPr lang="zh-CN" altLang="en-US" sz="1800"/>
          </a:p>
        </p:txBody>
      </p:sp>
      <p:cxnSp>
        <p:nvCxnSpPr>
          <p:cNvPr id="26652" name="直接箭头连接符 69">
            <a:extLst>
              <a:ext uri="{FF2B5EF4-FFF2-40B4-BE49-F238E27FC236}">
                <a16:creationId xmlns:a16="http://schemas.microsoft.com/office/drawing/2014/main" id="{AA464D1E-5C94-FDFB-8E7C-CF4E5E32D29D}"/>
              </a:ext>
            </a:extLst>
          </p:cNvPr>
          <p:cNvCxnSpPr>
            <a:cxnSpLocks noChangeShapeType="1"/>
          </p:cNvCxnSpPr>
          <p:nvPr/>
        </p:nvCxnSpPr>
        <p:spPr bwMode="auto">
          <a:xfrm rot="10800000">
            <a:off x="5580063" y="4498975"/>
            <a:ext cx="647700" cy="1588"/>
          </a:xfrm>
          <a:prstGeom prst="straightConnector1">
            <a:avLst/>
          </a:prstGeom>
          <a:noFill/>
          <a:ln w="9525" algn="ctr">
            <a:solidFill>
              <a:schemeClr val="tx1"/>
            </a:solidFill>
            <a:miter lim="800000"/>
            <a:headEnd/>
            <a:tailEnd type="arrow" w="med" len="med"/>
          </a:ln>
          <a:extLst>
            <a:ext uri="{909E8E84-426E-40DD-AFC4-6F175D3DCCD1}">
              <a14:hiddenFill xmlns:a14="http://schemas.microsoft.com/office/drawing/2010/main">
                <a:noFill/>
              </a14:hiddenFill>
            </a:ext>
          </a:extLst>
        </p:spPr>
      </p:cxnSp>
      <p:sp>
        <p:nvSpPr>
          <p:cNvPr id="29" name="TextBox 67">
            <a:extLst>
              <a:ext uri="{FF2B5EF4-FFF2-40B4-BE49-F238E27FC236}">
                <a16:creationId xmlns:a16="http://schemas.microsoft.com/office/drawing/2014/main" id="{2467C46F-F90C-9260-EDD5-E300AB19A66C}"/>
              </a:ext>
            </a:extLst>
          </p:cNvPr>
          <p:cNvSpPr txBox="1">
            <a:spLocks noChangeArrowheads="1"/>
          </p:cNvSpPr>
          <p:nvPr/>
        </p:nvSpPr>
        <p:spPr bwMode="auto">
          <a:xfrm>
            <a:off x="6688138" y="3563938"/>
            <a:ext cx="5365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t>(p)</a:t>
            </a:r>
            <a:endParaRPr lang="zh-CN" altLang="en-US"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99363">
                                            <p:txEl>
                                              <p:pRg st="7" end="7"/>
                                            </p:txEl>
                                          </p:spTgt>
                                        </p:tgtEl>
                                        <p:attrNameLst>
                                          <p:attrName>style.visibility</p:attrName>
                                        </p:attrNameLst>
                                      </p:cBhvr>
                                      <p:to>
                                        <p:strVal val="visible"/>
                                      </p:to>
                                    </p:set>
                                    <p:anim calcmode="lin" valueType="num">
                                      <p:cBhvr additive="base">
                                        <p:cTn id="7" dur="500" fill="hold"/>
                                        <p:tgtEl>
                                          <p:spTgt spid="39936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9363">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99363">
                                            <p:txEl>
                                              <p:pRg st="0" end="0"/>
                                            </p:txEl>
                                          </p:spTgt>
                                        </p:tgtEl>
                                        <p:attrNameLst>
                                          <p:attrName>style.visibility</p:attrName>
                                        </p:attrNameLst>
                                      </p:cBhvr>
                                      <p:to>
                                        <p:strVal val="visible"/>
                                      </p:to>
                                    </p:set>
                                    <p:anim calcmode="lin" valueType="num">
                                      <p:cBhvr additive="base">
                                        <p:cTn id="11" dur="500" fill="hold"/>
                                        <p:tgtEl>
                                          <p:spTgt spid="39936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99363">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99363">
                                            <p:txEl>
                                              <p:pRg st="1" end="1"/>
                                            </p:txEl>
                                          </p:spTgt>
                                        </p:tgtEl>
                                        <p:attrNameLst>
                                          <p:attrName>style.visibility</p:attrName>
                                        </p:attrNameLst>
                                      </p:cBhvr>
                                      <p:to>
                                        <p:strVal val="visible"/>
                                      </p:to>
                                    </p:set>
                                    <p:anim calcmode="lin" valueType="num">
                                      <p:cBhvr additive="base">
                                        <p:cTn id="15" dur="500" fill="hold"/>
                                        <p:tgtEl>
                                          <p:spTgt spid="399363">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99363">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99363">
                                            <p:txEl>
                                              <p:pRg st="2" end="2"/>
                                            </p:txEl>
                                          </p:spTgt>
                                        </p:tgtEl>
                                        <p:attrNameLst>
                                          <p:attrName>style.visibility</p:attrName>
                                        </p:attrNameLst>
                                      </p:cBhvr>
                                      <p:to>
                                        <p:strVal val="visible"/>
                                      </p:to>
                                    </p:set>
                                    <p:anim calcmode="lin" valueType="num">
                                      <p:cBhvr additive="base">
                                        <p:cTn id="19" dur="500" fill="hold"/>
                                        <p:tgtEl>
                                          <p:spTgt spid="3993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9936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99363">
                                            <p:txEl>
                                              <p:pRg st="3" end="3"/>
                                            </p:txEl>
                                          </p:spTgt>
                                        </p:tgtEl>
                                        <p:attrNameLst>
                                          <p:attrName>style.visibility</p:attrName>
                                        </p:attrNameLst>
                                      </p:cBhvr>
                                      <p:to>
                                        <p:strVal val="visible"/>
                                      </p:to>
                                    </p:set>
                                    <p:anim calcmode="lin" valueType="num">
                                      <p:cBhvr additive="base">
                                        <p:cTn id="23" dur="500" fill="hold"/>
                                        <p:tgtEl>
                                          <p:spTgt spid="39936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9936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99363">
                                            <p:txEl>
                                              <p:pRg st="4" end="4"/>
                                            </p:txEl>
                                          </p:spTgt>
                                        </p:tgtEl>
                                        <p:attrNameLst>
                                          <p:attrName>style.visibility</p:attrName>
                                        </p:attrNameLst>
                                      </p:cBhvr>
                                      <p:to>
                                        <p:strVal val="visible"/>
                                      </p:to>
                                    </p:set>
                                    <p:anim calcmode="lin" valueType="num">
                                      <p:cBhvr additive="base">
                                        <p:cTn id="27" dur="500" fill="hold"/>
                                        <p:tgtEl>
                                          <p:spTgt spid="39936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9936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additive="base">
                                        <p:cTn id="31" dur="700" fill="hold"/>
                                        <p:tgtEl>
                                          <p:spTgt spid="29"/>
                                        </p:tgtEl>
                                        <p:attrNameLst>
                                          <p:attrName>ppt_x</p:attrName>
                                        </p:attrNameLst>
                                      </p:cBhvr>
                                      <p:tavLst>
                                        <p:tav tm="0">
                                          <p:val>
                                            <p:strVal val="#ppt_x"/>
                                          </p:val>
                                        </p:tav>
                                        <p:tav tm="100000">
                                          <p:val>
                                            <p:strVal val="#ppt_x"/>
                                          </p:val>
                                        </p:tav>
                                      </p:tavLst>
                                    </p:anim>
                                    <p:anim calcmode="lin" valueType="num">
                                      <p:cBhvr additive="base">
                                        <p:cTn id="32" dur="7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73"/>
                                        </p:tgtEl>
                                        <p:attrNameLst>
                                          <p:attrName>style.visibility</p:attrName>
                                        </p:attrNameLst>
                                      </p:cBhvr>
                                      <p:to>
                                        <p:strVal val="visible"/>
                                      </p:to>
                                    </p:set>
                                    <p:anim calcmode="lin" valueType="num">
                                      <p:cBhvr additive="base">
                                        <p:cTn id="37" dur="500" fill="hold"/>
                                        <p:tgtEl>
                                          <p:spTgt spid="73"/>
                                        </p:tgtEl>
                                        <p:attrNameLst>
                                          <p:attrName>ppt_x</p:attrName>
                                        </p:attrNameLst>
                                      </p:cBhvr>
                                      <p:tavLst>
                                        <p:tav tm="0">
                                          <p:val>
                                            <p:strVal val="#ppt_x"/>
                                          </p:val>
                                        </p:tav>
                                        <p:tav tm="100000">
                                          <p:val>
                                            <p:strVal val="#ppt_x"/>
                                          </p:val>
                                        </p:tav>
                                      </p:tavLst>
                                    </p:anim>
                                    <p:anim calcmode="lin" valueType="num">
                                      <p:cBhvr additive="base">
                                        <p:cTn id="38" dur="500" fill="hold"/>
                                        <p:tgtEl>
                                          <p:spTgt spid="73"/>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74"/>
                                        </p:tgtEl>
                                        <p:attrNameLst>
                                          <p:attrName>style.visibility</p:attrName>
                                        </p:attrNameLst>
                                      </p:cBhvr>
                                      <p:to>
                                        <p:strVal val="visible"/>
                                      </p:to>
                                    </p:set>
                                    <p:anim calcmode="lin" valueType="num">
                                      <p:cBhvr additive="base">
                                        <p:cTn id="41" dur="500" fill="hold"/>
                                        <p:tgtEl>
                                          <p:spTgt spid="74"/>
                                        </p:tgtEl>
                                        <p:attrNameLst>
                                          <p:attrName>ppt_x</p:attrName>
                                        </p:attrNameLst>
                                      </p:cBhvr>
                                      <p:tavLst>
                                        <p:tav tm="0">
                                          <p:val>
                                            <p:strVal val="#ppt_x"/>
                                          </p:val>
                                        </p:tav>
                                        <p:tav tm="100000">
                                          <p:val>
                                            <p:strVal val="#ppt_x"/>
                                          </p:val>
                                        </p:tav>
                                      </p:tavLst>
                                    </p:anim>
                                    <p:anim calcmode="lin" valueType="num">
                                      <p:cBhvr additive="base">
                                        <p:cTn id="42" dur="500" fill="hold"/>
                                        <p:tgtEl>
                                          <p:spTgt spid="74"/>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75"/>
                                        </p:tgtEl>
                                        <p:attrNameLst>
                                          <p:attrName>style.visibility</p:attrName>
                                        </p:attrNameLst>
                                      </p:cBhvr>
                                      <p:to>
                                        <p:strVal val="visible"/>
                                      </p:to>
                                    </p:set>
                                    <p:anim calcmode="lin" valueType="num">
                                      <p:cBhvr additive="base">
                                        <p:cTn id="45" dur="500" fill="hold"/>
                                        <p:tgtEl>
                                          <p:spTgt spid="75"/>
                                        </p:tgtEl>
                                        <p:attrNameLst>
                                          <p:attrName>ppt_x</p:attrName>
                                        </p:attrNameLst>
                                      </p:cBhvr>
                                      <p:tavLst>
                                        <p:tav tm="0">
                                          <p:val>
                                            <p:strVal val="#ppt_x"/>
                                          </p:val>
                                        </p:tav>
                                        <p:tav tm="100000">
                                          <p:val>
                                            <p:strVal val="#ppt_x"/>
                                          </p:val>
                                        </p:tav>
                                      </p:tavLst>
                                    </p:anim>
                                    <p:anim calcmode="lin" valueType="num">
                                      <p:cBhvr additive="base">
                                        <p:cTn id="46"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xit" presetSubtype="4" fill="hold" nodeType="clickEffect">
                                  <p:stCondLst>
                                    <p:cond delay="0"/>
                                  </p:stCondLst>
                                  <p:childTnLst>
                                    <p:anim calcmode="lin" valueType="num">
                                      <p:cBhvr additive="base">
                                        <p:cTn id="50" dur="500"/>
                                        <p:tgtEl>
                                          <p:spTgt spid="38915"/>
                                        </p:tgtEl>
                                        <p:attrNameLst>
                                          <p:attrName>ppt_x</p:attrName>
                                        </p:attrNameLst>
                                      </p:cBhvr>
                                      <p:tavLst>
                                        <p:tav tm="0">
                                          <p:val>
                                            <p:strVal val="ppt_x"/>
                                          </p:val>
                                        </p:tav>
                                        <p:tav tm="100000">
                                          <p:val>
                                            <p:strVal val="ppt_x"/>
                                          </p:val>
                                        </p:tav>
                                      </p:tavLst>
                                    </p:anim>
                                    <p:anim calcmode="lin" valueType="num">
                                      <p:cBhvr additive="base">
                                        <p:cTn id="51" dur="500"/>
                                        <p:tgtEl>
                                          <p:spTgt spid="38915"/>
                                        </p:tgtEl>
                                        <p:attrNameLst>
                                          <p:attrName>ppt_y</p:attrName>
                                        </p:attrNameLst>
                                      </p:cBhvr>
                                      <p:tavLst>
                                        <p:tav tm="0">
                                          <p:val>
                                            <p:strVal val="ppt_y"/>
                                          </p:val>
                                        </p:tav>
                                        <p:tav tm="100000">
                                          <p:val>
                                            <p:strVal val="1+ppt_h/2"/>
                                          </p:val>
                                        </p:tav>
                                      </p:tavLst>
                                    </p:anim>
                                    <p:set>
                                      <p:cBhvr>
                                        <p:cTn id="52" dur="1" fill="hold">
                                          <p:stCondLst>
                                            <p:cond delay="499"/>
                                          </p:stCondLst>
                                        </p:cTn>
                                        <p:tgtEl>
                                          <p:spTgt spid="38915"/>
                                        </p:tgtEl>
                                        <p:attrNameLst>
                                          <p:attrName>style.visibility</p:attrName>
                                        </p:attrNameLst>
                                      </p:cBhvr>
                                      <p:to>
                                        <p:strVal val="hidden"/>
                                      </p:to>
                                    </p:set>
                                  </p:childTnLst>
                                </p:cTn>
                              </p:par>
                              <p:par>
                                <p:cTn id="53" presetID="2" presetClass="exit" presetSubtype="4" fill="hold" nodeType="withEffect">
                                  <p:stCondLst>
                                    <p:cond delay="0"/>
                                  </p:stCondLst>
                                  <p:childTnLst>
                                    <p:anim calcmode="lin" valueType="num">
                                      <p:cBhvr additive="base">
                                        <p:cTn id="54" dur="500"/>
                                        <p:tgtEl>
                                          <p:spTgt spid="38977"/>
                                        </p:tgtEl>
                                        <p:attrNameLst>
                                          <p:attrName>ppt_x</p:attrName>
                                        </p:attrNameLst>
                                      </p:cBhvr>
                                      <p:tavLst>
                                        <p:tav tm="0">
                                          <p:val>
                                            <p:strVal val="ppt_x"/>
                                          </p:val>
                                        </p:tav>
                                        <p:tav tm="100000">
                                          <p:val>
                                            <p:strVal val="ppt_x"/>
                                          </p:val>
                                        </p:tav>
                                      </p:tavLst>
                                    </p:anim>
                                    <p:anim calcmode="lin" valueType="num">
                                      <p:cBhvr additive="base">
                                        <p:cTn id="55" dur="500"/>
                                        <p:tgtEl>
                                          <p:spTgt spid="38977"/>
                                        </p:tgtEl>
                                        <p:attrNameLst>
                                          <p:attrName>ppt_y</p:attrName>
                                        </p:attrNameLst>
                                      </p:cBhvr>
                                      <p:tavLst>
                                        <p:tav tm="0">
                                          <p:val>
                                            <p:strVal val="ppt_y"/>
                                          </p:val>
                                        </p:tav>
                                        <p:tav tm="100000">
                                          <p:val>
                                            <p:strVal val="1+ppt_h/2"/>
                                          </p:val>
                                        </p:tav>
                                      </p:tavLst>
                                    </p:anim>
                                    <p:set>
                                      <p:cBhvr>
                                        <p:cTn id="56" dur="1" fill="hold">
                                          <p:stCondLst>
                                            <p:cond delay="499"/>
                                          </p:stCondLst>
                                        </p:cTn>
                                        <p:tgtEl>
                                          <p:spTgt spid="38977"/>
                                        </p:tgtEl>
                                        <p:attrNameLst>
                                          <p:attrName>style.visibility</p:attrName>
                                        </p:attrNameLst>
                                      </p:cBhvr>
                                      <p:to>
                                        <p:strVal val="hidden"/>
                                      </p:to>
                                    </p:set>
                                  </p:childTnLst>
                                </p:cTn>
                              </p:par>
                              <p:par>
                                <p:cTn id="57" presetID="2" presetClass="entr" presetSubtype="4" fill="hold" nodeType="withEffect">
                                  <p:stCondLst>
                                    <p:cond delay="0"/>
                                  </p:stCondLst>
                                  <p:childTnLst>
                                    <p:set>
                                      <p:cBhvr>
                                        <p:cTn id="58" dur="1" fill="hold">
                                          <p:stCondLst>
                                            <p:cond delay="0"/>
                                          </p:stCondLst>
                                        </p:cTn>
                                        <p:tgtEl>
                                          <p:spTgt spid="77"/>
                                        </p:tgtEl>
                                        <p:attrNameLst>
                                          <p:attrName>style.visibility</p:attrName>
                                        </p:attrNameLst>
                                      </p:cBhvr>
                                      <p:to>
                                        <p:strVal val="visible"/>
                                      </p:to>
                                    </p:set>
                                    <p:anim calcmode="lin" valueType="num">
                                      <p:cBhvr additive="base">
                                        <p:cTn id="59" dur="500" fill="hold"/>
                                        <p:tgtEl>
                                          <p:spTgt spid="77"/>
                                        </p:tgtEl>
                                        <p:attrNameLst>
                                          <p:attrName>ppt_x</p:attrName>
                                        </p:attrNameLst>
                                      </p:cBhvr>
                                      <p:tavLst>
                                        <p:tav tm="0">
                                          <p:val>
                                            <p:strVal val="#ppt_x"/>
                                          </p:val>
                                        </p:tav>
                                        <p:tav tm="100000">
                                          <p:val>
                                            <p:strVal val="#ppt_x"/>
                                          </p:val>
                                        </p:tav>
                                      </p:tavLst>
                                    </p:anim>
                                    <p:anim calcmode="lin" valueType="num">
                                      <p:cBhvr additive="base">
                                        <p:cTn id="60" dur="500" fill="hold"/>
                                        <p:tgtEl>
                                          <p:spTgt spid="77"/>
                                        </p:tgtEl>
                                        <p:attrNameLst>
                                          <p:attrName>ppt_y</p:attrName>
                                        </p:attrNameLst>
                                      </p:cBhvr>
                                      <p:tavLst>
                                        <p:tav tm="0">
                                          <p:val>
                                            <p:strVal val="1+#ppt_h/2"/>
                                          </p:val>
                                        </p:tav>
                                        <p:tav tm="100000">
                                          <p:val>
                                            <p:strVal val="#ppt_y"/>
                                          </p:val>
                                        </p:tav>
                                      </p:tavLst>
                                    </p:anim>
                                  </p:childTnLst>
                                </p:cTn>
                              </p:par>
                              <p:par>
                                <p:cTn id="61" presetID="2" presetClass="exit" presetSubtype="4" fill="hold" grpId="0" nodeType="withEffect">
                                  <p:stCondLst>
                                    <p:cond delay="0"/>
                                  </p:stCondLst>
                                  <p:childTnLst>
                                    <p:anim calcmode="lin" valueType="num">
                                      <p:cBhvr additive="base">
                                        <p:cTn id="62" dur="500"/>
                                        <p:tgtEl>
                                          <p:spTgt spid="66"/>
                                        </p:tgtEl>
                                        <p:attrNameLst>
                                          <p:attrName>ppt_x</p:attrName>
                                        </p:attrNameLst>
                                      </p:cBhvr>
                                      <p:tavLst>
                                        <p:tav tm="0">
                                          <p:val>
                                            <p:strVal val="ppt_x"/>
                                          </p:val>
                                        </p:tav>
                                        <p:tav tm="100000">
                                          <p:val>
                                            <p:strVal val="ppt_x"/>
                                          </p:val>
                                        </p:tav>
                                      </p:tavLst>
                                    </p:anim>
                                    <p:anim calcmode="lin" valueType="num">
                                      <p:cBhvr additive="base">
                                        <p:cTn id="63" dur="500"/>
                                        <p:tgtEl>
                                          <p:spTgt spid="66"/>
                                        </p:tgtEl>
                                        <p:attrNameLst>
                                          <p:attrName>ppt_y</p:attrName>
                                        </p:attrNameLst>
                                      </p:cBhvr>
                                      <p:tavLst>
                                        <p:tav tm="0">
                                          <p:val>
                                            <p:strVal val="ppt_y"/>
                                          </p:val>
                                        </p:tav>
                                        <p:tav tm="100000">
                                          <p:val>
                                            <p:strVal val="1+ppt_h/2"/>
                                          </p:val>
                                        </p:tav>
                                      </p:tavLst>
                                    </p:anim>
                                    <p:set>
                                      <p:cBhvr>
                                        <p:cTn id="64" dur="1" fill="hold">
                                          <p:stCondLst>
                                            <p:cond delay="499"/>
                                          </p:stCondLst>
                                        </p:cTn>
                                        <p:tgtEl>
                                          <p:spTgt spid="6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2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Line 3">
            <a:extLst>
              <a:ext uri="{FF2B5EF4-FFF2-40B4-BE49-F238E27FC236}">
                <a16:creationId xmlns:a16="http://schemas.microsoft.com/office/drawing/2014/main" id="{CF74AA11-DCB1-8EEA-9949-FB7582F879B2}"/>
              </a:ext>
            </a:extLst>
          </p:cNvPr>
          <p:cNvSpPr>
            <a:spLocks noChangeShapeType="1"/>
          </p:cNvSpPr>
          <p:nvPr/>
        </p:nvSpPr>
        <p:spPr bwMode="auto">
          <a:xfrm flipH="1">
            <a:off x="3924300" y="2638425"/>
            <a:ext cx="0" cy="6477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651" name="Rectangle 6">
            <a:extLst>
              <a:ext uri="{FF2B5EF4-FFF2-40B4-BE49-F238E27FC236}">
                <a16:creationId xmlns:a16="http://schemas.microsoft.com/office/drawing/2014/main" id="{B0258341-CC90-01AD-3139-C8E62920FD4B}"/>
              </a:ext>
            </a:extLst>
          </p:cNvPr>
          <p:cNvSpPr>
            <a:spLocks noChangeArrowheads="1"/>
          </p:cNvSpPr>
          <p:nvPr/>
        </p:nvSpPr>
        <p:spPr bwMode="auto">
          <a:xfrm>
            <a:off x="1754188" y="3189288"/>
            <a:ext cx="1965325" cy="274637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7652" name="Line 7">
            <a:extLst>
              <a:ext uri="{FF2B5EF4-FFF2-40B4-BE49-F238E27FC236}">
                <a16:creationId xmlns:a16="http://schemas.microsoft.com/office/drawing/2014/main" id="{3BE09590-AECC-D4B0-2825-09204C4B736A}"/>
              </a:ext>
            </a:extLst>
          </p:cNvPr>
          <p:cNvSpPr>
            <a:spLocks noChangeShapeType="1"/>
          </p:cNvSpPr>
          <p:nvPr/>
        </p:nvSpPr>
        <p:spPr bwMode="auto">
          <a:xfrm>
            <a:off x="1754188" y="3875088"/>
            <a:ext cx="1965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53" name="Line 8">
            <a:extLst>
              <a:ext uri="{FF2B5EF4-FFF2-40B4-BE49-F238E27FC236}">
                <a16:creationId xmlns:a16="http://schemas.microsoft.com/office/drawing/2014/main" id="{40FDEAB1-36CC-319F-AC63-43C254119CE3}"/>
              </a:ext>
            </a:extLst>
          </p:cNvPr>
          <p:cNvSpPr>
            <a:spLocks noChangeShapeType="1"/>
          </p:cNvSpPr>
          <p:nvPr/>
        </p:nvSpPr>
        <p:spPr bwMode="auto">
          <a:xfrm>
            <a:off x="1754188" y="4564063"/>
            <a:ext cx="1965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54" name="Line 9">
            <a:extLst>
              <a:ext uri="{FF2B5EF4-FFF2-40B4-BE49-F238E27FC236}">
                <a16:creationId xmlns:a16="http://schemas.microsoft.com/office/drawing/2014/main" id="{191EE0DF-8C73-21F0-BC19-7F970DA776B4}"/>
              </a:ext>
            </a:extLst>
          </p:cNvPr>
          <p:cNvSpPr>
            <a:spLocks noChangeShapeType="1"/>
          </p:cNvSpPr>
          <p:nvPr/>
        </p:nvSpPr>
        <p:spPr bwMode="auto">
          <a:xfrm>
            <a:off x="1754188" y="5249863"/>
            <a:ext cx="1965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55" name="Rectangle 19">
            <a:extLst>
              <a:ext uri="{FF2B5EF4-FFF2-40B4-BE49-F238E27FC236}">
                <a16:creationId xmlns:a16="http://schemas.microsoft.com/office/drawing/2014/main" id="{697FE1F3-21EC-82ED-6092-554449966B9C}"/>
              </a:ext>
            </a:extLst>
          </p:cNvPr>
          <p:cNvSpPr>
            <a:spLocks noChangeArrowheads="1"/>
          </p:cNvSpPr>
          <p:nvPr/>
        </p:nvSpPr>
        <p:spPr bwMode="auto">
          <a:xfrm>
            <a:off x="3375025" y="2368550"/>
            <a:ext cx="842963" cy="4587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7656" name="Text Box 20">
            <a:extLst>
              <a:ext uri="{FF2B5EF4-FFF2-40B4-BE49-F238E27FC236}">
                <a16:creationId xmlns:a16="http://schemas.microsoft.com/office/drawing/2014/main" id="{05EE26DC-CE3A-C485-C289-E29A3FA131C4}"/>
              </a:ext>
            </a:extLst>
          </p:cNvPr>
          <p:cNvSpPr txBox="1">
            <a:spLocks noChangeArrowheads="1"/>
          </p:cNvSpPr>
          <p:nvPr/>
        </p:nvSpPr>
        <p:spPr bwMode="auto">
          <a:xfrm>
            <a:off x="3332163" y="1846263"/>
            <a:ext cx="9239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t>p_free</a:t>
            </a:r>
          </a:p>
        </p:txBody>
      </p:sp>
      <p:sp>
        <p:nvSpPr>
          <p:cNvPr id="27657" name="Line 21">
            <a:extLst>
              <a:ext uri="{FF2B5EF4-FFF2-40B4-BE49-F238E27FC236}">
                <a16:creationId xmlns:a16="http://schemas.microsoft.com/office/drawing/2014/main" id="{AD9863DE-F950-39E4-3CE7-A1CA35F92485}"/>
              </a:ext>
            </a:extLst>
          </p:cNvPr>
          <p:cNvSpPr>
            <a:spLocks noChangeShapeType="1"/>
          </p:cNvSpPr>
          <p:nvPr/>
        </p:nvSpPr>
        <p:spPr bwMode="auto">
          <a:xfrm>
            <a:off x="1768475" y="3630613"/>
            <a:ext cx="1944688"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658" name="Line 22">
            <a:extLst>
              <a:ext uri="{FF2B5EF4-FFF2-40B4-BE49-F238E27FC236}">
                <a16:creationId xmlns:a16="http://schemas.microsoft.com/office/drawing/2014/main" id="{9E2EF529-5F3A-9AC6-9136-BB325F54F05B}"/>
              </a:ext>
            </a:extLst>
          </p:cNvPr>
          <p:cNvSpPr>
            <a:spLocks noChangeShapeType="1"/>
          </p:cNvSpPr>
          <p:nvPr/>
        </p:nvSpPr>
        <p:spPr bwMode="auto">
          <a:xfrm>
            <a:off x="1768475" y="4351338"/>
            <a:ext cx="1944688"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659" name="Line 23">
            <a:extLst>
              <a:ext uri="{FF2B5EF4-FFF2-40B4-BE49-F238E27FC236}">
                <a16:creationId xmlns:a16="http://schemas.microsoft.com/office/drawing/2014/main" id="{28E76FB3-2372-2806-1A62-61F40E49F6B7}"/>
              </a:ext>
            </a:extLst>
          </p:cNvPr>
          <p:cNvSpPr>
            <a:spLocks noChangeShapeType="1"/>
          </p:cNvSpPr>
          <p:nvPr/>
        </p:nvSpPr>
        <p:spPr bwMode="auto">
          <a:xfrm>
            <a:off x="1768475" y="5719763"/>
            <a:ext cx="1944688"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660" name="Line 24">
            <a:extLst>
              <a:ext uri="{FF2B5EF4-FFF2-40B4-BE49-F238E27FC236}">
                <a16:creationId xmlns:a16="http://schemas.microsoft.com/office/drawing/2014/main" id="{29583E56-B70F-7057-8457-63C19BB43348}"/>
              </a:ext>
            </a:extLst>
          </p:cNvPr>
          <p:cNvSpPr>
            <a:spLocks noChangeShapeType="1"/>
          </p:cNvSpPr>
          <p:nvPr/>
        </p:nvSpPr>
        <p:spPr bwMode="auto">
          <a:xfrm>
            <a:off x="2633663" y="4711700"/>
            <a:ext cx="0" cy="287338"/>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165" name="Rectangle 30">
            <a:extLst>
              <a:ext uri="{FF2B5EF4-FFF2-40B4-BE49-F238E27FC236}">
                <a16:creationId xmlns:a16="http://schemas.microsoft.com/office/drawing/2014/main" id="{606B798B-41A8-3CC5-8608-C9AFE366F008}"/>
              </a:ext>
            </a:extLst>
          </p:cNvPr>
          <p:cNvSpPr>
            <a:spLocks noChangeArrowheads="1"/>
          </p:cNvSpPr>
          <p:nvPr/>
        </p:nvSpPr>
        <p:spPr bwMode="auto">
          <a:xfrm>
            <a:off x="4341813" y="3189288"/>
            <a:ext cx="1965325" cy="274637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49166" name="Line 31">
            <a:extLst>
              <a:ext uri="{FF2B5EF4-FFF2-40B4-BE49-F238E27FC236}">
                <a16:creationId xmlns:a16="http://schemas.microsoft.com/office/drawing/2014/main" id="{0B1E7077-5B95-62C3-EA13-151B063F7047}"/>
              </a:ext>
            </a:extLst>
          </p:cNvPr>
          <p:cNvSpPr>
            <a:spLocks noChangeShapeType="1"/>
          </p:cNvSpPr>
          <p:nvPr/>
        </p:nvSpPr>
        <p:spPr bwMode="auto">
          <a:xfrm>
            <a:off x="4341813" y="3875088"/>
            <a:ext cx="1965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7" name="Line 32">
            <a:extLst>
              <a:ext uri="{FF2B5EF4-FFF2-40B4-BE49-F238E27FC236}">
                <a16:creationId xmlns:a16="http://schemas.microsoft.com/office/drawing/2014/main" id="{6ECD0840-225D-ADD5-5249-42A2DAE5DD8F}"/>
              </a:ext>
            </a:extLst>
          </p:cNvPr>
          <p:cNvSpPr>
            <a:spLocks noChangeShapeType="1"/>
          </p:cNvSpPr>
          <p:nvPr/>
        </p:nvSpPr>
        <p:spPr bwMode="auto">
          <a:xfrm>
            <a:off x="4341813" y="4564063"/>
            <a:ext cx="1965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8" name="Line 33">
            <a:extLst>
              <a:ext uri="{FF2B5EF4-FFF2-40B4-BE49-F238E27FC236}">
                <a16:creationId xmlns:a16="http://schemas.microsoft.com/office/drawing/2014/main" id="{5F773661-9523-9BC3-AA73-6122EB96C8A3}"/>
              </a:ext>
            </a:extLst>
          </p:cNvPr>
          <p:cNvSpPr>
            <a:spLocks noChangeShapeType="1"/>
          </p:cNvSpPr>
          <p:nvPr/>
        </p:nvSpPr>
        <p:spPr bwMode="auto">
          <a:xfrm>
            <a:off x="4341813" y="5249863"/>
            <a:ext cx="1965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69" name="Line 34">
            <a:extLst>
              <a:ext uri="{FF2B5EF4-FFF2-40B4-BE49-F238E27FC236}">
                <a16:creationId xmlns:a16="http://schemas.microsoft.com/office/drawing/2014/main" id="{FBBE81CE-EE16-BA46-C09C-1A70A49E2D0D}"/>
              </a:ext>
            </a:extLst>
          </p:cNvPr>
          <p:cNvSpPr>
            <a:spLocks noChangeShapeType="1"/>
          </p:cNvSpPr>
          <p:nvPr/>
        </p:nvSpPr>
        <p:spPr bwMode="auto">
          <a:xfrm>
            <a:off x="6026150" y="3771900"/>
            <a:ext cx="5619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0" name="Line 35">
            <a:extLst>
              <a:ext uri="{FF2B5EF4-FFF2-40B4-BE49-F238E27FC236}">
                <a16:creationId xmlns:a16="http://schemas.microsoft.com/office/drawing/2014/main" id="{0856C69E-99E9-1E65-E164-1C8CF7C74C2F}"/>
              </a:ext>
            </a:extLst>
          </p:cNvPr>
          <p:cNvSpPr>
            <a:spLocks noChangeShapeType="1"/>
          </p:cNvSpPr>
          <p:nvPr/>
        </p:nvSpPr>
        <p:spPr bwMode="auto">
          <a:xfrm>
            <a:off x="6588125" y="3771900"/>
            <a:ext cx="0" cy="227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1" name="Line 36">
            <a:extLst>
              <a:ext uri="{FF2B5EF4-FFF2-40B4-BE49-F238E27FC236}">
                <a16:creationId xmlns:a16="http://schemas.microsoft.com/office/drawing/2014/main" id="{55ECF431-A279-B55B-81D8-621DD9ADACE0}"/>
              </a:ext>
            </a:extLst>
          </p:cNvPr>
          <p:cNvSpPr>
            <a:spLocks noChangeShapeType="1"/>
          </p:cNvSpPr>
          <p:nvPr/>
        </p:nvSpPr>
        <p:spPr bwMode="auto">
          <a:xfrm flipH="1">
            <a:off x="6307138" y="3998913"/>
            <a:ext cx="2809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72" name="Line 37">
            <a:extLst>
              <a:ext uri="{FF2B5EF4-FFF2-40B4-BE49-F238E27FC236}">
                <a16:creationId xmlns:a16="http://schemas.microsoft.com/office/drawing/2014/main" id="{F404AD5E-5283-09EF-284A-19CA39BF1C40}"/>
              </a:ext>
            </a:extLst>
          </p:cNvPr>
          <p:cNvSpPr>
            <a:spLocks noChangeShapeType="1"/>
          </p:cNvSpPr>
          <p:nvPr/>
        </p:nvSpPr>
        <p:spPr bwMode="auto">
          <a:xfrm>
            <a:off x="6026150" y="4457700"/>
            <a:ext cx="5619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3" name="Line 38">
            <a:extLst>
              <a:ext uri="{FF2B5EF4-FFF2-40B4-BE49-F238E27FC236}">
                <a16:creationId xmlns:a16="http://schemas.microsoft.com/office/drawing/2014/main" id="{74D8D70B-3599-9B95-E17B-F19A7118175F}"/>
              </a:ext>
            </a:extLst>
          </p:cNvPr>
          <p:cNvSpPr>
            <a:spLocks noChangeShapeType="1"/>
          </p:cNvSpPr>
          <p:nvPr/>
        </p:nvSpPr>
        <p:spPr bwMode="auto">
          <a:xfrm>
            <a:off x="6588125" y="4457700"/>
            <a:ext cx="0" cy="227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4" name="Line 39">
            <a:extLst>
              <a:ext uri="{FF2B5EF4-FFF2-40B4-BE49-F238E27FC236}">
                <a16:creationId xmlns:a16="http://schemas.microsoft.com/office/drawing/2014/main" id="{65B1E9FB-4333-82BF-419F-9D607E35F661}"/>
              </a:ext>
            </a:extLst>
          </p:cNvPr>
          <p:cNvSpPr>
            <a:spLocks noChangeShapeType="1"/>
          </p:cNvSpPr>
          <p:nvPr/>
        </p:nvSpPr>
        <p:spPr bwMode="auto">
          <a:xfrm flipH="1">
            <a:off x="6307138" y="4684713"/>
            <a:ext cx="2809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75" name="Line 40">
            <a:extLst>
              <a:ext uri="{FF2B5EF4-FFF2-40B4-BE49-F238E27FC236}">
                <a16:creationId xmlns:a16="http://schemas.microsoft.com/office/drawing/2014/main" id="{70F71709-A94A-227D-5BA7-7B3327828E85}"/>
              </a:ext>
            </a:extLst>
          </p:cNvPr>
          <p:cNvSpPr>
            <a:spLocks noChangeShapeType="1"/>
          </p:cNvSpPr>
          <p:nvPr/>
        </p:nvSpPr>
        <p:spPr bwMode="auto">
          <a:xfrm>
            <a:off x="6026150" y="5143500"/>
            <a:ext cx="5619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6" name="Line 41">
            <a:extLst>
              <a:ext uri="{FF2B5EF4-FFF2-40B4-BE49-F238E27FC236}">
                <a16:creationId xmlns:a16="http://schemas.microsoft.com/office/drawing/2014/main" id="{679928C4-1A3C-C42E-8EA3-227A2D08F0DC}"/>
              </a:ext>
            </a:extLst>
          </p:cNvPr>
          <p:cNvSpPr>
            <a:spLocks noChangeShapeType="1"/>
          </p:cNvSpPr>
          <p:nvPr/>
        </p:nvSpPr>
        <p:spPr bwMode="auto">
          <a:xfrm>
            <a:off x="6588125" y="5143500"/>
            <a:ext cx="0" cy="227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77" name="Line 42">
            <a:extLst>
              <a:ext uri="{FF2B5EF4-FFF2-40B4-BE49-F238E27FC236}">
                <a16:creationId xmlns:a16="http://schemas.microsoft.com/office/drawing/2014/main" id="{B4B185C9-59CD-D4B6-32CF-1CE9183CD301}"/>
              </a:ext>
            </a:extLst>
          </p:cNvPr>
          <p:cNvSpPr>
            <a:spLocks noChangeShapeType="1"/>
          </p:cNvSpPr>
          <p:nvPr/>
        </p:nvSpPr>
        <p:spPr bwMode="auto">
          <a:xfrm flipH="1">
            <a:off x="6307138" y="5370513"/>
            <a:ext cx="2809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78" name="Line 45">
            <a:extLst>
              <a:ext uri="{FF2B5EF4-FFF2-40B4-BE49-F238E27FC236}">
                <a16:creationId xmlns:a16="http://schemas.microsoft.com/office/drawing/2014/main" id="{7C88E0E8-58B1-23F7-17AC-30D80A058E52}"/>
              </a:ext>
            </a:extLst>
          </p:cNvPr>
          <p:cNvSpPr>
            <a:spLocks noChangeShapeType="1"/>
          </p:cNvSpPr>
          <p:nvPr/>
        </p:nvSpPr>
        <p:spPr bwMode="auto">
          <a:xfrm>
            <a:off x="4356100" y="3630613"/>
            <a:ext cx="1944688"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179" name="Line 46">
            <a:extLst>
              <a:ext uri="{FF2B5EF4-FFF2-40B4-BE49-F238E27FC236}">
                <a16:creationId xmlns:a16="http://schemas.microsoft.com/office/drawing/2014/main" id="{84F49B7B-0B7E-A8FF-669E-B518F11F2799}"/>
              </a:ext>
            </a:extLst>
          </p:cNvPr>
          <p:cNvSpPr>
            <a:spLocks noChangeShapeType="1"/>
          </p:cNvSpPr>
          <p:nvPr/>
        </p:nvSpPr>
        <p:spPr bwMode="auto">
          <a:xfrm>
            <a:off x="4356100" y="4351338"/>
            <a:ext cx="1944688"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180" name="Line 47">
            <a:extLst>
              <a:ext uri="{FF2B5EF4-FFF2-40B4-BE49-F238E27FC236}">
                <a16:creationId xmlns:a16="http://schemas.microsoft.com/office/drawing/2014/main" id="{18F82DC6-FB9F-E9CE-A156-150BB28C153E}"/>
              </a:ext>
            </a:extLst>
          </p:cNvPr>
          <p:cNvSpPr>
            <a:spLocks noChangeShapeType="1"/>
          </p:cNvSpPr>
          <p:nvPr/>
        </p:nvSpPr>
        <p:spPr bwMode="auto">
          <a:xfrm>
            <a:off x="4356100" y="5719763"/>
            <a:ext cx="1944688"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181" name="Line 48">
            <a:extLst>
              <a:ext uri="{FF2B5EF4-FFF2-40B4-BE49-F238E27FC236}">
                <a16:creationId xmlns:a16="http://schemas.microsoft.com/office/drawing/2014/main" id="{DBAEF345-0CD8-D087-76A8-C22685C5A2CE}"/>
              </a:ext>
            </a:extLst>
          </p:cNvPr>
          <p:cNvSpPr>
            <a:spLocks noChangeShapeType="1"/>
          </p:cNvSpPr>
          <p:nvPr/>
        </p:nvSpPr>
        <p:spPr bwMode="auto">
          <a:xfrm>
            <a:off x="5221288" y="4711700"/>
            <a:ext cx="0" cy="287338"/>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182" name="Text Box 67">
            <a:extLst>
              <a:ext uri="{FF2B5EF4-FFF2-40B4-BE49-F238E27FC236}">
                <a16:creationId xmlns:a16="http://schemas.microsoft.com/office/drawing/2014/main" id="{DF46594B-21DB-8835-8731-C983D46E3A73}"/>
              </a:ext>
            </a:extLst>
          </p:cNvPr>
          <p:cNvSpPr txBox="1">
            <a:spLocks noChangeArrowheads="1"/>
          </p:cNvSpPr>
          <p:nvPr/>
        </p:nvSpPr>
        <p:spPr bwMode="auto">
          <a:xfrm>
            <a:off x="5060950" y="5645150"/>
            <a:ext cx="6445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400"/>
              <a:t>NULL</a:t>
            </a:r>
          </a:p>
        </p:txBody>
      </p:sp>
      <p:sp>
        <p:nvSpPr>
          <p:cNvPr id="49183" name="Line 1">
            <a:extLst>
              <a:ext uri="{FF2B5EF4-FFF2-40B4-BE49-F238E27FC236}">
                <a16:creationId xmlns:a16="http://schemas.microsoft.com/office/drawing/2014/main" id="{5882C503-3516-7E88-CCCF-767FC12DF50D}"/>
              </a:ext>
            </a:extLst>
          </p:cNvPr>
          <p:cNvSpPr>
            <a:spLocks noChangeShapeType="1"/>
          </p:cNvSpPr>
          <p:nvPr/>
        </p:nvSpPr>
        <p:spPr bwMode="auto">
          <a:xfrm flipH="1">
            <a:off x="3924300" y="3286125"/>
            <a:ext cx="433388"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7680" name="矩形 66">
            <a:extLst>
              <a:ext uri="{FF2B5EF4-FFF2-40B4-BE49-F238E27FC236}">
                <a16:creationId xmlns:a16="http://schemas.microsoft.com/office/drawing/2014/main" id="{1C3E9B3B-6477-5179-946E-F162D412E5E0}"/>
              </a:ext>
            </a:extLst>
          </p:cNvPr>
          <p:cNvSpPr>
            <a:spLocks noChangeArrowheads="1"/>
          </p:cNvSpPr>
          <p:nvPr/>
        </p:nvSpPr>
        <p:spPr bwMode="auto">
          <a:xfrm>
            <a:off x="1820863" y="3286125"/>
            <a:ext cx="1871662" cy="2592388"/>
          </a:xfrm>
          <a:prstGeom prst="rect">
            <a:avLst/>
          </a:prstGeom>
          <a:solidFill>
            <a:schemeClr val="accent1"/>
          </a:solidFill>
          <a:ln w="9525" algn="ctr">
            <a:solidFill>
              <a:schemeClr val="tx1"/>
            </a:solidFill>
            <a:miter lim="800000"/>
            <a:headEnd/>
            <a:tailEnd/>
          </a:ln>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99363" name="Rectangle 3">
            <a:extLst>
              <a:ext uri="{FF2B5EF4-FFF2-40B4-BE49-F238E27FC236}">
                <a16:creationId xmlns:a16="http://schemas.microsoft.com/office/drawing/2014/main" id="{300C19E8-4B1F-6DAD-0775-DEABE3C7BA3B}"/>
              </a:ext>
            </a:extLst>
          </p:cNvPr>
          <p:cNvSpPr>
            <a:spLocks noChangeArrowheads="1"/>
          </p:cNvSpPr>
          <p:nvPr/>
        </p:nvSpPr>
        <p:spPr bwMode="auto">
          <a:xfrm>
            <a:off x="395288" y="260350"/>
            <a:ext cx="8229600" cy="1479550"/>
          </a:xfrm>
          <a:prstGeom prst="rect">
            <a:avLst/>
          </a:prstGeom>
          <a:noFill/>
          <a:ln w="9525">
            <a:noFill/>
            <a:miter lim="800000"/>
            <a:headEnd/>
            <a:tailEnd/>
          </a:ln>
        </p:spPr>
        <p:txBody>
          <a:bodyPr/>
          <a:lstStyle/>
          <a:p>
            <a:pPr marL="342900" indent="-342900" eaLnBrk="1" hangingPunct="1">
              <a:spcBef>
                <a:spcPct val="20000"/>
              </a:spcBef>
              <a:buClr>
                <a:schemeClr val="hlink"/>
              </a:buClr>
              <a:buSzPct val="60000"/>
              <a:buFont typeface="Wingdings" pitchFamily="2" charset="2"/>
              <a:buChar char="n"/>
              <a:defRPr/>
            </a:pPr>
            <a:r>
              <a:rPr lang="zh-CN" altLang="en-US" sz="2800" dirty="0">
                <a:effectLst>
                  <a:outerShdw blurRad="38100" dist="38100" dir="2700000" algn="tl">
                    <a:srgbClr val="000000"/>
                  </a:outerShdw>
                </a:effectLst>
              </a:rPr>
              <a:t>在创建动态对象时，一大块用完了，怎么办？</a:t>
            </a:r>
            <a:endParaRPr lang="en-US" altLang="zh-CN" sz="2800" dirty="0">
              <a:effectLst>
                <a:outerShdw blurRad="38100" dist="38100" dir="2700000" algn="tl">
                  <a:srgbClr val="000000"/>
                </a:outerShdw>
              </a:effectLst>
            </a:endParaRPr>
          </a:p>
          <a:p>
            <a:pPr marL="342900" indent="-342900" eaLnBrk="1" hangingPunct="1">
              <a:spcBef>
                <a:spcPct val="20000"/>
              </a:spcBef>
              <a:buClr>
                <a:schemeClr val="hlink"/>
              </a:buClr>
              <a:buSzPct val="60000"/>
              <a:buFont typeface="Wingdings" pitchFamily="2" charset="2"/>
              <a:buChar char="n"/>
              <a:defRPr/>
            </a:pPr>
            <a:r>
              <a:rPr lang="zh-CN" altLang="en-US" sz="2800" dirty="0">
                <a:effectLst>
                  <a:outerShdw blurRad="38100" dist="38100" dir="2700000" algn="tl">
                    <a:srgbClr val="000000"/>
                  </a:outerShdw>
                </a:effectLst>
              </a:rPr>
              <a:t>根据</a:t>
            </a:r>
            <a:r>
              <a:rPr lang="en-US" altLang="zh-CN" sz="2800" dirty="0">
                <a:effectLst>
                  <a:outerShdw blurRad="38100" dist="38100" dir="2700000" algn="tl">
                    <a:srgbClr val="000000"/>
                  </a:outerShdw>
                </a:effectLst>
              </a:rPr>
              <a:t>new</a:t>
            </a:r>
            <a:r>
              <a:rPr lang="zh-CN" altLang="en-US" sz="2800" dirty="0">
                <a:effectLst>
                  <a:outerShdw blurRad="38100" dist="38100" dir="2700000" algn="tl">
                    <a:srgbClr val="000000"/>
                  </a:outerShdw>
                </a:effectLst>
              </a:rPr>
              <a:t>的重载函数，它将会申请第二大块，并再次构建链表：</a:t>
            </a:r>
          </a:p>
        </p:txBody>
      </p:sp>
      <p:sp>
        <p:nvSpPr>
          <p:cNvPr id="2" name="TextBox 1">
            <a:extLst>
              <a:ext uri="{FF2B5EF4-FFF2-40B4-BE49-F238E27FC236}">
                <a16:creationId xmlns:a16="http://schemas.microsoft.com/office/drawing/2014/main" id="{316DE32A-9D32-DD37-8529-C57C05EDCC70}"/>
              </a:ext>
            </a:extLst>
          </p:cNvPr>
          <p:cNvSpPr txBox="1">
            <a:spLocks noChangeArrowheads="1"/>
          </p:cNvSpPr>
          <p:nvPr/>
        </p:nvSpPr>
        <p:spPr bwMode="auto">
          <a:xfrm>
            <a:off x="3492500" y="2473325"/>
            <a:ext cx="6492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400"/>
              <a:t>NULL</a:t>
            </a:r>
            <a:endParaRPr lang="zh-CN" altLang="en-US"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xit" presetSubtype="4" fill="hold" grpId="0" nodeType="clickEffect">
                                  <p:stCondLst>
                                    <p:cond delay="0"/>
                                  </p:stCondLst>
                                  <p:childTnLst>
                                    <p:anim calcmode="lin" valueType="num">
                                      <p:cBhvr additive="base">
                                        <p:cTn id="6" dur="500"/>
                                        <p:tgtEl>
                                          <p:spTgt spid="2"/>
                                        </p:tgtEl>
                                        <p:attrNameLst>
                                          <p:attrName>ppt_x</p:attrName>
                                        </p:attrNameLst>
                                      </p:cBhvr>
                                      <p:tavLst>
                                        <p:tav tm="0">
                                          <p:val>
                                            <p:strVal val="ppt_x"/>
                                          </p:val>
                                        </p:tav>
                                        <p:tav tm="100000">
                                          <p:val>
                                            <p:strVal val="ppt_x"/>
                                          </p:val>
                                        </p:tav>
                                      </p:tavLst>
                                    </p:anim>
                                    <p:anim calcmode="lin" valueType="num">
                                      <p:cBhvr additive="base">
                                        <p:cTn id="7" dur="500"/>
                                        <p:tgtEl>
                                          <p:spTgt spid="2"/>
                                        </p:tgtEl>
                                        <p:attrNameLst>
                                          <p:attrName>ppt_y</p:attrName>
                                        </p:attrNameLst>
                                      </p:cBhvr>
                                      <p:tavLst>
                                        <p:tav tm="0">
                                          <p:val>
                                            <p:strVal val="ppt_y"/>
                                          </p:val>
                                        </p:tav>
                                        <p:tav tm="100000">
                                          <p:val>
                                            <p:strVal val="1+ppt_h/2"/>
                                          </p:val>
                                        </p:tav>
                                      </p:tavLst>
                                    </p:anim>
                                    <p:set>
                                      <p:cBhvr>
                                        <p:cTn id="8" dur="1" fill="hold">
                                          <p:stCondLst>
                                            <p:cond delay="499"/>
                                          </p:stCondLst>
                                        </p:cTn>
                                        <p:tgtEl>
                                          <p:spTgt spid="2"/>
                                        </p:tgtEl>
                                        <p:attrNameLst>
                                          <p:attrName>style.visibility</p:attrName>
                                        </p:attrNameLst>
                                      </p:cBhvr>
                                      <p:to>
                                        <p:strVal val="hidden"/>
                                      </p:to>
                                    </p:set>
                                  </p:childTnLst>
                                </p:cTn>
                              </p:par>
                              <p:par>
                                <p:cTn id="9" presetID="2" presetClass="entr" presetSubtype="4" fill="hold" grpId="0" nodeType="withEffect">
                                  <p:stCondLst>
                                    <p:cond delay="0"/>
                                  </p:stCondLst>
                                  <p:childTnLst>
                                    <p:set>
                                      <p:cBhvr>
                                        <p:cTn id="10" dur="1" fill="hold">
                                          <p:stCondLst>
                                            <p:cond delay="0"/>
                                          </p:stCondLst>
                                        </p:cTn>
                                        <p:tgtEl>
                                          <p:spTgt spid="49165"/>
                                        </p:tgtEl>
                                        <p:attrNameLst>
                                          <p:attrName>style.visibility</p:attrName>
                                        </p:attrNameLst>
                                      </p:cBhvr>
                                      <p:to>
                                        <p:strVal val="visible"/>
                                      </p:to>
                                    </p:set>
                                    <p:anim calcmode="lin" valueType="num">
                                      <p:cBhvr additive="base">
                                        <p:cTn id="11" dur="500" fill="hold"/>
                                        <p:tgtEl>
                                          <p:spTgt spid="49165"/>
                                        </p:tgtEl>
                                        <p:attrNameLst>
                                          <p:attrName>ppt_x</p:attrName>
                                        </p:attrNameLst>
                                      </p:cBhvr>
                                      <p:tavLst>
                                        <p:tav tm="0">
                                          <p:val>
                                            <p:strVal val="#ppt_x"/>
                                          </p:val>
                                        </p:tav>
                                        <p:tav tm="100000">
                                          <p:val>
                                            <p:strVal val="#ppt_x"/>
                                          </p:val>
                                        </p:tav>
                                      </p:tavLst>
                                    </p:anim>
                                    <p:anim calcmode="lin" valueType="num">
                                      <p:cBhvr additive="base">
                                        <p:cTn id="12" dur="500" fill="hold"/>
                                        <p:tgtEl>
                                          <p:spTgt spid="4916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9166"/>
                                        </p:tgtEl>
                                        <p:attrNameLst>
                                          <p:attrName>style.visibility</p:attrName>
                                        </p:attrNameLst>
                                      </p:cBhvr>
                                      <p:to>
                                        <p:strVal val="visible"/>
                                      </p:to>
                                    </p:set>
                                    <p:anim calcmode="lin" valueType="num">
                                      <p:cBhvr additive="base">
                                        <p:cTn id="15" dur="500" fill="hold"/>
                                        <p:tgtEl>
                                          <p:spTgt spid="49166"/>
                                        </p:tgtEl>
                                        <p:attrNameLst>
                                          <p:attrName>ppt_x</p:attrName>
                                        </p:attrNameLst>
                                      </p:cBhvr>
                                      <p:tavLst>
                                        <p:tav tm="0">
                                          <p:val>
                                            <p:strVal val="#ppt_x"/>
                                          </p:val>
                                        </p:tav>
                                        <p:tav tm="100000">
                                          <p:val>
                                            <p:strVal val="#ppt_x"/>
                                          </p:val>
                                        </p:tav>
                                      </p:tavLst>
                                    </p:anim>
                                    <p:anim calcmode="lin" valueType="num">
                                      <p:cBhvr additive="base">
                                        <p:cTn id="16" dur="500" fill="hold"/>
                                        <p:tgtEl>
                                          <p:spTgt spid="4916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9167"/>
                                        </p:tgtEl>
                                        <p:attrNameLst>
                                          <p:attrName>style.visibility</p:attrName>
                                        </p:attrNameLst>
                                      </p:cBhvr>
                                      <p:to>
                                        <p:strVal val="visible"/>
                                      </p:to>
                                    </p:set>
                                    <p:anim calcmode="lin" valueType="num">
                                      <p:cBhvr additive="base">
                                        <p:cTn id="19" dur="500" fill="hold"/>
                                        <p:tgtEl>
                                          <p:spTgt spid="49167"/>
                                        </p:tgtEl>
                                        <p:attrNameLst>
                                          <p:attrName>ppt_x</p:attrName>
                                        </p:attrNameLst>
                                      </p:cBhvr>
                                      <p:tavLst>
                                        <p:tav tm="0">
                                          <p:val>
                                            <p:strVal val="#ppt_x"/>
                                          </p:val>
                                        </p:tav>
                                        <p:tav tm="100000">
                                          <p:val>
                                            <p:strVal val="#ppt_x"/>
                                          </p:val>
                                        </p:tav>
                                      </p:tavLst>
                                    </p:anim>
                                    <p:anim calcmode="lin" valueType="num">
                                      <p:cBhvr additive="base">
                                        <p:cTn id="20" dur="500" fill="hold"/>
                                        <p:tgtEl>
                                          <p:spTgt spid="49167"/>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9168"/>
                                        </p:tgtEl>
                                        <p:attrNameLst>
                                          <p:attrName>style.visibility</p:attrName>
                                        </p:attrNameLst>
                                      </p:cBhvr>
                                      <p:to>
                                        <p:strVal val="visible"/>
                                      </p:to>
                                    </p:set>
                                    <p:anim calcmode="lin" valueType="num">
                                      <p:cBhvr additive="base">
                                        <p:cTn id="23" dur="500" fill="hold"/>
                                        <p:tgtEl>
                                          <p:spTgt spid="49168"/>
                                        </p:tgtEl>
                                        <p:attrNameLst>
                                          <p:attrName>ppt_x</p:attrName>
                                        </p:attrNameLst>
                                      </p:cBhvr>
                                      <p:tavLst>
                                        <p:tav tm="0">
                                          <p:val>
                                            <p:strVal val="#ppt_x"/>
                                          </p:val>
                                        </p:tav>
                                        <p:tav tm="100000">
                                          <p:val>
                                            <p:strVal val="#ppt_x"/>
                                          </p:val>
                                        </p:tav>
                                      </p:tavLst>
                                    </p:anim>
                                    <p:anim calcmode="lin" valueType="num">
                                      <p:cBhvr additive="base">
                                        <p:cTn id="24" dur="500" fill="hold"/>
                                        <p:tgtEl>
                                          <p:spTgt spid="49168"/>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9169"/>
                                        </p:tgtEl>
                                        <p:attrNameLst>
                                          <p:attrName>style.visibility</p:attrName>
                                        </p:attrNameLst>
                                      </p:cBhvr>
                                      <p:to>
                                        <p:strVal val="visible"/>
                                      </p:to>
                                    </p:set>
                                    <p:anim calcmode="lin" valueType="num">
                                      <p:cBhvr additive="base">
                                        <p:cTn id="27" dur="500" fill="hold"/>
                                        <p:tgtEl>
                                          <p:spTgt spid="49169"/>
                                        </p:tgtEl>
                                        <p:attrNameLst>
                                          <p:attrName>ppt_x</p:attrName>
                                        </p:attrNameLst>
                                      </p:cBhvr>
                                      <p:tavLst>
                                        <p:tav tm="0">
                                          <p:val>
                                            <p:strVal val="#ppt_x"/>
                                          </p:val>
                                        </p:tav>
                                        <p:tav tm="100000">
                                          <p:val>
                                            <p:strVal val="#ppt_x"/>
                                          </p:val>
                                        </p:tav>
                                      </p:tavLst>
                                    </p:anim>
                                    <p:anim calcmode="lin" valueType="num">
                                      <p:cBhvr additive="base">
                                        <p:cTn id="28" dur="500" fill="hold"/>
                                        <p:tgtEl>
                                          <p:spTgt spid="49169"/>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9170"/>
                                        </p:tgtEl>
                                        <p:attrNameLst>
                                          <p:attrName>style.visibility</p:attrName>
                                        </p:attrNameLst>
                                      </p:cBhvr>
                                      <p:to>
                                        <p:strVal val="visible"/>
                                      </p:to>
                                    </p:set>
                                    <p:anim calcmode="lin" valueType="num">
                                      <p:cBhvr additive="base">
                                        <p:cTn id="31" dur="500" fill="hold"/>
                                        <p:tgtEl>
                                          <p:spTgt spid="49170"/>
                                        </p:tgtEl>
                                        <p:attrNameLst>
                                          <p:attrName>ppt_x</p:attrName>
                                        </p:attrNameLst>
                                      </p:cBhvr>
                                      <p:tavLst>
                                        <p:tav tm="0">
                                          <p:val>
                                            <p:strVal val="#ppt_x"/>
                                          </p:val>
                                        </p:tav>
                                        <p:tav tm="100000">
                                          <p:val>
                                            <p:strVal val="#ppt_x"/>
                                          </p:val>
                                        </p:tav>
                                      </p:tavLst>
                                    </p:anim>
                                    <p:anim calcmode="lin" valueType="num">
                                      <p:cBhvr additive="base">
                                        <p:cTn id="32" dur="500" fill="hold"/>
                                        <p:tgtEl>
                                          <p:spTgt spid="49170"/>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9171"/>
                                        </p:tgtEl>
                                        <p:attrNameLst>
                                          <p:attrName>style.visibility</p:attrName>
                                        </p:attrNameLst>
                                      </p:cBhvr>
                                      <p:to>
                                        <p:strVal val="visible"/>
                                      </p:to>
                                    </p:set>
                                    <p:anim calcmode="lin" valueType="num">
                                      <p:cBhvr additive="base">
                                        <p:cTn id="35" dur="500" fill="hold"/>
                                        <p:tgtEl>
                                          <p:spTgt spid="49171"/>
                                        </p:tgtEl>
                                        <p:attrNameLst>
                                          <p:attrName>ppt_x</p:attrName>
                                        </p:attrNameLst>
                                      </p:cBhvr>
                                      <p:tavLst>
                                        <p:tav tm="0">
                                          <p:val>
                                            <p:strVal val="#ppt_x"/>
                                          </p:val>
                                        </p:tav>
                                        <p:tav tm="100000">
                                          <p:val>
                                            <p:strVal val="#ppt_x"/>
                                          </p:val>
                                        </p:tav>
                                      </p:tavLst>
                                    </p:anim>
                                    <p:anim calcmode="lin" valueType="num">
                                      <p:cBhvr additive="base">
                                        <p:cTn id="36" dur="500" fill="hold"/>
                                        <p:tgtEl>
                                          <p:spTgt spid="49171"/>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9172"/>
                                        </p:tgtEl>
                                        <p:attrNameLst>
                                          <p:attrName>style.visibility</p:attrName>
                                        </p:attrNameLst>
                                      </p:cBhvr>
                                      <p:to>
                                        <p:strVal val="visible"/>
                                      </p:to>
                                    </p:set>
                                    <p:anim calcmode="lin" valueType="num">
                                      <p:cBhvr additive="base">
                                        <p:cTn id="39" dur="500" fill="hold"/>
                                        <p:tgtEl>
                                          <p:spTgt spid="49172"/>
                                        </p:tgtEl>
                                        <p:attrNameLst>
                                          <p:attrName>ppt_x</p:attrName>
                                        </p:attrNameLst>
                                      </p:cBhvr>
                                      <p:tavLst>
                                        <p:tav tm="0">
                                          <p:val>
                                            <p:strVal val="#ppt_x"/>
                                          </p:val>
                                        </p:tav>
                                        <p:tav tm="100000">
                                          <p:val>
                                            <p:strVal val="#ppt_x"/>
                                          </p:val>
                                        </p:tav>
                                      </p:tavLst>
                                    </p:anim>
                                    <p:anim calcmode="lin" valueType="num">
                                      <p:cBhvr additive="base">
                                        <p:cTn id="40" dur="500" fill="hold"/>
                                        <p:tgtEl>
                                          <p:spTgt spid="49172"/>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49173"/>
                                        </p:tgtEl>
                                        <p:attrNameLst>
                                          <p:attrName>style.visibility</p:attrName>
                                        </p:attrNameLst>
                                      </p:cBhvr>
                                      <p:to>
                                        <p:strVal val="visible"/>
                                      </p:to>
                                    </p:set>
                                    <p:anim calcmode="lin" valueType="num">
                                      <p:cBhvr additive="base">
                                        <p:cTn id="43" dur="500" fill="hold"/>
                                        <p:tgtEl>
                                          <p:spTgt spid="49173"/>
                                        </p:tgtEl>
                                        <p:attrNameLst>
                                          <p:attrName>ppt_x</p:attrName>
                                        </p:attrNameLst>
                                      </p:cBhvr>
                                      <p:tavLst>
                                        <p:tav tm="0">
                                          <p:val>
                                            <p:strVal val="#ppt_x"/>
                                          </p:val>
                                        </p:tav>
                                        <p:tav tm="100000">
                                          <p:val>
                                            <p:strVal val="#ppt_x"/>
                                          </p:val>
                                        </p:tav>
                                      </p:tavLst>
                                    </p:anim>
                                    <p:anim calcmode="lin" valueType="num">
                                      <p:cBhvr additive="base">
                                        <p:cTn id="44" dur="500" fill="hold"/>
                                        <p:tgtEl>
                                          <p:spTgt spid="49173"/>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49174"/>
                                        </p:tgtEl>
                                        <p:attrNameLst>
                                          <p:attrName>style.visibility</p:attrName>
                                        </p:attrNameLst>
                                      </p:cBhvr>
                                      <p:to>
                                        <p:strVal val="visible"/>
                                      </p:to>
                                    </p:set>
                                    <p:anim calcmode="lin" valueType="num">
                                      <p:cBhvr additive="base">
                                        <p:cTn id="47" dur="500" fill="hold"/>
                                        <p:tgtEl>
                                          <p:spTgt spid="49174"/>
                                        </p:tgtEl>
                                        <p:attrNameLst>
                                          <p:attrName>ppt_x</p:attrName>
                                        </p:attrNameLst>
                                      </p:cBhvr>
                                      <p:tavLst>
                                        <p:tav tm="0">
                                          <p:val>
                                            <p:strVal val="#ppt_x"/>
                                          </p:val>
                                        </p:tav>
                                        <p:tav tm="100000">
                                          <p:val>
                                            <p:strVal val="#ppt_x"/>
                                          </p:val>
                                        </p:tav>
                                      </p:tavLst>
                                    </p:anim>
                                    <p:anim calcmode="lin" valueType="num">
                                      <p:cBhvr additive="base">
                                        <p:cTn id="48" dur="500" fill="hold"/>
                                        <p:tgtEl>
                                          <p:spTgt spid="49174"/>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49175"/>
                                        </p:tgtEl>
                                        <p:attrNameLst>
                                          <p:attrName>style.visibility</p:attrName>
                                        </p:attrNameLst>
                                      </p:cBhvr>
                                      <p:to>
                                        <p:strVal val="visible"/>
                                      </p:to>
                                    </p:set>
                                    <p:anim calcmode="lin" valueType="num">
                                      <p:cBhvr additive="base">
                                        <p:cTn id="51" dur="500" fill="hold"/>
                                        <p:tgtEl>
                                          <p:spTgt spid="49175"/>
                                        </p:tgtEl>
                                        <p:attrNameLst>
                                          <p:attrName>ppt_x</p:attrName>
                                        </p:attrNameLst>
                                      </p:cBhvr>
                                      <p:tavLst>
                                        <p:tav tm="0">
                                          <p:val>
                                            <p:strVal val="#ppt_x"/>
                                          </p:val>
                                        </p:tav>
                                        <p:tav tm="100000">
                                          <p:val>
                                            <p:strVal val="#ppt_x"/>
                                          </p:val>
                                        </p:tav>
                                      </p:tavLst>
                                    </p:anim>
                                    <p:anim calcmode="lin" valueType="num">
                                      <p:cBhvr additive="base">
                                        <p:cTn id="52" dur="500" fill="hold"/>
                                        <p:tgtEl>
                                          <p:spTgt spid="49175"/>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49176"/>
                                        </p:tgtEl>
                                        <p:attrNameLst>
                                          <p:attrName>style.visibility</p:attrName>
                                        </p:attrNameLst>
                                      </p:cBhvr>
                                      <p:to>
                                        <p:strVal val="visible"/>
                                      </p:to>
                                    </p:set>
                                    <p:anim calcmode="lin" valueType="num">
                                      <p:cBhvr additive="base">
                                        <p:cTn id="55" dur="500" fill="hold"/>
                                        <p:tgtEl>
                                          <p:spTgt spid="49176"/>
                                        </p:tgtEl>
                                        <p:attrNameLst>
                                          <p:attrName>ppt_x</p:attrName>
                                        </p:attrNameLst>
                                      </p:cBhvr>
                                      <p:tavLst>
                                        <p:tav tm="0">
                                          <p:val>
                                            <p:strVal val="#ppt_x"/>
                                          </p:val>
                                        </p:tav>
                                        <p:tav tm="100000">
                                          <p:val>
                                            <p:strVal val="#ppt_x"/>
                                          </p:val>
                                        </p:tav>
                                      </p:tavLst>
                                    </p:anim>
                                    <p:anim calcmode="lin" valueType="num">
                                      <p:cBhvr additive="base">
                                        <p:cTn id="56" dur="500" fill="hold"/>
                                        <p:tgtEl>
                                          <p:spTgt spid="49176"/>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49177"/>
                                        </p:tgtEl>
                                        <p:attrNameLst>
                                          <p:attrName>style.visibility</p:attrName>
                                        </p:attrNameLst>
                                      </p:cBhvr>
                                      <p:to>
                                        <p:strVal val="visible"/>
                                      </p:to>
                                    </p:set>
                                    <p:anim calcmode="lin" valueType="num">
                                      <p:cBhvr additive="base">
                                        <p:cTn id="59" dur="500" fill="hold"/>
                                        <p:tgtEl>
                                          <p:spTgt spid="49177"/>
                                        </p:tgtEl>
                                        <p:attrNameLst>
                                          <p:attrName>ppt_x</p:attrName>
                                        </p:attrNameLst>
                                      </p:cBhvr>
                                      <p:tavLst>
                                        <p:tav tm="0">
                                          <p:val>
                                            <p:strVal val="#ppt_x"/>
                                          </p:val>
                                        </p:tav>
                                        <p:tav tm="100000">
                                          <p:val>
                                            <p:strVal val="#ppt_x"/>
                                          </p:val>
                                        </p:tav>
                                      </p:tavLst>
                                    </p:anim>
                                    <p:anim calcmode="lin" valueType="num">
                                      <p:cBhvr additive="base">
                                        <p:cTn id="60" dur="500" fill="hold"/>
                                        <p:tgtEl>
                                          <p:spTgt spid="49177"/>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49178"/>
                                        </p:tgtEl>
                                        <p:attrNameLst>
                                          <p:attrName>style.visibility</p:attrName>
                                        </p:attrNameLst>
                                      </p:cBhvr>
                                      <p:to>
                                        <p:strVal val="visible"/>
                                      </p:to>
                                    </p:set>
                                    <p:anim calcmode="lin" valueType="num">
                                      <p:cBhvr additive="base">
                                        <p:cTn id="63" dur="500" fill="hold"/>
                                        <p:tgtEl>
                                          <p:spTgt spid="49178"/>
                                        </p:tgtEl>
                                        <p:attrNameLst>
                                          <p:attrName>ppt_x</p:attrName>
                                        </p:attrNameLst>
                                      </p:cBhvr>
                                      <p:tavLst>
                                        <p:tav tm="0">
                                          <p:val>
                                            <p:strVal val="#ppt_x"/>
                                          </p:val>
                                        </p:tav>
                                        <p:tav tm="100000">
                                          <p:val>
                                            <p:strVal val="#ppt_x"/>
                                          </p:val>
                                        </p:tav>
                                      </p:tavLst>
                                    </p:anim>
                                    <p:anim calcmode="lin" valueType="num">
                                      <p:cBhvr additive="base">
                                        <p:cTn id="64" dur="500" fill="hold"/>
                                        <p:tgtEl>
                                          <p:spTgt spid="49178"/>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49179"/>
                                        </p:tgtEl>
                                        <p:attrNameLst>
                                          <p:attrName>style.visibility</p:attrName>
                                        </p:attrNameLst>
                                      </p:cBhvr>
                                      <p:to>
                                        <p:strVal val="visible"/>
                                      </p:to>
                                    </p:set>
                                    <p:anim calcmode="lin" valueType="num">
                                      <p:cBhvr additive="base">
                                        <p:cTn id="67" dur="500" fill="hold"/>
                                        <p:tgtEl>
                                          <p:spTgt spid="49179"/>
                                        </p:tgtEl>
                                        <p:attrNameLst>
                                          <p:attrName>ppt_x</p:attrName>
                                        </p:attrNameLst>
                                      </p:cBhvr>
                                      <p:tavLst>
                                        <p:tav tm="0">
                                          <p:val>
                                            <p:strVal val="#ppt_x"/>
                                          </p:val>
                                        </p:tav>
                                        <p:tav tm="100000">
                                          <p:val>
                                            <p:strVal val="#ppt_x"/>
                                          </p:val>
                                        </p:tav>
                                      </p:tavLst>
                                    </p:anim>
                                    <p:anim calcmode="lin" valueType="num">
                                      <p:cBhvr additive="base">
                                        <p:cTn id="68" dur="500" fill="hold"/>
                                        <p:tgtEl>
                                          <p:spTgt spid="49179"/>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49180"/>
                                        </p:tgtEl>
                                        <p:attrNameLst>
                                          <p:attrName>style.visibility</p:attrName>
                                        </p:attrNameLst>
                                      </p:cBhvr>
                                      <p:to>
                                        <p:strVal val="visible"/>
                                      </p:to>
                                    </p:set>
                                    <p:anim calcmode="lin" valueType="num">
                                      <p:cBhvr additive="base">
                                        <p:cTn id="71" dur="500" fill="hold"/>
                                        <p:tgtEl>
                                          <p:spTgt spid="49180"/>
                                        </p:tgtEl>
                                        <p:attrNameLst>
                                          <p:attrName>ppt_x</p:attrName>
                                        </p:attrNameLst>
                                      </p:cBhvr>
                                      <p:tavLst>
                                        <p:tav tm="0">
                                          <p:val>
                                            <p:strVal val="#ppt_x"/>
                                          </p:val>
                                        </p:tav>
                                        <p:tav tm="100000">
                                          <p:val>
                                            <p:strVal val="#ppt_x"/>
                                          </p:val>
                                        </p:tav>
                                      </p:tavLst>
                                    </p:anim>
                                    <p:anim calcmode="lin" valueType="num">
                                      <p:cBhvr additive="base">
                                        <p:cTn id="72" dur="500" fill="hold"/>
                                        <p:tgtEl>
                                          <p:spTgt spid="49180"/>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49181"/>
                                        </p:tgtEl>
                                        <p:attrNameLst>
                                          <p:attrName>style.visibility</p:attrName>
                                        </p:attrNameLst>
                                      </p:cBhvr>
                                      <p:to>
                                        <p:strVal val="visible"/>
                                      </p:to>
                                    </p:set>
                                    <p:anim calcmode="lin" valueType="num">
                                      <p:cBhvr additive="base">
                                        <p:cTn id="75" dur="500" fill="hold"/>
                                        <p:tgtEl>
                                          <p:spTgt spid="49181"/>
                                        </p:tgtEl>
                                        <p:attrNameLst>
                                          <p:attrName>ppt_x</p:attrName>
                                        </p:attrNameLst>
                                      </p:cBhvr>
                                      <p:tavLst>
                                        <p:tav tm="0">
                                          <p:val>
                                            <p:strVal val="#ppt_x"/>
                                          </p:val>
                                        </p:tav>
                                        <p:tav tm="100000">
                                          <p:val>
                                            <p:strVal val="#ppt_x"/>
                                          </p:val>
                                        </p:tav>
                                      </p:tavLst>
                                    </p:anim>
                                    <p:anim calcmode="lin" valueType="num">
                                      <p:cBhvr additive="base">
                                        <p:cTn id="76" dur="500" fill="hold"/>
                                        <p:tgtEl>
                                          <p:spTgt spid="49181"/>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49182"/>
                                        </p:tgtEl>
                                        <p:attrNameLst>
                                          <p:attrName>style.visibility</p:attrName>
                                        </p:attrNameLst>
                                      </p:cBhvr>
                                      <p:to>
                                        <p:strVal val="visible"/>
                                      </p:to>
                                    </p:set>
                                    <p:anim calcmode="lin" valueType="num">
                                      <p:cBhvr additive="base">
                                        <p:cTn id="79" dur="500" fill="hold"/>
                                        <p:tgtEl>
                                          <p:spTgt spid="49182"/>
                                        </p:tgtEl>
                                        <p:attrNameLst>
                                          <p:attrName>ppt_x</p:attrName>
                                        </p:attrNameLst>
                                      </p:cBhvr>
                                      <p:tavLst>
                                        <p:tav tm="0">
                                          <p:val>
                                            <p:strVal val="#ppt_x"/>
                                          </p:val>
                                        </p:tav>
                                        <p:tav tm="100000">
                                          <p:val>
                                            <p:strVal val="#ppt_x"/>
                                          </p:val>
                                        </p:tav>
                                      </p:tavLst>
                                    </p:anim>
                                    <p:anim calcmode="lin" valueType="num">
                                      <p:cBhvr additive="base">
                                        <p:cTn id="80" dur="500" fill="hold"/>
                                        <p:tgtEl>
                                          <p:spTgt spid="49182"/>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49183"/>
                                        </p:tgtEl>
                                        <p:attrNameLst>
                                          <p:attrName>style.visibility</p:attrName>
                                        </p:attrNameLst>
                                      </p:cBhvr>
                                      <p:to>
                                        <p:strVal val="visible"/>
                                      </p:to>
                                    </p:set>
                                    <p:anim calcmode="lin" valueType="num">
                                      <p:cBhvr additive="base">
                                        <p:cTn id="83" dur="500" fill="hold"/>
                                        <p:tgtEl>
                                          <p:spTgt spid="49183"/>
                                        </p:tgtEl>
                                        <p:attrNameLst>
                                          <p:attrName>ppt_x</p:attrName>
                                        </p:attrNameLst>
                                      </p:cBhvr>
                                      <p:tavLst>
                                        <p:tav tm="0">
                                          <p:val>
                                            <p:strVal val="#ppt_x"/>
                                          </p:val>
                                        </p:tav>
                                        <p:tav tm="100000">
                                          <p:val>
                                            <p:strVal val="#ppt_x"/>
                                          </p:val>
                                        </p:tav>
                                      </p:tavLst>
                                    </p:anim>
                                    <p:anim calcmode="lin" valueType="num">
                                      <p:cBhvr additive="base">
                                        <p:cTn id="84" dur="500" fill="hold"/>
                                        <p:tgtEl>
                                          <p:spTgt spid="49183"/>
                                        </p:tgtEl>
                                        <p:attrNameLst>
                                          <p:attrName>ppt_y</p:attrName>
                                        </p:attrNameLst>
                                      </p:cBhvr>
                                      <p:tavLst>
                                        <p:tav tm="0">
                                          <p:val>
                                            <p:strVal val="1+#ppt_h/2"/>
                                          </p:val>
                                        </p:tav>
                                        <p:tav tm="100000">
                                          <p:val>
                                            <p:strVal val="#ppt_y"/>
                                          </p:val>
                                        </p:tav>
                                      </p:tavLst>
                                    </p:anim>
                                  </p:childTnLst>
                                </p:cTn>
                              </p:par>
                              <p:par>
                                <p:cTn id="85" presetID="2" presetClass="entr" presetSubtype="4" fill="hold" nodeType="withEffect">
                                  <p:stCondLst>
                                    <p:cond delay="0"/>
                                  </p:stCondLst>
                                  <p:childTnLst>
                                    <p:set>
                                      <p:cBhvr>
                                        <p:cTn id="86" dur="1" fill="hold">
                                          <p:stCondLst>
                                            <p:cond delay="0"/>
                                          </p:stCondLst>
                                        </p:cTn>
                                        <p:tgtEl>
                                          <p:spTgt spid="49154"/>
                                        </p:tgtEl>
                                        <p:attrNameLst>
                                          <p:attrName>style.visibility</p:attrName>
                                        </p:attrNameLst>
                                      </p:cBhvr>
                                      <p:to>
                                        <p:strVal val="visible"/>
                                      </p:to>
                                    </p:set>
                                    <p:anim calcmode="lin" valueType="num">
                                      <p:cBhvr additive="base">
                                        <p:cTn id="87" dur="500" fill="hold"/>
                                        <p:tgtEl>
                                          <p:spTgt spid="49154"/>
                                        </p:tgtEl>
                                        <p:attrNameLst>
                                          <p:attrName>ppt_x</p:attrName>
                                        </p:attrNameLst>
                                      </p:cBhvr>
                                      <p:tavLst>
                                        <p:tav tm="0">
                                          <p:val>
                                            <p:strVal val="#ppt_x"/>
                                          </p:val>
                                        </p:tav>
                                        <p:tav tm="100000">
                                          <p:val>
                                            <p:strVal val="#ppt_x"/>
                                          </p:val>
                                        </p:tav>
                                      </p:tavLst>
                                    </p:anim>
                                    <p:anim calcmode="lin" valueType="num">
                                      <p:cBhvr additive="base">
                                        <p:cTn id="88" dur="500" fill="hold"/>
                                        <p:tgtEl>
                                          <p:spTgt spid="49154"/>
                                        </p:tgtEl>
                                        <p:attrNameLst>
                                          <p:attrName>ppt_y</p:attrName>
                                        </p:attrNameLst>
                                      </p:cBhvr>
                                      <p:tavLst>
                                        <p:tav tm="0">
                                          <p:val>
                                            <p:strVal val="1+#ppt_h/2"/>
                                          </p:val>
                                        </p:tav>
                                        <p:tav tm="100000">
                                          <p:val>
                                            <p:strVal val="#ppt_y"/>
                                          </p:val>
                                        </p:tav>
                                      </p:tavLst>
                                    </p:anim>
                                  </p:childTnLst>
                                </p:cTn>
                              </p:par>
                              <p:par>
                                <p:cTn id="89" presetID="2" presetClass="entr" presetSubtype="4" fill="hold" nodeType="withEffect">
                                  <p:stCondLst>
                                    <p:cond delay="0"/>
                                  </p:stCondLst>
                                  <p:childTnLst>
                                    <p:set>
                                      <p:cBhvr>
                                        <p:cTn id="90" dur="1" fill="hold">
                                          <p:stCondLst>
                                            <p:cond delay="0"/>
                                          </p:stCondLst>
                                        </p:cTn>
                                        <p:tgtEl>
                                          <p:spTgt spid="399363">
                                            <p:txEl>
                                              <p:pRg st="1" end="1"/>
                                            </p:txEl>
                                          </p:spTgt>
                                        </p:tgtEl>
                                        <p:attrNameLst>
                                          <p:attrName>style.visibility</p:attrName>
                                        </p:attrNameLst>
                                      </p:cBhvr>
                                      <p:to>
                                        <p:strVal val="visible"/>
                                      </p:to>
                                    </p:set>
                                    <p:anim calcmode="lin" valueType="num">
                                      <p:cBhvr additive="base">
                                        <p:cTn id="91" dur="500" fill="hold"/>
                                        <p:tgtEl>
                                          <p:spTgt spid="399363">
                                            <p:txEl>
                                              <p:pRg st="1" end="1"/>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39936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65" grpId="0" animBg="1"/>
      <p:bldP spid="49182" grpId="0"/>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6">
            <a:extLst>
              <a:ext uri="{FF2B5EF4-FFF2-40B4-BE49-F238E27FC236}">
                <a16:creationId xmlns:a16="http://schemas.microsoft.com/office/drawing/2014/main" id="{C988190A-E865-0F13-8B76-77481DF9D9AD}"/>
              </a:ext>
            </a:extLst>
          </p:cNvPr>
          <p:cNvSpPr>
            <a:spLocks noChangeArrowheads="1"/>
          </p:cNvSpPr>
          <p:nvPr/>
        </p:nvSpPr>
        <p:spPr bwMode="auto">
          <a:xfrm>
            <a:off x="1122363" y="2611438"/>
            <a:ext cx="1965325" cy="274637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8675" name="Line 7">
            <a:extLst>
              <a:ext uri="{FF2B5EF4-FFF2-40B4-BE49-F238E27FC236}">
                <a16:creationId xmlns:a16="http://schemas.microsoft.com/office/drawing/2014/main" id="{5CCA6B77-0A41-806E-24D3-1562F37B7642}"/>
              </a:ext>
            </a:extLst>
          </p:cNvPr>
          <p:cNvSpPr>
            <a:spLocks noChangeShapeType="1"/>
          </p:cNvSpPr>
          <p:nvPr/>
        </p:nvSpPr>
        <p:spPr bwMode="auto">
          <a:xfrm>
            <a:off x="1122363" y="3297238"/>
            <a:ext cx="1965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76" name="Line 8">
            <a:extLst>
              <a:ext uri="{FF2B5EF4-FFF2-40B4-BE49-F238E27FC236}">
                <a16:creationId xmlns:a16="http://schemas.microsoft.com/office/drawing/2014/main" id="{3AE60A4F-3C82-9B8A-A646-2BE962528439}"/>
              </a:ext>
            </a:extLst>
          </p:cNvPr>
          <p:cNvSpPr>
            <a:spLocks noChangeShapeType="1"/>
          </p:cNvSpPr>
          <p:nvPr/>
        </p:nvSpPr>
        <p:spPr bwMode="auto">
          <a:xfrm>
            <a:off x="1122363" y="3986213"/>
            <a:ext cx="1965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77" name="Line 9">
            <a:extLst>
              <a:ext uri="{FF2B5EF4-FFF2-40B4-BE49-F238E27FC236}">
                <a16:creationId xmlns:a16="http://schemas.microsoft.com/office/drawing/2014/main" id="{F1D36E3F-7BD8-59C6-482E-19D2A5C40A44}"/>
              </a:ext>
            </a:extLst>
          </p:cNvPr>
          <p:cNvSpPr>
            <a:spLocks noChangeShapeType="1"/>
          </p:cNvSpPr>
          <p:nvPr/>
        </p:nvSpPr>
        <p:spPr bwMode="auto">
          <a:xfrm>
            <a:off x="1122363" y="4672013"/>
            <a:ext cx="1965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78" name="Rectangle 19">
            <a:extLst>
              <a:ext uri="{FF2B5EF4-FFF2-40B4-BE49-F238E27FC236}">
                <a16:creationId xmlns:a16="http://schemas.microsoft.com/office/drawing/2014/main" id="{7E07F324-CF39-7D44-155D-F4277EF4C4C4}"/>
              </a:ext>
            </a:extLst>
          </p:cNvPr>
          <p:cNvSpPr>
            <a:spLocks noChangeArrowheads="1"/>
          </p:cNvSpPr>
          <p:nvPr/>
        </p:nvSpPr>
        <p:spPr bwMode="auto">
          <a:xfrm>
            <a:off x="5708650" y="1574800"/>
            <a:ext cx="842963" cy="4587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8679" name="Text Box 20">
            <a:extLst>
              <a:ext uri="{FF2B5EF4-FFF2-40B4-BE49-F238E27FC236}">
                <a16:creationId xmlns:a16="http://schemas.microsoft.com/office/drawing/2014/main" id="{CCFF5DEC-07C5-CE13-6760-1F7D5984C03D}"/>
              </a:ext>
            </a:extLst>
          </p:cNvPr>
          <p:cNvSpPr txBox="1">
            <a:spLocks noChangeArrowheads="1"/>
          </p:cNvSpPr>
          <p:nvPr/>
        </p:nvSpPr>
        <p:spPr bwMode="auto">
          <a:xfrm>
            <a:off x="5665788" y="1052513"/>
            <a:ext cx="9239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t>p_free</a:t>
            </a:r>
          </a:p>
        </p:txBody>
      </p:sp>
      <p:sp>
        <p:nvSpPr>
          <p:cNvPr id="28680" name="Line 21">
            <a:extLst>
              <a:ext uri="{FF2B5EF4-FFF2-40B4-BE49-F238E27FC236}">
                <a16:creationId xmlns:a16="http://schemas.microsoft.com/office/drawing/2014/main" id="{B38D7CE6-352A-8C29-81AA-105B963AA4D7}"/>
              </a:ext>
            </a:extLst>
          </p:cNvPr>
          <p:cNvSpPr>
            <a:spLocks noChangeShapeType="1"/>
          </p:cNvSpPr>
          <p:nvPr/>
        </p:nvSpPr>
        <p:spPr bwMode="auto">
          <a:xfrm>
            <a:off x="1136650" y="3052763"/>
            <a:ext cx="1944688"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81" name="Line 22">
            <a:extLst>
              <a:ext uri="{FF2B5EF4-FFF2-40B4-BE49-F238E27FC236}">
                <a16:creationId xmlns:a16="http://schemas.microsoft.com/office/drawing/2014/main" id="{BFD0C6BF-59BC-BE73-5CAF-39857A116F6D}"/>
              </a:ext>
            </a:extLst>
          </p:cNvPr>
          <p:cNvSpPr>
            <a:spLocks noChangeShapeType="1"/>
          </p:cNvSpPr>
          <p:nvPr/>
        </p:nvSpPr>
        <p:spPr bwMode="auto">
          <a:xfrm>
            <a:off x="1136650" y="3773488"/>
            <a:ext cx="1944688"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82" name="Line 23">
            <a:extLst>
              <a:ext uri="{FF2B5EF4-FFF2-40B4-BE49-F238E27FC236}">
                <a16:creationId xmlns:a16="http://schemas.microsoft.com/office/drawing/2014/main" id="{517026A4-CCE3-55F0-E9F5-53E86397520D}"/>
              </a:ext>
            </a:extLst>
          </p:cNvPr>
          <p:cNvSpPr>
            <a:spLocks noChangeShapeType="1"/>
          </p:cNvSpPr>
          <p:nvPr/>
        </p:nvSpPr>
        <p:spPr bwMode="auto">
          <a:xfrm>
            <a:off x="1136650" y="5141913"/>
            <a:ext cx="1944688"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83" name="Rectangle 30">
            <a:extLst>
              <a:ext uri="{FF2B5EF4-FFF2-40B4-BE49-F238E27FC236}">
                <a16:creationId xmlns:a16="http://schemas.microsoft.com/office/drawing/2014/main" id="{7A60381C-E72A-0D46-C842-E6DADFFB010B}"/>
              </a:ext>
            </a:extLst>
          </p:cNvPr>
          <p:cNvSpPr>
            <a:spLocks noChangeArrowheads="1"/>
          </p:cNvSpPr>
          <p:nvPr/>
        </p:nvSpPr>
        <p:spPr bwMode="auto">
          <a:xfrm>
            <a:off x="3709988" y="2611438"/>
            <a:ext cx="1965325" cy="274637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8684" name="Line 31">
            <a:extLst>
              <a:ext uri="{FF2B5EF4-FFF2-40B4-BE49-F238E27FC236}">
                <a16:creationId xmlns:a16="http://schemas.microsoft.com/office/drawing/2014/main" id="{4BED7D23-2A71-10E9-0729-81293674A1DF}"/>
              </a:ext>
            </a:extLst>
          </p:cNvPr>
          <p:cNvSpPr>
            <a:spLocks noChangeShapeType="1"/>
          </p:cNvSpPr>
          <p:nvPr/>
        </p:nvSpPr>
        <p:spPr bwMode="auto">
          <a:xfrm>
            <a:off x="3709988" y="3297238"/>
            <a:ext cx="1965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5" name="Line 32">
            <a:extLst>
              <a:ext uri="{FF2B5EF4-FFF2-40B4-BE49-F238E27FC236}">
                <a16:creationId xmlns:a16="http://schemas.microsoft.com/office/drawing/2014/main" id="{AB14899F-EB17-3E89-FC79-42700876D86D}"/>
              </a:ext>
            </a:extLst>
          </p:cNvPr>
          <p:cNvSpPr>
            <a:spLocks noChangeShapeType="1"/>
          </p:cNvSpPr>
          <p:nvPr/>
        </p:nvSpPr>
        <p:spPr bwMode="auto">
          <a:xfrm>
            <a:off x="3709988" y="3986213"/>
            <a:ext cx="1965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6" name="Line 33">
            <a:extLst>
              <a:ext uri="{FF2B5EF4-FFF2-40B4-BE49-F238E27FC236}">
                <a16:creationId xmlns:a16="http://schemas.microsoft.com/office/drawing/2014/main" id="{264AC475-7683-380D-1828-9C2F22D6948D}"/>
              </a:ext>
            </a:extLst>
          </p:cNvPr>
          <p:cNvSpPr>
            <a:spLocks noChangeShapeType="1"/>
          </p:cNvSpPr>
          <p:nvPr/>
        </p:nvSpPr>
        <p:spPr bwMode="auto">
          <a:xfrm>
            <a:off x="3709988" y="4672013"/>
            <a:ext cx="1965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7" name="Line 45">
            <a:extLst>
              <a:ext uri="{FF2B5EF4-FFF2-40B4-BE49-F238E27FC236}">
                <a16:creationId xmlns:a16="http://schemas.microsoft.com/office/drawing/2014/main" id="{4663C100-A467-C8E6-277A-F125068D10BA}"/>
              </a:ext>
            </a:extLst>
          </p:cNvPr>
          <p:cNvSpPr>
            <a:spLocks noChangeShapeType="1"/>
          </p:cNvSpPr>
          <p:nvPr/>
        </p:nvSpPr>
        <p:spPr bwMode="auto">
          <a:xfrm>
            <a:off x="3724275" y="3052763"/>
            <a:ext cx="1944688"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88" name="Line 46">
            <a:extLst>
              <a:ext uri="{FF2B5EF4-FFF2-40B4-BE49-F238E27FC236}">
                <a16:creationId xmlns:a16="http://schemas.microsoft.com/office/drawing/2014/main" id="{B64F9D6A-47C0-EF60-DDC1-9995620F30CC}"/>
              </a:ext>
            </a:extLst>
          </p:cNvPr>
          <p:cNvSpPr>
            <a:spLocks noChangeShapeType="1"/>
          </p:cNvSpPr>
          <p:nvPr/>
        </p:nvSpPr>
        <p:spPr bwMode="auto">
          <a:xfrm>
            <a:off x="3724275" y="3773488"/>
            <a:ext cx="1944688"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89" name="Line 47">
            <a:extLst>
              <a:ext uri="{FF2B5EF4-FFF2-40B4-BE49-F238E27FC236}">
                <a16:creationId xmlns:a16="http://schemas.microsoft.com/office/drawing/2014/main" id="{C1A4A16A-B75D-EDCC-85A1-0CB840C352D3}"/>
              </a:ext>
            </a:extLst>
          </p:cNvPr>
          <p:cNvSpPr>
            <a:spLocks noChangeShapeType="1"/>
          </p:cNvSpPr>
          <p:nvPr/>
        </p:nvSpPr>
        <p:spPr bwMode="auto">
          <a:xfrm>
            <a:off x="3724275" y="5141913"/>
            <a:ext cx="1944688"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90" name="Line 48">
            <a:extLst>
              <a:ext uri="{FF2B5EF4-FFF2-40B4-BE49-F238E27FC236}">
                <a16:creationId xmlns:a16="http://schemas.microsoft.com/office/drawing/2014/main" id="{1D6E815E-3BAB-A70E-78A5-D81ACB6A2DA7}"/>
              </a:ext>
            </a:extLst>
          </p:cNvPr>
          <p:cNvSpPr>
            <a:spLocks noChangeShapeType="1"/>
          </p:cNvSpPr>
          <p:nvPr/>
        </p:nvSpPr>
        <p:spPr bwMode="auto">
          <a:xfrm>
            <a:off x="4589463" y="4133850"/>
            <a:ext cx="0" cy="287338"/>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91" name="Rectangle 50">
            <a:extLst>
              <a:ext uri="{FF2B5EF4-FFF2-40B4-BE49-F238E27FC236}">
                <a16:creationId xmlns:a16="http://schemas.microsoft.com/office/drawing/2014/main" id="{ACFD0605-B361-B01C-F146-8778302C8F79}"/>
              </a:ext>
            </a:extLst>
          </p:cNvPr>
          <p:cNvSpPr>
            <a:spLocks noChangeArrowheads="1"/>
          </p:cNvSpPr>
          <p:nvPr/>
        </p:nvSpPr>
        <p:spPr bwMode="auto">
          <a:xfrm>
            <a:off x="6302375" y="2609850"/>
            <a:ext cx="1965325" cy="274637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8692" name="Line 51">
            <a:extLst>
              <a:ext uri="{FF2B5EF4-FFF2-40B4-BE49-F238E27FC236}">
                <a16:creationId xmlns:a16="http://schemas.microsoft.com/office/drawing/2014/main" id="{8022AC84-3B9D-BD9E-B85F-2BF33F9971CE}"/>
              </a:ext>
            </a:extLst>
          </p:cNvPr>
          <p:cNvSpPr>
            <a:spLocks noChangeShapeType="1"/>
          </p:cNvSpPr>
          <p:nvPr/>
        </p:nvSpPr>
        <p:spPr bwMode="auto">
          <a:xfrm>
            <a:off x="6302375" y="3295650"/>
            <a:ext cx="1965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3" name="Line 52">
            <a:extLst>
              <a:ext uri="{FF2B5EF4-FFF2-40B4-BE49-F238E27FC236}">
                <a16:creationId xmlns:a16="http://schemas.microsoft.com/office/drawing/2014/main" id="{B302BAF2-7A53-03F8-376F-6ACDB036EC07}"/>
              </a:ext>
            </a:extLst>
          </p:cNvPr>
          <p:cNvSpPr>
            <a:spLocks noChangeShapeType="1"/>
          </p:cNvSpPr>
          <p:nvPr/>
        </p:nvSpPr>
        <p:spPr bwMode="auto">
          <a:xfrm>
            <a:off x="6302375" y="3984625"/>
            <a:ext cx="1965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4" name="Line 53">
            <a:extLst>
              <a:ext uri="{FF2B5EF4-FFF2-40B4-BE49-F238E27FC236}">
                <a16:creationId xmlns:a16="http://schemas.microsoft.com/office/drawing/2014/main" id="{FFF048EA-D17E-75B5-B7F9-80F7DAEC9002}"/>
              </a:ext>
            </a:extLst>
          </p:cNvPr>
          <p:cNvSpPr>
            <a:spLocks noChangeShapeType="1"/>
          </p:cNvSpPr>
          <p:nvPr/>
        </p:nvSpPr>
        <p:spPr bwMode="auto">
          <a:xfrm>
            <a:off x="6302375" y="4670425"/>
            <a:ext cx="1965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5" name="Line 63">
            <a:extLst>
              <a:ext uri="{FF2B5EF4-FFF2-40B4-BE49-F238E27FC236}">
                <a16:creationId xmlns:a16="http://schemas.microsoft.com/office/drawing/2014/main" id="{6E161381-B98F-162E-6033-4D12010FAD9E}"/>
              </a:ext>
            </a:extLst>
          </p:cNvPr>
          <p:cNvSpPr>
            <a:spLocks noChangeShapeType="1"/>
          </p:cNvSpPr>
          <p:nvPr/>
        </p:nvSpPr>
        <p:spPr bwMode="auto">
          <a:xfrm>
            <a:off x="6316663" y="3051175"/>
            <a:ext cx="1944687"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96" name="Line 64">
            <a:extLst>
              <a:ext uri="{FF2B5EF4-FFF2-40B4-BE49-F238E27FC236}">
                <a16:creationId xmlns:a16="http://schemas.microsoft.com/office/drawing/2014/main" id="{627E96CE-9B32-38E3-EEC1-F1260851EAD3}"/>
              </a:ext>
            </a:extLst>
          </p:cNvPr>
          <p:cNvSpPr>
            <a:spLocks noChangeShapeType="1"/>
          </p:cNvSpPr>
          <p:nvPr/>
        </p:nvSpPr>
        <p:spPr bwMode="auto">
          <a:xfrm>
            <a:off x="6316663" y="3771900"/>
            <a:ext cx="1944687"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97" name="Line 65">
            <a:extLst>
              <a:ext uri="{FF2B5EF4-FFF2-40B4-BE49-F238E27FC236}">
                <a16:creationId xmlns:a16="http://schemas.microsoft.com/office/drawing/2014/main" id="{2781F2CE-FD38-CC91-FBC7-F7AEE3712887}"/>
              </a:ext>
            </a:extLst>
          </p:cNvPr>
          <p:cNvSpPr>
            <a:spLocks noChangeShapeType="1"/>
          </p:cNvSpPr>
          <p:nvPr/>
        </p:nvSpPr>
        <p:spPr bwMode="auto">
          <a:xfrm>
            <a:off x="6316663" y="5140325"/>
            <a:ext cx="1944687"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98" name="Line 66">
            <a:extLst>
              <a:ext uri="{FF2B5EF4-FFF2-40B4-BE49-F238E27FC236}">
                <a16:creationId xmlns:a16="http://schemas.microsoft.com/office/drawing/2014/main" id="{44DB54B7-0AFB-FB86-66EE-B58A088A0930}"/>
              </a:ext>
            </a:extLst>
          </p:cNvPr>
          <p:cNvSpPr>
            <a:spLocks noChangeShapeType="1"/>
          </p:cNvSpPr>
          <p:nvPr/>
        </p:nvSpPr>
        <p:spPr bwMode="auto">
          <a:xfrm>
            <a:off x="7181850" y="4132263"/>
            <a:ext cx="0" cy="287337"/>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99" name="Text Box 67">
            <a:extLst>
              <a:ext uri="{FF2B5EF4-FFF2-40B4-BE49-F238E27FC236}">
                <a16:creationId xmlns:a16="http://schemas.microsoft.com/office/drawing/2014/main" id="{77743ACE-4897-EF7B-544D-11994B584F83}"/>
              </a:ext>
            </a:extLst>
          </p:cNvPr>
          <p:cNvSpPr txBox="1">
            <a:spLocks noChangeArrowheads="1"/>
          </p:cNvSpPr>
          <p:nvPr/>
        </p:nvSpPr>
        <p:spPr bwMode="auto">
          <a:xfrm>
            <a:off x="1765300" y="4364038"/>
            <a:ext cx="6445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400"/>
              <a:t>NULL</a:t>
            </a:r>
          </a:p>
        </p:txBody>
      </p:sp>
      <p:sp>
        <p:nvSpPr>
          <p:cNvPr id="28700" name="Line 0">
            <a:extLst>
              <a:ext uri="{FF2B5EF4-FFF2-40B4-BE49-F238E27FC236}">
                <a16:creationId xmlns:a16="http://schemas.microsoft.com/office/drawing/2014/main" id="{F82DA1E0-5D71-6397-5E77-D840F1B875AF}"/>
              </a:ext>
            </a:extLst>
          </p:cNvPr>
          <p:cNvSpPr>
            <a:spLocks noChangeShapeType="1"/>
          </p:cNvSpPr>
          <p:nvPr/>
        </p:nvSpPr>
        <p:spPr bwMode="auto">
          <a:xfrm>
            <a:off x="6084888" y="1844675"/>
            <a:ext cx="1587" cy="15827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1" name="Line 1">
            <a:extLst>
              <a:ext uri="{FF2B5EF4-FFF2-40B4-BE49-F238E27FC236}">
                <a16:creationId xmlns:a16="http://schemas.microsoft.com/office/drawing/2014/main" id="{F6800A35-D606-EEDC-EB27-087070B75205}"/>
              </a:ext>
            </a:extLst>
          </p:cNvPr>
          <p:cNvSpPr>
            <a:spLocks noChangeShapeType="1"/>
          </p:cNvSpPr>
          <p:nvPr/>
        </p:nvSpPr>
        <p:spPr bwMode="auto">
          <a:xfrm flipH="1">
            <a:off x="6084888" y="3427413"/>
            <a:ext cx="217487"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8702" name="Line 37">
            <a:extLst>
              <a:ext uri="{FF2B5EF4-FFF2-40B4-BE49-F238E27FC236}">
                <a16:creationId xmlns:a16="http://schemas.microsoft.com/office/drawing/2014/main" id="{18FD6E0F-D129-4EEA-DEB0-54A04044F7A7}"/>
              </a:ext>
            </a:extLst>
          </p:cNvPr>
          <p:cNvSpPr>
            <a:spLocks noChangeShapeType="1"/>
          </p:cNvSpPr>
          <p:nvPr/>
        </p:nvSpPr>
        <p:spPr bwMode="auto">
          <a:xfrm>
            <a:off x="7972425" y="3860800"/>
            <a:ext cx="5619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3" name="Line 38">
            <a:extLst>
              <a:ext uri="{FF2B5EF4-FFF2-40B4-BE49-F238E27FC236}">
                <a16:creationId xmlns:a16="http://schemas.microsoft.com/office/drawing/2014/main" id="{2C16B844-4351-7FFF-474D-282F52A9D5D7}"/>
              </a:ext>
            </a:extLst>
          </p:cNvPr>
          <p:cNvSpPr>
            <a:spLocks noChangeShapeType="1"/>
          </p:cNvSpPr>
          <p:nvPr/>
        </p:nvSpPr>
        <p:spPr bwMode="auto">
          <a:xfrm>
            <a:off x="8534400" y="3860800"/>
            <a:ext cx="0" cy="9350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4" name="Line 39">
            <a:extLst>
              <a:ext uri="{FF2B5EF4-FFF2-40B4-BE49-F238E27FC236}">
                <a16:creationId xmlns:a16="http://schemas.microsoft.com/office/drawing/2014/main" id="{3171ABE5-4F3E-7572-60C7-EC5E8D3895EC}"/>
              </a:ext>
            </a:extLst>
          </p:cNvPr>
          <p:cNvSpPr>
            <a:spLocks noChangeShapeType="1"/>
          </p:cNvSpPr>
          <p:nvPr/>
        </p:nvSpPr>
        <p:spPr bwMode="auto">
          <a:xfrm flipH="1">
            <a:off x="8253413" y="4795838"/>
            <a:ext cx="2809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5" name="Line 37">
            <a:extLst>
              <a:ext uri="{FF2B5EF4-FFF2-40B4-BE49-F238E27FC236}">
                <a16:creationId xmlns:a16="http://schemas.microsoft.com/office/drawing/2014/main" id="{83D19EBB-FA8B-CE36-91DA-76D00C3EB629}"/>
              </a:ext>
            </a:extLst>
          </p:cNvPr>
          <p:cNvSpPr>
            <a:spLocks noChangeShapeType="1"/>
          </p:cNvSpPr>
          <p:nvPr/>
        </p:nvSpPr>
        <p:spPr bwMode="auto">
          <a:xfrm>
            <a:off x="5942013" y="5227638"/>
            <a:ext cx="5619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6" name="Line 38">
            <a:extLst>
              <a:ext uri="{FF2B5EF4-FFF2-40B4-BE49-F238E27FC236}">
                <a16:creationId xmlns:a16="http://schemas.microsoft.com/office/drawing/2014/main" id="{59515891-6ACB-1369-70EA-1D84ED80208C}"/>
              </a:ext>
            </a:extLst>
          </p:cNvPr>
          <p:cNvSpPr>
            <a:spLocks noChangeShapeType="1"/>
          </p:cNvSpPr>
          <p:nvPr/>
        </p:nvSpPr>
        <p:spPr bwMode="auto">
          <a:xfrm>
            <a:off x="5942013" y="3427413"/>
            <a:ext cx="14287" cy="1800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7" name="Line 39">
            <a:extLst>
              <a:ext uri="{FF2B5EF4-FFF2-40B4-BE49-F238E27FC236}">
                <a16:creationId xmlns:a16="http://schemas.microsoft.com/office/drawing/2014/main" id="{012D604A-6A68-EE76-B9B2-25D5A87A5E4E}"/>
              </a:ext>
            </a:extLst>
          </p:cNvPr>
          <p:cNvSpPr>
            <a:spLocks noChangeShapeType="1"/>
          </p:cNvSpPr>
          <p:nvPr/>
        </p:nvSpPr>
        <p:spPr bwMode="auto">
          <a:xfrm flipH="1">
            <a:off x="5675313" y="3427413"/>
            <a:ext cx="2809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8" name="Line 37">
            <a:extLst>
              <a:ext uri="{FF2B5EF4-FFF2-40B4-BE49-F238E27FC236}">
                <a16:creationId xmlns:a16="http://schemas.microsoft.com/office/drawing/2014/main" id="{E1B98AA1-000E-6461-1A9F-63C830925FA9}"/>
              </a:ext>
            </a:extLst>
          </p:cNvPr>
          <p:cNvSpPr>
            <a:spLocks noChangeShapeType="1"/>
          </p:cNvSpPr>
          <p:nvPr/>
        </p:nvSpPr>
        <p:spPr bwMode="auto">
          <a:xfrm>
            <a:off x="3349625" y="3860800"/>
            <a:ext cx="5619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9" name="Line 38">
            <a:extLst>
              <a:ext uri="{FF2B5EF4-FFF2-40B4-BE49-F238E27FC236}">
                <a16:creationId xmlns:a16="http://schemas.microsoft.com/office/drawing/2014/main" id="{A0DC54CB-881E-3FA3-3150-9FBA62368A2D}"/>
              </a:ext>
            </a:extLst>
          </p:cNvPr>
          <p:cNvSpPr>
            <a:spLocks noChangeShapeType="1"/>
          </p:cNvSpPr>
          <p:nvPr/>
        </p:nvSpPr>
        <p:spPr bwMode="auto">
          <a:xfrm>
            <a:off x="3349625" y="2708275"/>
            <a:ext cx="0" cy="1152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0" name="Line 39">
            <a:extLst>
              <a:ext uri="{FF2B5EF4-FFF2-40B4-BE49-F238E27FC236}">
                <a16:creationId xmlns:a16="http://schemas.microsoft.com/office/drawing/2014/main" id="{5292983F-1F1B-315A-F810-D0BA614633F6}"/>
              </a:ext>
            </a:extLst>
          </p:cNvPr>
          <p:cNvSpPr>
            <a:spLocks noChangeShapeType="1"/>
          </p:cNvSpPr>
          <p:nvPr/>
        </p:nvSpPr>
        <p:spPr bwMode="auto">
          <a:xfrm flipH="1">
            <a:off x="3060700" y="2708275"/>
            <a:ext cx="2809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11" name="Line 0">
            <a:extLst>
              <a:ext uri="{FF2B5EF4-FFF2-40B4-BE49-F238E27FC236}">
                <a16:creationId xmlns:a16="http://schemas.microsoft.com/office/drawing/2014/main" id="{9AF2395F-BFA7-C7A8-D903-BC10D8E94628}"/>
              </a:ext>
            </a:extLst>
          </p:cNvPr>
          <p:cNvSpPr>
            <a:spLocks noChangeShapeType="1"/>
          </p:cNvSpPr>
          <p:nvPr/>
        </p:nvSpPr>
        <p:spPr bwMode="auto">
          <a:xfrm flipH="1">
            <a:off x="900113" y="3140075"/>
            <a:ext cx="1587" cy="9366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2" name="Line 1">
            <a:extLst>
              <a:ext uri="{FF2B5EF4-FFF2-40B4-BE49-F238E27FC236}">
                <a16:creationId xmlns:a16="http://schemas.microsoft.com/office/drawing/2014/main" id="{43917DFD-3E77-EF2B-9F63-F1CC70B4A0FE}"/>
              </a:ext>
            </a:extLst>
          </p:cNvPr>
          <p:cNvSpPr>
            <a:spLocks noChangeShapeType="1"/>
          </p:cNvSpPr>
          <p:nvPr/>
        </p:nvSpPr>
        <p:spPr bwMode="auto">
          <a:xfrm flipH="1">
            <a:off x="900113" y="4076700"/>
            <a:ext cx="217487"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8713" name="Line 37">
            <a:extLst>
              <a:ext uri="{FF2B5EF4-FFF2-40B4-BE49-F238E27FC236}">
                <a16:creationId xmlns:a16="http://schemas.microsoft.com/office/drawing/2014/main" id="{93C5B75B-ED19-758D-6A68-5A24ED7FA11D}"/>
              </a:ext>
            </a:extLst>
          </p:cNvPr>
          <p:cNvSpPr>
            <a:spLocks noChangeShapeType="1"/>
          </p:cNvSpPr>
          <p:nvPr/>
        </p:nvSpPr>
        <p:spPr bwMode="auto">
          <a:xfrm>
            <a:off x="901700" y="3140075"/>
            <a:ext cx="5619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4" name="矩形 78">
            <a:extLst>
              <a:ext uri="{FF2B5EF4-FFF2-40B4-BE49-F238E27FC236}">
                <a16:creationId xmlns:a16="http://schemas.microsoft.com/office/drawing/2014/main" id="{585EAB9E-EAD9-C9FC-0613-96A738C37AFF}"/>
              </a:ext>
            </a:extLst>
          </p:cNvPr>
          <p:cNvSpPr>
            <a:spLocks noChangeArrowheads="1"/>
          </p:cNvSpPr>
          <p:nvPr/>
        </p:nvSpPr>
        <p:spPr bwMode="auto">
          <a:xfrm>
            <a:off x="6302375" y="2635250"/>
            <a:ext cx="1943100" cy="649288"/>
          </a:xfrm>
          <a:prstGeom prst="rect">
            <a:avLst/>
          </a:prstGeom>
          <a:solidFill>
            <a:schemeClr val="accent1"/>
          </a:solidFill>
          <a:ln w="9525" algn="ctr">
            <a:solidFill>
              <a:schemeClr val="tx1"/>
            </a:solidFill>
            <a:miter lim="800000"/>
            <a:headEnd/>
            <a:tailEnd/>
          </a:ln>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8715" name="矩形 79">
            <a:extLst>
              <a:ext uri="{FF2B5EF4-FFF2-40B4-BE49-F238E27FC236}">
                <a16:creationId xmlns:a16="http://schemas.microsoft.com/office/drawing/2014/main" id="{5C7C7D8F-DC9F-4882-105F-C1AC94F6229E}"/>
              </a:ext>
            </a:extLst>
          </p:cNvPr>
          <p:cNvSpPr>
            <a:spLocks noChangeArrowheads="1"/>
          </p:cNvSpPr>
          <p:nvPr/>
        </p:nvSpPr>
        <p:spPr bwMode="auto">
          <a:xfrm>
            <a:off x="6302375" y="4003675"/>
            <a:ext cx="1943100" cy="649288"/>
          </a:xfrm>
          <a:prstGeom prst="rect">
            <a:avLst/>
          </a:prstGeom>
          <a:solidFill>
            <a:schemeClr val="accent1"/>
          </a:solidFill>
          <a:ln w="9525" algn="ctr">
            <a:solidFill>
              <a:schemeClr val="tx1"/>
            </a:solidFill>
            <a:miter lim="800000"/>
            <a:headEnd/>
            <a:tailEnd/>
          </a:ln>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8716" name="矩形 80">
            <a:extLst>
              <a:ext uri="{FF2B5EF4-FFF2-40B4-BE49-F238E27FC236}">
                <a16:creationId xmlns:a16="http://schemas.microsoft.com/office/drawing/2014/main" id="{24F9CBFB-3E20-C17F-A58A-55DFF1C9B54B}"/>
              </a:ext>
            </a:extLst>
          </p:cNvPr>
          <p:cNvSpPr>
            <a:spLocks noChangeArrowheads="1"/>
          </p:cNvSpPr>
          <p:nvPr/>
        </p:nvSpPr>
        <p:spPr bwMode="auto">
          <a:xfrm>
            <a:off x="3709988" y="4003675"/>
            <a:ext cx="1943100" cy="649288"/>
          </a:xfrm>
          <a:prstGeom prst="rect">
            <a:avLst/>
          </a:prstGeom>
          <a:solidFill>
            <a:schemeClr val="accent1"/>
          </a:solidFill>
          <a:ln w="9525" algn="ctr">
            <a:solidFill>
              <a:schemeClr val="tx1"/>
            </a:solidFill>
            <a:miter lim="800000"/>
            <a:headEnd/>
            <a:tailEnd/>
          </a:ln>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8717" name="矩形 82">
            <a:extLst>
              <a:ext uri="{FF2B5EF4-FFF2-40B4-BE49-F238E27FC236}">
                <a16:creationId xmlns:a16="http://schemas.microsoft.com/office/drawing/2014/main" id="{C885F817-FFEA-0006-2C3E-A514BF86130F}"/>
              </a:ext>
            </a:extLst>
          </p:cNvPr>
          <p:cNvSpPr>
            <a:spLocks noChangeArrowheads="1"/>
          </p:cNvSpPr>
          <p:nvPr/>
        </p:nvSpPr>
        <p:spPr bwMode="auto">
          <a:xfrm>
            <a:off x="3709988" y="4724400"/>
            <a:ext cx="1943100" cy="647700"/>
          </a:xfrm>
          <a:prstGeom prst="rect">
            <a:avLst/>
          </a:prstGeom>
          <a:solidFill>
            <a:schemeClr val="accent1"/>
          </a:solidFill>
          <a:ln w="9525" algn="ctr">
            <a:solidFill>
              <a:schemeClr val="tx1"/>
            </a:solidFill>
            <a:miter lim="800000"/>
            <a:headEnd/>
            <a:tailEnd/>
          </a:ln>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8718" name="矩形 83">
            <a:extLst>
              <a:ext uri="{FF2B5EF4-FFF2-40B4-BE49-F238E27FC236}">
                <a16:creationId xmlns:a16="http://schemas.microsoft.com/office/drawing/2014/main" id="{CE11FC76-1177-F951-0843-4E30591539CA}"/>
              </a:ext>
            </a:extLst>
          </p:cNvPr>
          <p:cNvSpPr>
            <a:spLocks noChangeArrowheads="1"/>
          </p:cNvSpPr>
          <p:nvPr/>
        </p:nvSpPr>
        <p:spPr bwMode="auto">
          <a:xfrm>
            <a:off x="1116013" y="3284538"/>
            <a:ext cx="1943100" cy="647700"/>
          </a:xfrm>
          <a:prstGeom prst="rect">
            <a:avLst/>
          </a:prstGeom>
          <a:solidFill>
            <a:schemeClr val="accent1"/>
          </a:solidFill>
          <a:ln w="9525" algn="ctr">
            <a:solidFill>
              <a:schemeClr val="tx1"/>
            </a:solidFill>
            <a:miter lim="800000"/>
            <a:headEnd/>
            <a:tailEnd/>
          </a:ln>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8719" name="矩形 84">
            <a:extLst>
              <a:ext uri="{FF2B5EF4-FFF2-40B4-BE49-F238E27FC236}">
                <a16:creationId xmlns:a16="http://schemas.microsoft.com/office/drawing/2014/main" id="{20EAE2CD-ABB8-AB9A-680D-6ADA9641E702}"/>
              </a:ext>
            </a:extLst>
          </p:cNvPr>
          <p:cNvSpPr>
            <a:spLocks noChangeArrowheads="1"/>
          </p:cNvSpPr>
          <p:nvPr/>
        </p:nvSpPr>
        <p:spPr bwMode="auto">
          <a:xfrm>
            <a:off x="1117600" y="4724400"/>
            <a:ext cx="1943100" cy="647700"/>
          </a:xfrm>
          <a:prstGeom prst="rect">
            <a:avLst/>
          </a:prstGeom>
          <a:solidFill>
            <a:schemeClr val="accent1"/>
          </a:solidFill>
          <a:ln w="9525" algn="ctr">
            <a:solidFill>
              <a:schemeClr val="tx1"/>
            </a:solidFill>
            <a:miter lim="800000"/>
            <a:headEnd/>
            <a:tailEnd/>
          </a:ln>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8720" name="矩形 85">
            <a:extLst>
              <a:ext uri="{FF2B5EF4-FFF2-40B4-BE49-F238E27FC236}">
                <a16:creationId xmlns:a16="http://schemas.microsoft.com/office/drawing/2014/main" id="{0245182D-3E87-1247-CA4B-8143F0C10D1D}"/>
              </a:ext>
            </a:extLst>
          </p:cNvPr>
          <p:cNvSpPr>
            <a:spLocks noChangeArrowheads="1"/>
          </p:cNvSpPr>
          <p:nvPr/>
        </p:nvSpPr>
        <p:spPr bwMode="auto">
          <a:xfrm>
            <a:off x="3709988" y="2635250"/>
            <a:ext cx="1943100" cy="649288"/>
          </a:xfrm>
          <a:prstGeom prst="rect">
            <a:avLst/>
          </a:prstGeom>
          <a:solidFill>
            <a:schemeClr val="accent1"/>
          </a:solidFill>
          <a:ln w="9525" algn="ctr">
            <a:solidFill>
              <a:schemeClr val="tx1"/>
            </a:solidFill>
            <a:miter lim="800000"/>
            <a:headEnd/>
            <a:tailEnd/>
          </a:ln>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8721" name="Line 21">
            <a:extLst>
              <a:ext uri="{FF2B5EF4-FFF2-40B4-BE49-F238E27FC236}">
                <a16:creationId xmlns:a16="http://schemas.microsoft.com/office/drawing/2014/main" id="{D312D577-529D-A445-A23D-FAB52561902E}"/>
              </a:ext>
            </a:extLst>
          </p:cNvPr>
          <p:cNvSpPr>
            <a:spLocks noChangeShapeType="1"/>
          </p:cNvSpPr>
          <p:nvPr/>
        </p:nvSpPr>
        <p:spPr bwMode="auto">
          <a:xfrm>
            <a:off x="1116013" y="4435475"/>
            <a:ext cx="1944687" cy="0"/>
          </a:xfrm>
          <a:prstGeom prst="line">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99363" name="Rectangle 3">
            <a:extLst>
              <a:ext uri="{FF2B5EF4-FFF2-40B4-BE49-F238E27FC236}">
                <a16:creationId xmlns:a16="http://schemas.microsoft.com/office/drawing/2014/main" id="{289C242E-1453-9D2F-C2F1-DE68ADF1BBEE}"/>
              </a:ext>
            </a:extLst>
          </p:cNvPr>
          <p:cNvSpPr>
            <a:spLocks noChangeArrowheads="1"/>
          </p:cNvSpPr>
          <p:nvPr/>
        </p:nvSpPr>
        <p:spPr bwMode="auto">
          <a:xfrm>
            <a:off x="395288" y="331788"/>
            <a:ext cx="8229600" cy="1009650"/>
          </a:xfrm>
          <a:prstGeom prst="rect">
            <a:avLst/>
          </a:prstGeom>
          <a:noFill/>
          <a:ln w="9525">
            <a:noFill/>
            <a:miter lim="800000"/>
            <a:headEnd/>
            <a:tailEnd/>
          </a:ln>
        </p:spPr>
        <p:txBody>
          <a:bodyPr/>
          <a:lstStyle/>
          <a:p>
            <a:pPr marL="342900" indent="-342900" eaLnBrk="1" hangingPunct="1">
              <a:lnSpc>
                <a:spcPct val="80000"/>
              </a:lnSpc>
              <a:spcBef>
                <a:spcPct val="20000"/>
              </a:spcBef>
              <a:buClr>
                <a:schemeClr val="hlink"/>
              </a:buClr>
              <a:buSzPct val="60000"/>
              <a:buFont typeface="Wingdings" pitchFamily="2" charset="2"/>
              <a:buChar char="n"/>
              <a:defRPr/>
            </a:pPr>
            <a:r>
              <a:rPr lang="zh-CN" altLang="en-US" sz="2800" dirty="0">
                <a:effectLst>
                  <a:outerShdw blurRad="38100" dist="38100" dir="2700000" algn="tl">
                    <a:srgbClr val="000000"/>
                  </a:outerShdw>
                </a:effectLst>
              </a:rPr>
              <a:t>经过若干次分配、归还之后，可能会出现下面的格局：</a:t>
            </a:r>
            <a:endParaRPr lang="en-US" altLang="zh-CN" sz="2800" dirty="0">
              <a:effectLst>
                <a:outerShdw blurRad="38100" dist="38100" dir="2700000" algn="tl">
                  <a:srgbClr val="000000"/>
                </a:outerShdw>
              </a:effectLst>
            </a:endParaRPr>
          </a:p>
          <a:p>
            <a:pPr marL="342900" indent="-342900" eaLnBrk="1" hangingPunct="1">
              <a:lnSpc>
                <a:spcPct val="80000"/>
              </a:lnSpc>
              <a:spcBef>
                <a:spcPct val="20000"/>
              </a:spcBef>
              <a:buClr>
                <a:schemeClr val="hlink"/>
              </a:buClr>
              <a:buSzPct val="60000"/>
              <a:buFont typeface="Wingdings" pitchFamily="2" charset="2"/>
              <a:buChar char="n"/>
              <a:defRPr/>
            </a:pPr>
            <a:endParaRPr lang="en-US" altLang="zh-CN" sz="2800" dirty="0">
              <a:effectLst>
                <a:outerShdw blurRad="38100" dist="38100" dir="2700000" algn="tl">
                  <a:srgbClr val="000000"/>
                </a:outerShdw>
              </a:effectLst>
            </a:endParaRPr>
          </a:p>
          <a:p>
            <a:pPr marL="342900" indent="-342900" eaLnBrk="1" hangingPunct="1">
              <a:lnSpc>
                <a:spcPct val="80000"/>
              </a:lnSpc>
              <a:spcBef>
                <a:spcPct val="20000"/>
              </a:spcBef>
              <a:buClr>
                <a:schemeClr val="hlink"/>
              </a:buClr>
              <a:buSzPct val="60000"/>
              <a:buFont typeface="Wingdings" pitchFamily="2" charset="2"/>
              <a:buChar char="n"/>
              <a:defRPr/>
            </a:pPr>
            <a:endParaRPr lang="en-US" altLang="zh-CN" sz="2800" dirty="0">
              <a:effectLst>
                <a:outerShdw blurRad="38100" dist="38100" dir="2700000" algn="tl">
                  <a:srgbClr val="000000"/>
                </a:outerShdw>
              </a:effectLst>
            </a:endParaRPr>
          </a:p>
          <a:p>
            <a:pPr marL="342900" indent="-342900" eaLnBrk="1" hangingPunct="1">
              <a:lnSpc>
                <a:spcPct val="80000"/>
              </a:lnSpc>
              <a:spcBef>
                <a:spcPct val="20000"/>
              </a:spcBef>
              <a:buClr>
                <a:schemeClr val="hlink"/>
              </a:buClr>
              <a:buSzPct val="60000"/>
              <a:buFont typeface="Wingdings" pitchFamily="2" charset="2"/>
              <a:buChar char="n"/>
              <a:defRPr/>
            </a:pPr>
            <a:endParaRPr lang="en-US" altLang="zh-CN" sz="2800" dirty="0">
              <a:effectLst>
                <a:outerShdw blurRad="38100" dist="38100" dir="2700000" algn="tl">
                  <a:srgbClr val="000000"/>
                </a:outerShdw>
              </a:effectLst>
            </a:endParaRPr>
          </a:p>
          <a:p>
            <a:pPr marL="342900" indent="-342900" eaLnBrk="1" hangingPunct="1">
              <a:lnSpc>
                <a:spcPct val="80000"/>
              </a:lnSpc>
              <a:spcBef>
                <a:spcPct val="20000"/>
              </a:spcBef>
              <a:buClr>
                <a:schemeClr val="hlink"/>
              </a:buClr>
              <a:buSzPct val="60000"/>
              <a:buFont typeface="Wingdings" pitchFamily="2" charset="2"/>
              <a:buChar char="n"/>
              <a:defRPr/>
            </a:pPr>
            <a:endParaRPr lang="en-US" altLang="zh-CN" sz="2800" dirty="0">
              <a:effectLst>
                <a:outerShdw blurRad="38100" dist="38100" dir="2700000" algn="tl">
                  <a:srgbClr val="000000"/>
                </a:outerShdw>
              </a:effectLst>
            </a:endParaRPr>
          </a:p>
          <a:p>
            <a:pPr marL="342900" indent="-342900" eaLnBrk="1" hangingPunct="1">
              <a:lnSpc>
                <a:spcPct val="80000"/>
              </a:lnSpc>
              <a:spcBef>
                <a:spcPct val="20000"/>
              </a:spcBef>
              <a:buClr>
                <a:schemeClr val="hlink"/>
              </a:buClr>
              <a:buSzPct val="60000"/>
              <a:buFont typeface="Wingdings" pitchFamily="2" charset="2"/>
              <a:buChar char="n"/>
              <a:defRPr/>
            </a:pPr>
            <a:endParaRPr lang="en-US" altLang="zh-CN" sz="2800" dirty="0">
              <a:effectLst>
                <a:outerShdw blurRad="38100" dist="38100" dir="2700000" algn="tl">
                  <a:srgbClr val="000000"/>
                </a:outerShdw>
              </a:effectLst>
            </a:endParaRPr>
          </a:p>
          <a:p>
            <a:pPr marL="342900" indent="-342900" eaLnBrk="1" hangingPunct="1">
              <a:lnSpc>
                <a:spcPct val="80000"/>
              </a:lnSpc>
              <a:spcBef>
                <a:spcPct val="20000"/>
              </a:spcBef>
              <a:buClr>
                <a:schemeClr val="hlink"/>
              </a:buClr>
              <a:buSzPct val="60000"/>
              <a:buFont typeface="Wingdings" pitchFamily="2" charset="2"/>
              <a:buChar char="n"/>
              <a:defRPr/>
            </a:pPr>
            <a:endParaRPr lang="en-US" altLang="zh-CN" sz="2800" dirty="0">
              <a:effectLst>
                <a:outerShdw blurRad="38100" dist="38100" dir="2700000" algn="tl">
                  <a:srgbClr val="000000"/>
                </a:outerShdw>
              </a:effectLst>
            </a:endParaRPr>
          </a:p>
          <a:p>
            <a:pPr marL="342900" indent="-342900" eaLnBrk="1" hangingPunct="1">
              <a:lnSpc>
                <a:spcPct val="80000"/>
              </a:lnSpc>
              <a:spcBef>
                <a:spcPct val="20000"/>
              </a:spcBef>
              <a:buClr>
                <a:schemeClr val="hlink"/>
              </a:buClr>
              <a:buSzPct val="60000"/>
              <a:buFont typeface="Wingdings" pitchFamily="2" charset="2"/>
              <a:buChar char="n"/>
              <a:defRPr/>
            </a:pPr>
            <a:endParaRPr lang="en-US" altLang="zh-CN" sz="2800" dirty="0">
              <a:effectLst>
                <a:outerShdw blurRad="38100" dist="38100" dir="2700000" algn="tl">
                  <a:srgbClr val="000000"/>
                </a:outerShdw>
              </a:effectLst>
            </a:endParaRPr>
          </a:p>
          <a:p>
            <a:pPr marL="342900" indent="-342900" eaLnBrk="1" hangingPunct="1">
              <a:lnSpc>
                <a:spcPct val="80000"/>
              </a:lnSpc>
              <a:spcBef>
                <a:spcPct val="20000"/>
              </a:spcBef>
              <a:buClr>
                <a:schemeClr val="hlink"/>
              </a:buClr>
              <a:buSzPct val="60000"/>
              <a:buFont typeface="Wingdings" pitchFamily="2" charset="2"/>
              <a:buChar char="n"/>
              <a:defRPr/>
            </a:pPr>
            <a:endParaRPr lang="en-US" altLang="zh-CN" sz="2800" dirty="0">
              <a:effectLst>
                <a:outerShdw blurRad="38100" dist="38100" dir="2700000" algn="tl">
                  <a:srgbClr val="000000"/>
                </a:outerShdw>
              </a:effectLst>
            </a:endParaRPr>
          </a:p>
          <a:p>
            <a:pPr marL="342900" indent="-342900" eaLnBrk="1" hangingPunct="1">
              <a:lnSpc>
                <a:spcPct val="80000"/>
              </a:lnSpc>
              <a:spcBef>
                <a:spcPct val="20000"/>
              </a:spcBef>
              <a:buClr>
                <a:schemeClr val="hlink"/>
              </a:buClr>
              <a:buSzPct val="60000"/>
              <a:buFont typeface="Wingdings" pitchFamily="2" charset="2"/>
              <a:buChar char="n"/>
              <a:defRPr/>
            </a:pPr>
            <a:endParaRPr lang="en-US" altLang="zh-CN" sz="2800" dirty="0">
              <a:effectLst>
                <a:outerShdw blurRad="38100" dist="38100" dir="2700000" algn="tl">
                  <a:srgbClr val="000000"/>
                </a:outerShdw>
              </a:effectLst>
            </a:endParaRPr>
          </a:p>
          <a:p>
            <a:pPr marL="342900" indent="-342900" eaLnBrk="1" hangingPunct="1">
              <a:lnSpc>
                <a:spcPct val="80000"/>
              </a:lnSpc>
              <a:spcBef>
                <a:spcPct val="20000"/>
              </a:spcBef>
              <a:buClr>
                <a:schemeClr val="hlink"/>
              </a:buClr>
              <a:buSzPct val="60000"/>
              <a:buFont typeface="Wingdings" pitchFamily="2" charset="2"/>
              <a:buChar char="n"/>
              <a:defRPr/>
            </a:pPr>
            <a:endParaRPr lang="en-US" altLang="zh-CN" sz="2800" dirty="0">
              <a:effectLst>
                <a:outerShdw blurRad="38100" dist="38100" dir="2700000" algn="tl">
                  <a:srgbClr val="000000"/>
                </a:outerShdw>
              </a:effectLst>
            </a:endParaRPr>
          </a:p>
          <a:p>
            <a:pPr marL="342900" indent="-342900" eaLnBrk="1" hangingPunct="1">
              <a:lnSpc>
                <a:spcPct val="80000"/>
              </a:lnSpc>
              <a:spcBef>
                <a:spcPct val="20000"/>
              </a:spcBef>
              <a:buClr>
                <a:schemeClr val="hlink"/>
              </a:buClr>
              <a:buSzPct val="60000"/>
              <a:buFont typeface="Wingdings" pitchFamily="2" charset="2"/>
              <a:buChar char="n"/>
              <a:defRPr/>
            </a:pPr>
            <a:endParaRPr lang="en-US" altLang="zh-CN" sz="2800" dirty="0">
              <a:effectLst>
                <a:outerShdw blurRad="38100" dist="38100" dir="2700000" algn="tl">
                  <a:srgbClr val="000000"/>
                </a:outerShdw>
              </a:effectLst>
            </a:endParaRPr>
          </a:p>
          <a:p>
            <a:pPr marL="342900" indent="-342900" eaLnBrk="1" hangingPunct="1">
              <a:lnSpc>
                <a:spcPct val="80000"/>
              </a:lnSpc>
              <a:spcBef>
                <a:spcPct val="20000"/>
              </a:spcBef>
              <a:buClr>
                <a:schemeClr val="hlink"/>
              </a:buClr>
              <a:buSzPct val="60000"/>
              <a:buFont typeface="Wingdings" pitchFamily="2" charset="2"/>
              <a:buChar char="n"/>
              <a:defRPr/>
            </a:pPr>
            <a:r>
              <a:rPr lang="zh-CN" altLang="en-US" sz="2800" dirty="0">
                <a:effectLst>
                  <a:outerShdw blurRad="38100" dist="38100" dir="2700000" algn="tl">
                    <a:srgbClr val="000000"/>
                  </a:outerShdw>
                </a:effectLst>
              </a:rPr>
              <a:t>所有</a:t>
            </a:r>
            <a:r>
              <a:rPr lang="en-US" altLang="zh-CN" sz="2800" dirty="0">
                <a:effectLst>
                  <a:outerShdw blurRad="38100" dist="38100" dir="2700000" algn="tl">
                    <a:srgbClr val="000000"/>
                  </a:outerShdw>
                </a:effectLst>
              </a:rPr>
              <a:t>A</a:t>
            </a:r>
            <a:r>
              <a:rPr lang="zh-CN" altLang="en-US" sz="2800" dirty="0">
                <a:effectLst>
                  <a:outerShdw blurRad="38100" dist="38100" dir="2700000" algn="tl">
                    <a:srgbClr val="000000"/>
                  </a:outerShdw>
                </a:effectLst>
              </a:rPr>
              <a:t>类对象消亡后，如何归还所有的大块？</a:t>
            </a:r>
          </a:p>
          <a:p>
            <a:pPr marL="342900" indent="-342900" eaLnBrk="1" hangingPunct="1">
              <a:lnSpc>
                <a:spcPct val="80000"/>
              </a:lnSpc>
              <a:spcBef>
                <a:spcPct val="20000"/>
              </a:spcBef>
              <a:buClr>
                <a:schemeClr val="hlink"/>
              </a:buClr>
              <a:buSzPct val="60000"/>
              <a:buFont typeface="Wingdings" pitchFamily="2" charset="2"/>
              <a:buChar char="n"/>
              <a:defRPr/>
            </a:pPr>
            <a:endParaRPr lang="en-US" altLang="zh-CN" sz="2800" dirty="0">
              <a:effectLst>
                <a:outerShdw blurRad="38100" dist="38100" dir="2700000" algn="tl">
                  <a:srgbClr val="000000"/>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99363">
                                            <p:txEl>
                                              <p:pRg st="12" end="12"/>
                                            </p:txEl>
                                          </p:spTgt>
                                        </p:tgtEl>
                                        <p:attrNameLst>
                                          <p:attrName>style.visibility</p:attrName>
                                        </p:attrNameLst>
                                      </p:cBhvr>
                                      <p:to>
                                        <p:strVal val="visible"/>
                                      </p:to>
                                    </p:set>
                                    <p:anim calcmode="lin" valueType="num">
                                      <p:cBhvr additive="base">
                                        <p:cTn id="7" dur="500" fill="hold"/>
                                        <p:tgtEl>
                                          <p:spTgt spid="399363">
                                            <p:txEl>
                                              <p:pRg st="12" end="1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936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C52AB0A-1167-D4ED-A3DA-77AACF5A00DE}"/>
              </a:ext>
            </a:extLst>
          </p:cNvPr>
          <p:cNvSpPr>
            <a:spLocks noGrp="1"/>
          </p:cNvSpPr>
          <p:nvPr>
            <p:ph idx="1"/>
          </p:nvPr>
        </p:nvSpPr>
        <p:spPr>
          <a:xfrm>
            <a:off x="250825" y="188913"/>
            <a:ext cx="8713788" cy="5483225"/>
          </a:xfrm>
        </p:spPr>
        <p:txBody>
          <a:bodyPr>
            <a:normAutofit fontScale="70000" lnSpcReduction="20000"/>
          </a:bodyPr>
          <a:lstStyle/>
          <a:p>
            <a:pPr>
              <a:lnSpc>
                <a:spcPct val="120000"/>
              </a:lnSpc>
              <a:defRPr/>
            </a:pPr>
            <a:r>
              <a:rPr lang="zh-CN" altLang="en-US" dirty="0"/>
              <a:t>动态对象数组的创建与撤销</a:t>
            </a:r>
            <a:endParaRPr lang="en-US" altLang="zh-CN" dirty="0"/>
          </a:p>
          <a:p>
            <a:pPr marL="457200" lvl="1" indent="0">
              <a:lnSpc>
                <a:spcPct val="120000"/>
              </a:lnSpc>
              <a:buFontTx/>
              <a:buNone/>
              <a:defRPr/>
            </a:pPr>
            <a:r>
              <a:rPr lang="en-US" altLang="zh-CN" dirty="0"/>
              <a:t>A </a:t>
            </a:r>
            <a:r>
              <a:rPr lang="zh-CN" altLang="en-US" dirty="0"/>
              <a:t>*</a:t>
            </a:r>
            <a:r>
              <a:rPr lang="en-US" altLang="zh-CN" dirty="0"/>
              <a:t>p=new A</a:t>
            </a:r>
            <a:r>
              <a:rPr lang="en-US" altLang="zh-CN" dirty="0">
                <a:solidFill>
                  <a:srgbClr val="FFC000"/>
                </a:solidFill>
              </a:rPr>
              <a:t>[10]</a:t>
            </a:r>
            <a:r>
              <a:rPr lang="en-US" altLang="zh-CN" dirty="0"/>
              <a:t>;</a:t>
            </a:r>
          </a:p>
          <a:p>
            <a:pPr marL="457200" lvl="1" indent="0">
              <a:lnSpc>
                <a:spcPct val="120000"/>
              </a:lnSpc>
              <a:buFontTx/>
              <a:buNone/>
              <a:defRPr/>
            </a:pPr>
            <a:r>
              <a:rPr lang="en-US" altLang="zh-CN" dirty="0"/>
              <a:t>... p[0]</a:t>
            </a:r>
            <a:r>
              <a:rPr lang="zh-CN" altLang="en-US" dirty="0"/>
              <a:t>、</a:t>
            </a:r>
            <a:r>
              <a:rPr lang="en-US" altLang="zh-CN" dirty="0"/>
              <a:t>p[1]</a:t>
            </a:r>
            <a:r>
              <a:rPr lang="zh-CN" altLang="en-US" dirty="0"/>
              <a:t>、</a:t>
            </a:r>
            <a:r>
              <a:rPr lang="en-US" altLang="zh-CN" dirty="0"/>
              <a:t>...</a:t>
            </a:r>
            <a:r>
              <a:rPr lang="zh-CN" altLang="en-US" dirty="0"/>
              <a:t>、</a:t>
            </a:r>
            <a:r>
              <a:rPr lang="en-US" altLang="zh-CN" dirty="0"/>
              <a:t>p[9] ...</a:t>
            </a:r>
          </a:p>
          <a:p>
            <a:pPr marL="457200" lvl="1" indent="0">
              <a:lnSpc>
                <a:spcPct val="120000"/>
              </a:lnSpc>
              <a:buFontTx/>
              <a:buNone/>
              <a:defRPr/>
            </a:pPr>
            <a:r>
              <a:rPr lang="en-US" altLang="zh-CN" dirty="0"/>
              <a:t>delete </a:t>
            </a:r>
            <a:r>
              <a:rPr lang="en-US" altLang="zh-CN" dirty="0">
                <a:solidFill>
                  <a:srgbClr val="FFC000"/>
                </a:solidFill>
              </a:rPr>
              <a:t>[]</a:t>
            </a:r>
            <a:r>
              <a:rPr lang="en-US" altLang="zh-CN" dirty="0"/>
              <a:t>p; //</a:t>
            </a:r>
            <a:r>
              <a:rPr lang="zh-CN" altLang="en-US" dirty="0">
                <a:solidFill>
                  <a:srgbClr val="FFC000"/>
                </a:solidFill>
              </a:rPr>
              <a:t>“</a:t>
            </a:r>
            <a:r>
              <a:rPr lang="en-US" altLang="zh-CN" dirty="0">
                <a:solidFill>
                  <a:srgbClr val="FFC000"/>
                </a:solidFill>
              </a:rPr>
              <a:t>[]</a:t>
            </a:r>
            <a:r>
              <a:rPr lang="zh-CN" altLang="en-US" dirty="0">
                <a:solidFill>
                  <a:srgbClr val="FFC000"/>
                </a:solidFill>
              </a:rPr>
              <a:t>”不能漏掉！</a:t>
            </a:r>
            <a:endParaRPr lang="en-US" altLang="zh-CN" dirty="0">
              <a:solidFill>
                <a:srgbClr val="FFC000"/>
              </a:solidFill>
            </a:endParaRPr>
          </a:p>
          <a:p>
            <a:pPr>
              <a:lnSpc>
                <a:spcPct val="120000"/>
              </a:lnSpc>
              <a:defRPr/>
            </a:pPr>
            <a:r>
              <a:rPr lang="zh-CN" altLang="en-US" dirty="0"/>
              <a:t>上述操作将调用下面的重载函数（隐式或自定义）：</a:t>
            </a:r>
            <a:endParaRPr lang="en-US" altLang="zh-CN" dirty="0"/>
          </a:p>
          <a:p>
            <a:pPr lvl="1">
              <a:lnSpc>
                <a:spcPct val="120000"/>
              </a:lnSpc>
              <a:defRPr/>
            </a:pPr>
            <a:r>
              <a:rPr lang="en-GB" altLang="zh-CN" dirty="0"/>
              <a:t>void *</a:t>
            </a:r>
            <a:r>
              <a:rPr lang="en-GB" altLang="zh-CN" dirty="0">
                <a:solidFill>
                  <a:srgbClr val="FFC000"/>
                </a:solidFill>
              </a:rPr>
              <a:t>operator new</a:t>
            </a:r>
            <a:r>
              <a:rPr lang="en-US" altLang="zh-CN" dirty="0">
                <a:solidFill>
                  <a:srgbClr val="FFC000"/>
                </a:solidFill>
              </a:rPr>
              <a:t>[]</a:t>
            </a:r>
            <a:r>
              <a:rPr lang="en-GB" altLang="zh-CN" dirty="0"/>
              <a:t>(</a:t>
            </a:r>
            <a:r>
              <a:rPr lang="en-GB" altLang="zh-CN" dirty="0" err="1"/>
              <a:t>size_t</a:t>
            </a:r>
            <a:r>
              <a:rPr lang="en-GB" altLang="zh-CN" dirty="0"/>
              <a:t> size);</a:t>
            </a:r>
          </a:p>
          <a:p>
            <a:pPr lvl="1">
              <a:lnSpc>
                <a:spcPct val="120000"/>
              </a:lnSpc>
              <a:defRPr/>
            </a:pPr>
            <a:r>
              <a:rPr lang="en-GB" altLang="zh-CN" dirty="0"/>
              <a:t>void </a:t>
            </a:r>
            <a:r>
              <a:rPr lang="en-GB" altLang="zh-CN" dirty="0">
                <a:solidFill>
                  <a:srgbClr val="FFC000"/>
                </a:solidFill>
              </a:rPr>
              <a:t>operator delete[]</a:t>
            </a:r>
            <a:r>
              <a:rPr lang="en-GB" altLang="zh-CN" dirty="0"/>
              <a:t>(void *p);</a:t>
            </a:r>
          </a:p>
          <a:p>
            <a:pPr eaLnBrk="1" hangingPunct="1">
              <a:lnSpc>
                <a:spcPct val="120000"/>
              </a:lnSpc>
              <a:defRPr/>
            </a:pPr>
            <a:r>
              <a:rPr lang="zh-CN" altLang="en-US" dirty="0">
                <a:solidFill>
                  <a:srgbClr val="FFC000"/>
                </a:solidFill>
              </a:rPr>
              <a:t>注意：</a:t>
            </a:r>
            <a:r>
              <a:rPr lang="zh-CN" altLang="en-US" dirty="0"/>
              <a:t>当类（或基类和成员对象类）中有析构函数时，传给</a:t>
            </a:r>
            <a:r>
              <a:rPr lang="en-US" altLang="zh-CN" dirty="0"/>
              <a:t>new[]</a:t>
            </a:r>
            <a:r>
              <a:rPr lang="zh-CN" altLang="en-US" dirty="0"/>
              <a:t>重载函数的参数</a:t>
            </a:r>
            <a:r>
              <a:rPr lang="en-US" altLang="zh-CN" dirty="0"/>
              <a:t>size</a:t>
            </a:r>
            <a:r>
              <a:rPr lang="zh-CN" altLang="en-US" dirty="0"/>
              <a:t>的实际值会比对象数组需要的空间多</a:t>
            </a:r>
            <a:r>
              <a:rPr lang="en-US" altLang="zh-CN" dirty="0"/>
              <a:t>4</a:t>
            </a:r>
            <a:r>
              <a:rPr lang="zh-CN" altLang="en-US" dirty="0"/>
              <a:t>个字节，用于存储元素个数！例如，假设类</a:t>
            </a:r>
            <a:r>
              <a:rPr lang="en-US" altLang="zh-CN" dirty="0"/>
              <a:t>A</a:t>
            </a:r>
            <a:r>
              <a:rPr lang="zh-CN" altLang="en-US" dirty="0"/>
              <a:t>有析构函数，则</a:t>
            </a:r>
            <a:endParaRPr lang="en-US" altLang="zh-CN" dirty="0"/>
          </a:p>
          <a:p>
            <a:pPr lvl="1">
              <a:lnSpc>
                <a:spcPct val="120000"/>
              </a:lnSpc>
              <a:defRPr/>
            </a:pPr>
            <a:r>
              <a:rPr lang="en-US" altLang="zh-CN" dirty="0"/>
              <a:t>A </a:t>
            </a:r>
            <a:r>
              <a:rPr lang="zh-CN" altLang="en-US" dirty="0"/>
              <a:t>*</a:t>
            </a:r>
            <a:r>
              <a:rPr lang="en-US" altLang="zh-CN" dirty="0"/>
              <a:t>p=new A</a:t>
            </a:r>
            <a:r>
              <a:rPr lang="en-US" altLang="zh-CN" dirty="0">
                <a:solidFill>
                  <a:srgbClr val="FFC000"/>
                </a:solidFill>
              </a:rPr>
              <a:t>[10]</a:t>
            </a:r>
            <a:r>
              <a:rPr lang="en-US" altLang="zh-CN" dirty="0"/>
              <a:t>;</a:t>
            </a:r>
            <a:r>
              <a:rPr lang="zh-CN" altLang="en-US" dirty="0"/>
              <a:t> </a:t>
            </a:r>
            <a:r>
              <a:rPr lang="en-US" altLang="zh-CN" dirty="0"/>
              <a:t>//size</a:t>
            </a:r>
            <a:r>
              <a:rPr lang="zh-CN" altLang="en-US" dirty="0"/>
              <a:t>：</a:t>
            </a:r>
            <a:r>
              <a:rPr lang="en-US" altLang="zh-CN" dirty="0" err="1"/>
              <a:t>sizeof</a:t>
            </a:r>
            <a:r>
              <a:rPr lang="en-US" altLang="zh-CN" dirty="0"/>
              <a:t>(A)*10+4</a:t>
            </a:r>
          </a:p>
          <a:p>
            <a:pPr lvl="1">
              <a:lnSpc>
                <a:spcPct val="120000"/>
              </a:lnSpc>
              <a:defRPr/>
            </a:pPr>
            <a:r>
              <a:rPr lang="en-US" altLang="zh-CN" dirty="0"/>
              <a:t>......</a:t>
            </a:r>
          </a:p>
          <a:p>
            <a:pPr lvl="1">
              <a:lnSpc>
                <a:spcPct val="120000"/>
              </a:lnSpc>
              <a:defRPr/>
            </a:pPr>
            <a:r>
              <a:rPr lang="en-US" altLang="zh-CN" dirty="0"/>
              <a:t>delete </a:t>
            </a:r>
            <a:r>
              <a:rPr lang="en-US" altLang="zh-CN" dirty="0">
                <a:solidFill>
                  <a:srgbClr val="FFC000"/>
                </a:solidFill>
              </a:rPr>
              <a:t>[]</a:t>
            </a:r>
            <a:r>
              <a:rPr lang="en-US" altLang="zh-CN" dirty="0"/>
              <a:t>p; //</a:t>
            </a:r>
            <a:r>
              <a:rPr lang="zh-CN" altLang="en-US" dirty="0"/>
              <a:t>会根据存储的元素个数调用每个元素的析构函数</a:t>
            </a:r>
            <a:endParaRPr lang="en-US" altLang="zh-CN" dirty="0"/>
          </a:p>
        </p:txBody>
      </p:sp>
      <p:sp>
        <p:nvSpPr>
          <p:cNvPr id="2" name="矩形 1">
            <a:extLst>
              <a:ext uri="{FF2B5EF4-FFF2-40B4-BE49-F238E27FC236}">
                <a16:creationId xmlns:a16="http://schemas.microsoft.com/office/drawing/2014/main" id="{55F09EFA-8CDD-E5A8-73D1-B63320D2F51C}"/>
              </a:ext>
            </a:extLst>
          </p:cNvPr>
          <p:cNvSpPr>
            <a:spLocks noChangeArrowheads="1"/>
          </p:cNvSpPr>
          <p:nvPr/>
        </p:nvSpPr>
        <p:spPr bwMode="auto">
          <a:xfrm>
            <a:off x="3563938" y="6165850"/>
            <a:ext cx="4824412" cy="358775"/>
          </a:xfrm>
          <a:prstGeom prst="rect">
            <a:avLst/>
          </a:prstGeom>
          <a:solidFill>
            <a:schemeClr val="accent1"/>
          </a:solidFill>
          <a:ln w="9525" algn="ctr">
            <a:solidFill>
              <a:schemeClr val="tx1"/>
            </a:solidFill>
            <a:miter lim="800000"/>
            <a:headEnd/>
            <a:tailEnd/>
          </a:ln>
        </p:spPr>
        <p:txBody>
          <a:bodyPr wrap="none"/>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cxnSp>
        <p:nvCxnSpPr>
          <p:cNvPr id="5" name="直接连接符 4">
            <a:extLst>
              <a:ext uri="{FF2B5EF4-FFF2-40B4-BE49-F238E27FC236}">
                <a16:creationId xmlns:a16="http://schemas.microsoft.com/office/drawing/2014/main" id="{CDAEC2F3-F9C7-2ACC-55CF-D1B8207182AD}"/>
              </a:ext>
            </a:extLst>
          </p:cNvPr>
          <p:cNvCxnSpPr>
            <a:cxnSpLocks noChangeShapeType="1"/>
          </p:cNvCxnSpPr>
          <p:nvPr/>
        </p:nvCxnSpPr>
        <p:spPr bwMode="auto">
          <a:xfrm>
            <a:off x="4140200" y="6165850"/>
            <a:ext cx="0" cy="358775"/>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sp>
        <p:nvSpPr>
          <p:cNvPr id="6" name="TextBox 5">
            <a:extLst>
              <a:ext uri="{FF2B5EF4-FFF2-40B4-BE49-F238E27FC236}">
                <a16:creationId xmlns:a16="http://schemas.microsoft.com/office/drawing/2014/main" id="{7DAFD357-1F16-ECCD-9690-A3B229326C0E}"/>
              </a:ext>
            </a:extLst>
          </p:cNvPr>
          <p:cNvSpPr txBox="1">
            <a:spLocks noChangeArrowheads="1"/>
          </p:cNvSpPr>
          <p:nvPr/>
        </p:nvSpPr>
        <p:spPr bwMode="auto">
          <a:xfrm>
            <a:off x="2268538" y="5661025"/>
            <a:ext cx="1106487" cy="369888"/>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1800"/>
              <a:t>元素个数</a:t>
            </a:r>
          </a:p>
        </p:txBody>
      </p:sp>
      <p:cxnSp>
        <p:nvCxnSpPr>
          <p:cNvPr id="8" name="直接箭头连接符 7">
            <a:extLst>
              <a:ext uri="{FF2B5EF4-FFF2-40B4-BE49-F238E27FC236}">
                <a16:creationId xmlns:a16="http://schemas.microsoft.com/office/drawing/2014/main" id="{2D029A3F-3279-7837-3528-B76E29A31479}"/>
              </a:ext>
            </a:extLst>
          </p:cNvPr>
          <p:cNvCxnSpPr>
            <a:cxnSpLocks noChangeShapeType="1"/>
          </p:cNvCxnSpPr>
          <p:nvPr/>
        </p:nvCxnSpPr>
        <p:spPr bwMode="auto">
          <a:xfrm>
            <a:off x="2987675" y="6030913"/>
            <a:ext cx="863600" cy="314325"/>
          </a:xfrm>
          <a:prstGeom prst="straightConnector1">
            <a:avLst/>
          </a:prstGeom>
          <a:noFill/>
          <a:ln w="9525" algn="ctr">
            <a:solidFill>
              <a:schemeClr val="tx1"/>
            </a:solidFill>
            <a:miter lim="800000"/>
            <a:headEnd/>
            <a:tailEnd type="arrow" w="med" len="med"/>
          </a:ln>
          <a:extLst>
            <a:ext uri="{909E8E84-426E-40DD-AFC4-6F175D3DCCD1}">
              <a14:hiddenFill xmlns:a14="http://schemas.microsoft.com/office/drawing/2010/main">
                <a:noFill/>
              </a14:hiddenFill>
            </a:ext>
          </a:extLst>
        </p:spPr>
      </p:cxnSp>
      <p:sp>
        <p:nvSpPr>
          <p:cNvPr id="7" name="TextBox 6">
            <a:extLst>
              <a:ext uri="{FF2B5EF4-FFF2-40B4-BE49-F238E27FC236}">
                <a16:creationId xmlns:a16="http://schemas.microsoft.com/office/drawing/2014/main" id="{1ECCD80C-9C31-D263-7D12-B7B61B0814E5}"/>
              </a:ext>
            </a:extLst>
          </p:cNvPr>
          <p:cNvSpPr txBox="1">
            <a:spLocks noChangeArrowheads="1"/>
          </p:cNvSpPr>
          <p:nvPr/>
        </p:nvSpPr>
        <p:spPr bwMode="auto">
          <a:xfrm>
            <a:off x="4027488" y="5516563"/>
            <a:ext cx="328612" cy="3698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800"/>
              <a:t>p</a:t>
            </a:r>
            <a:endParaRPr lang="zh-CN" altLang="en-US" sz="1800"/>
          </a:p>
        </p:txBody>
      </p:sp>
      <p:cxnSp>
        <p:nvCxnSpPr>
          <p:cNvPr id="9" name="直接箭头连接符 8">
            <a:extLst>
              <a:ext uri="{FF2B5EF4-FFF2-40B4-BE49-F238E27FC236}">
                <a16:creationId xmlns:a16="http://schemas.microsoft.com/office/drawing/2014/main" id="{F35A8296-27EF-BBAA-E786-07C89263C106}"/>
              </a:ext>
            </a:extLst>
          </p:cNvPr>
          <p:cNvCxnSpPr>
            <a:cxnSpLocks noChangeShapeType="1"/>
          </p:cNvCxnSpPr>
          <p:nvPr/>
        </p:nvCxnSpPr>
        <p:spPr bwMode="auto">
          <a:xfrm>
            <a:off x="4211638" y="5886450"/>
            <a:ext cx="0" cy="279400"/>
          </a:xfrm>
          <a:prstGeom prst="straightConnector1">
            <a:avLst/>
          </a:prstGeom>
          <a:noFill/>
          <a:ln w="9525" algn="ctr">
            <a:solidFill>
              <a:schemeClr val="tx1"/>
            </a:solidFill>
            <a:miter lim="800000"/>
            <a:headEnd/>
            <a:tailEnd type="arrow"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 calcmode="lin" valueType="num">
                                      <p:cBhvr additive="base">
                                        <p:cTn id="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 calcmode="lin" valueType="num">
                                      <p:cBhvr additive="base">
                                        <p:cTn id="1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 calcmode="lin" valueType="num">
                                      <p:cBhvr additive="base">
                                        <p:cTn id="1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 calcmode="lin" valueType="num">
                                      <p:cBhvr additive="base">
                                        <p:cTn id="1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ppt_x"/>
                                          </p:val>
                                        </p:tav>
                                        <p:tav tm="100000">
                                          <p:val>
                                            <p:strVal val="#ppt_x"/>
                                          </p:val>
                                        </p:tav>
                                      </p:tavLst>
                                    </p:anim>
                                    <p:anim calcmode="lin" valueType="num">
                                      <p:cBhvr additive="base">
                                        <p:cTn id="24" dur="500" fill="hold"/>
                                        <p:tgtEl>
                                          <p:spTgt spid="2"/>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additive="base">
                                        <p:cTn id="35" dur="500" fill="hold"/>
                                        <p:tgtEl>
                                          <p:spTgt spid="8"/>
                                        </p:tgtEl>
                                        <p:attrNameLst>
                                          <p:attrName>ppt_x</p:attrName>
                                        </p:attrNameLst>
                                      </p:cBhvr>
                                      <p:tavLst>
                                        <p:tav tm="0">
                                          <p:val>
                                            <p:strVal val="#ppt_x"/>
                                          </p:val>
                                        </p:tav>
                                        <p:tav tm="100000">
                                          <p:val>
                                            <p:strVal val="#ppt_x"/>
                                          </p:val>
                                        </p:tav>
                                      </p:tavLst>
                                    </p:anim>
                                    <p:anim calcmode="lin" valueType="num">
                                      <p:cBhvr additive="base">
                                        <p:cTn id="36" dur="500" fill="hold"/>
                                        <p:tgtEl>
                                          <p:spTgt spid="8"/>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additive="base">
                                        <p:cTn id="39" dur="500" fill="hold"/>
                                        <p:tgtEl>
                                          <p:spTgt spid="7"/>
                                        </p:tgtEl>
                                        <p:attrNameLst>
                                          <p:attrName>ppt_x</p:attrName>
                                        </p:attrNameLst>
                                      </p:cBhvr>
                                      <p:tavLst>
                                        <p:tav tm="0">
                                          <p:val>
                                            <p:strVal val="#ppt_x"/>
                                          </p:val>
                                        </p:tav>
                                        <p:tav tm="100000">
                                          <p:val>
                                            <p:strVal val="#ppt_x"/>
                                          </p:val>
                                        </p:tav>
                                      </p:tavLst>
                                    </p:anim>
                                    <p:anim calcmode="lin" valueType="num">
                                      <p:cBhvr additive="base">
                                        <p:cTn id="40" dur="500" fill="hold"/>
                                        <p:tgtEl>
                                          <p:spTgt spid="7"/>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6594" name="Rectangle 2">
            <a:extLst>
              <a:ext uri="{FF2B5EF4-FFF2-40B4-BE49-F238E27FC236}">
                <a16:creationId xmlns:a16="http://schemas.microsoft.com/office/drawing/2014/main" id="{2007FE83-710A-7CDB-4376-22DED9860F00}"/>
              </a:ext>
            </a:extLst>
          </p:cNvPr>
          <p:cNvSpPr>
            <a:spLocks noGrp="1" noChangeArrowheads="1"/>
          </p:cNvSpPr>
          <p:nvPr>
            <p:ph type="title"/>
          </p:nvPr>
        </p:nvSpPr>
        <p:spPr>
          <a:xfrm>
            <a:off x="457200" y="115888"/>
            <a:ext cx="8229600" cy="990600"/>
          </a:xfrm>
        </p:spPr>
        <p:txBody>
          <a:bodyPr/>
          <a:lstStyle/>
          <a:p>
            <a:pPr eaLnBrk="1" hangingPunct="1">
              <a:defRPr/>
            </a:pPr>
            <a:r>
              <a:rPr lang="zh-CN" altLang="en-GB" sz="4000" dirty="0"/>
              <a:t>访问数组元素操作符“</a:t>
            </a:r>
            <a:r>
              <a:rPr lang="en-GB" altLang="zh-CN" sz="4000" dirty="0"/>
              <a:t>[]</a:t>
            </a:r>
            <a:r>
              <a:rPr lang="zh-CN" altLang="en-US" sz="4000" dirty="0"/>
              <a:t>”</a:t>
            </a:r>
            <a:r>
              <a:rPr lang="zh-CN" altLang="en-GB" sz="4000" dirty="0"/>
              <a:t>的重载</a:t>
            </a:r>
            <a:r>
              <a:rPr lang="zh-CN" altLang="en-US" dirty="0"/>
              <a:t> </a:t>
            </a:r>
          </a:p>
        </p:txBody>
      </p:sp>
      <p:sp>
        <p:nvSpPr>
          <p:cNvPr id="366595" name="Rectangle 3">
            <a:extLst>
              <a:ext uri="{FF2B5EF4-FFF2-40B4-BE49-F238E27FC236}">
                <a16:creationId xmlns:a16="http://schemas.microsoft.com/office/drawing/2014/main" id="{77DE2BBB-3BD0-5B44-599E-99986A53D9EF}"/>
              </a:ext>
            </a:extLst>
          </p:cNvPr>
          <p:cNvSpPr>
            <a:spLocks noGrp="1" noChangeArrowheads="1"/>
          </p:cNvSpPr>
          <p:nvPr>
            <p:ph type="body" idx="1"/>
          </p:nvPr>
        </p:nvSpPr>
        <p:spPr>
          <a:xfrm>
            <a:off x="73025" y="1196975"/>
            <a:ext cx="9036050" cy="5472113"/>
          </a:xfrm>
        </p:spPr>
        <p:txBody>
          <a:bodyPr>
            <a:normAutofit lnSpcReduction="10000"/>
          </a:bodyPr>
          <a:lstStyle/>
          <a:p>
            <a:pPr defTabSz="360363" eaLnBrk="1" hangingPunct="1">
              <a:defRPr/>
            </a:pPr>
            <a:r>
              <a:rPr lang="zh-CN" altLang="en-GB" sz="2600" dirty="0"/>
              <a:t>对于由具有</a:t>
            </a:r>
            <a:r>
              <a:rPr lang="zh-CN" altLang="en-GB" sz="2600" dirty="0">
                <a:solidFill>
                  <a:schemeClr val="folHlink"/>
                </a:solidFill>
              </a:rPr>
              <a:t>线性关系</a:t>
            </a:r>
            <a:r>
              <a:rPr lang="zh-CN" altLang="en-GB" sz="2600" dirty="0"/>
              <a:t>的</a:t>
            </a:r>
            <a:r>
              <a:rPr lang="zh-CN" altLang="en-GB" sz="2600" dirty="0">
                <a:solidFill>
                  <a:schemeClr val="folHlink"/>
                </a:solidFill>
              </a:rPr>
              <a:t>元素</a:t>
            </a:r>
            <a:r>
              <a:rPr lang="zh-CN" altLang="en-GB" sz="2600" dirty="0"/>
              <a:t>所构成的对象，可通过重载</a:t>
            </a:r>
            <a:r>
              <a:rPr lang="zh-CN" altLang="en-US" sz="2600" dirty="0"/>
              <a:t>下标操作符</a:t>
            </a:r>
            <a:r>
              <a:rPr lang="zh-CN" altLang="en-GB" sz="2600" dirty="0">
                <a:latin typeface="Arial" charset="0"/>
              </a:rPr>
              <a:t>“</a:t>
            </a:r>
            <a:r>
              <a:rPr lang="en-GB" altLang="zh-CN" sz="2600" dirty="0"/>
              <a:t>[]</a:t>
            </a:r>
            <a:r>
              <a:rPr lang="zh-CN" altLang="en-US" sz="2600" dirty="0"/>
              <a:t>”</a:t>
            </a:r>
            <a:r>
              <a:rPr lang="zh-CN" altLang="en-US" sz="2600" dirty="0">
                <a:latin typeface="Arial" charset="0"/>
              </a:rPr>
              <a:t>来</a:t>
            </a:r>
            <a:r>
              <a:rPr lang="zh-CN" altLang="en-GB" sz="2600" dirty="0"/>
              <a:t>实现对其元素的访问。例如：</a:t>
            </a:r>
            <a:endParaRPr lang="en-US" altLang="zh-CN" sz="2600" dirty="0"/>
          </a:p>
          <a:p>
            <a:pPr defTabSz="360363" eaLnBrk="1" hangingPunct="1">
              <a:buFontTx/>
              <a:buNone/>
              <a:defRPr/>
            </a:pPr>
            <a:r>
              <a:rPr lang="en-GB" altLang="zh-CN" sz="2200" dirty="0"/>
              <a:t>class String</a:t>
            </a:r>
          </a:p>
          <a:p>
            <a:pPr defTabSz="360363" eaLnBrk="1" hangingPunct="1">
              <a:buFontTx/>
              <a:buNone/>
              <a:defRPr/>
            </a:pPr>
            <a:r>
              <a:rPr lang="en-GB" altLang="zh-CN" sz="2200" dirty="0"/>
              <a:t>{	 </a:t>
            </a:r>
            <a:r>
              <a:rPr lang="en-GB" altLang="zh-CN" sz="2200" dirty="0" err="1"/>
              <a:t>int</a:t>
            </a:r>
            <a:r>
              <a:rPr lang="en-GB" altLang="zh-CN" sz="2200" dirty="0"/>
              <a:t> </a:t>
            </a:r>
            <a:r>
              <a:rPr lang="en-GB" altLang="zh-CN" sz="2200" dirty="0" err="1"/>
              <a:t>len</a:t>
            </a:r>
            <a:r>
              <a:rPr lang="en-GB" altLang="zh-CN" sz="2200" dirty="0"/>
              <a:t>;</a:t>
            </a:r>
          </a:p>
          <a:p>
            <a:pPr defTabSz="360363" eaLnBrk="1" hangingPunct="1">
              <a:buFontTx/>
              <a:buNone/>
              <a:defRPr/>
            </a:pPr>
            <a:r>
              <a:rPr lang="en-GB" altLang="zh-CN" sz="2200" dirty="0"/>
              <a:t>	 char *</a:t>
            </a:r>
            <a:r>
              <a:rPr lang="en-GB" altLang="zh-CN" sz="2200" dirty="0" err="1"/>
              <a:t>str</a:t>
            </a:r>
            <a:r>
              <a:rPr lang="en-GB" altLang="zh-CN" sz="2200" dirty="0"/>
              <a:t>;</a:t>
            </a:r>
          </a:p>
          <a:p>
            <a:pPr defTabSz="360363" eaLnBrk="1" hangingPunct="1">
              <a:buFontTx/>
              <a:buNone/>
              <a:defRPr/>
            </a:pPr>
            <a:r>
              <a:rPr lang="en-GB" altLang="zh-CN" sz="2200" dirty="0"/>
              <a:t> public:</a:t>
            </a:r>
          </a:p>
          <a:p>
            <a:pPr defTabSz="360363" eaLnBrk="1" hangingPunct="1">
              <a:buFontTx/>
              <a:buNone/>
              <a:defRPr/>
            </a:pPr>
            <a:r>
              <a:rPr lang="en-GB" altLang="zh-CN" sz="2200" dirty="0"/>
              <a:t> 		</a:t>
            </a:r>
            <a:r>
              <a:rPr lang="en-US" altLang="zh-CN" sz="2200" dirty="0"/>
              <a:t>......</a:t>
            </a:r>
            <a:endParaRPr lang="en-GB" altLang="zh-CN" sz="2200" dirty="0"/>
          </a:p>
          <a:p>
            <a:pPr defTabSz="360363" eaLnBrk="1" hangingPunct="1">
              <a:buFontTx/>
              <a:buNone/>
              <a:defRPr/>
            </a:pPr>
            <a:r>
              <a:rPr lang="en-US" altLang="zh-CN" sz="2200" dirty="0"/>
              <a:t>		char &amp;</a:t>
            </a:r>
            <a:r>
              <a:rPr lang="en-US" altLang="zh-CN" sz="2200" dirty="0">
                <a:solidFill>
                  <a:srgbClr val="FFC000"/>
                </a:solidFill>
              </a:rPr>
              <a:t>operator []</a:t>
            </a:r>
            <a:r>
              <a:rPr lang="en-US" altLang="zh-CN" sz="2200" dirty="0"/>
              <a:t>(</a:t>
            </a:r>
            <a:r>
              <a:rPr lang="en-US" altLang="zh-CN" sz="2200" dirty="0" err="1"/>
              <a:t>int</a:t>
            </a:r>
            <a:r>
              <a:rPr lang="en-US" altLang="zh-CN" sz="2200" dirty="0"/>
              <a:t> </a:t>
            </a:r>
            <a:r>
              <a:rPr lang="en-US" altLang="zh-CN" sz="2200" dirty="0" err="1"/>
              <a:t>i</a:t>
            </a:r>
            <a:r>
              <a:rPr lang="en-US" altLang="zh-CN" sz="2200" dirty="0"/>
              <a:t>) {	return </a:t>
            </a:r>
            <a:r>
              <a:rPr lang="en-US" altLang="zh-CN" sz="2200" dirty="0" err="1"/>
              <a:t>str</a:t>
            </a:r>
            <a:r>
              <a:rPr lang="en-US" altLang="zh-CN" sz="2200" dirty="0"/>
              <a:t>[</a:t>
            </a:r>
            <a:r>
              <a:rPr lang="en-US" altLang="zh-CN" sz="2200" dirty="0" err="1"/>
              <a:t>i</a:t>
            </a:r>
            <a:r>
              <a:rPr lang="en-US" altLang="zh-CN" sz="2200" dirty="0"/>
              <a:t>]; }</a:t>
            </a:r>
          </a:p>
          <a:p>
            <a:pPr defTabSz="360363" eaLnBrk="1" hangingPunct="1">
              <a:buFontTx/>
              <a:buNone/>
              <a:defRPr/>
            </a:pPr>
            <a:r>
              <a:rPr lang="en-US" altLang="zh-CN" sz="2200" dirty="0"/>
              <a:t>		char </a:t>
            </a:r>
            <a:r>
              <a:rPr lang="en-US" altLang="zh-CN" sz="2200" dirty="0">
                <a:solidFill>
                  <a:srgbClr val="FFC000"/>
                </a:solidFill>
              </a:rPr>
              <a:t>operator []</a:t>
            </a:r>
            <a:r>
              <a:rPr lang="en-US" altLang="zh-CN" sz="2200" dirty="0"/>
              <a:t>(</a:t>
            </a:r>
            <a:r>
              <a:rPr lang="en-US" altLang="zh-CN" sz="2200" dirty="0" err="1"/>
              <a:t>int</a:t>
            </a:r>
            <a:r>
              <a:rPr lang="en-US" altLang="zh-CN" sz="2200" dirty="0"/>
              <a:t> </a:t>
            </a:r>
            <a:r>
              <a:rPr lang="en-US" altLang="zh-CN" sz="2200" dirty="0" err="1"/>
              <a:t>i</a:t>
            </a:r>
            <a:r>
              <a:rPr lang="en-US" altLang="zh-CN" sz="2200" dirty="0"/>
              <a:t>) </a:t>
            </a:r>
            <a:r>
              <a:rPr lang="en-US" altLang="zh-CN" sz="2200" dirty="0" err="1">
                <a:solidFill>
                  <a:srgbClr val="FFC000"/>
                </a:solidFill>
              </a:rPr>
              <a:t>const</a:t>
            </a:r>
            <a:r>
              <a:rPr lang="en-US" altLang="zh-CN" sz="2200" dirty="0"/>
              <a:t> {	return </a:t>
            </a:r>
            <a:r>
              <a:rPr lang="en-US" altLang="zh-CN" sz="2200" dirty="0" err="1"/>
              <a:t>str</a:t>
            </a:r>
            <a:r>
              <a:rPr lang="en-US" altLang="zh-CN" sz="2200" dirty="0"/>
              <a:t>[</a:t>
            </a:r>
            <a:r>
              <a:rPr lang="en-US" altLang="zh-CN" sz="2200" dirty="0" err="1"/>
              <a:t>i</a:t>
            </a:r>
            <a:r>
              <a:rPr lang="en-US" altLang="zh-CN" sz="2200" dirty="0"/>
              <a:t>]; } </a:t>
            </a:r>
            <a:r>
              <a:rPr lang="en-US" altLang="zh-CN" sz="2200" dirty="0">
                <a:solidFill>
                  <a:srgbClr val="FFC000"/>
                </a:solidFill>
              </a:rPr>
              <a:t>//</a:t>
            </a:r>
            <a:r>
              <a:rPr lang="zh-CN" altLang="en-US" sz="2200" dirty="0">
                <a:solidFill>
                  <a:srgbClr val="FFC000"/>
                </a:solidFill>
              </a:rPr>
              <a:t>用于常量对象</a:t>
            </a:r>
            <a:endParaRPr lang="en-US" altLang="zh-CN" sz="2200" dirty="0">
              <a:solidFill>
                <a:srgbClr val="FFC000"/>
              </a:solidFill>
            </a:endParaRPr>
          </a:p>
          <a:p>
            <a:pPr defTabSz="360363" eaLnBrk="1" hangingPunct="1">
              <a:buFontTx/>
              <a:buNone/>
              <a:defRPr/>
            </a:pPr>
            <a:r>
              <a:rPr lang="en-GB" altLang="zh-CN" sz="2200" dirty="0"/>
              <a:t>};</a:t>
            </a:r>
          </a:p>
          <a:p>
            <a:pPr defTabSz="360363" eaLnBrk="1" hangingPunct="1">
              <a:buFontTx/>
              <a:buNone/>
              <a:defRPr/>
            </a:pPr>
            <a:r>
              <a:rPr lang="en-GB" altLang="zh-CN" sz="2200" dirty="0"/>
              <a:t>......</a:t>
            </a:r>
          </a:p>
          <a:p>
            <a:pPr defTabSz="360363" eaLnBrk="1" hangingPunct="1">
              <a:buFontTx/>
              <a:buNone/>
              <a:defRPr/>
            </a:pPr>
            <a:r>
              <a:rPr lang="en-GB" altLang="zh-CN" sz="2200" dirty="0"/>
              <a:t>String s("</a:t>
            </a:r>
            <a:r>
              <a:rPr lang="en-GB" altLang="zh-CN" sz="2200" dirty="0" err="1"/>
              <a:t>abcd</a:t>
            </a:r>
            <a:r>
              <a:rPr lang="en-GB" altLang="zh-CN" sz="2200" dirty="0"/>
              <a:t>");</a:t>
            </a:r>
          </a:p>
          <a:p>
            <a:pPr defTabSz="360363" eaLnBrk="1" hangingPunct="1">
              <a:buFontTx/>
              <a:buNone/>
              <a:defRPr/>
            </a:pPr>
            <a:r>
              <a:rPr lang="en-US" altLang="zh-CN" sz="2200" dirty="0">
                <a:solidFill>
                  <a:srgbClr val="FFC000"/>
                </a:solidFill>
              </a:rPr>
              <a:t>s[0]</a:t>
            </a:r>
            <a:r>
              <a:rPr lang="en-US" altLang="zh-CN" sz="2200" dirty="0"/>
              <a:t> = 'A';</a:t>
            </a:r>
            <a:endParaRPr lang="en-GB" altLang="zh-CN" sz="2200" dirty="0"/>
          </a:p>
          <a:p>
            <a:pPr defTabSz="360363" eaLnBrk="1" hangingPunct="1">
              <a:buFontTx/>
              <a:buNone/>
              <a:defRPr/>
            </a:pPr>
            <a:r>
              <a:rPr lang="en-GB" altLang="zh-CN" sz="2200" dirty="0" err="1"/>
              <a:t>cout</a:t>
            </a:r>
            <a:r>
              <a:rPr lang="en-GB" altLang="zh-CN" sz="2200" dirty="0"/>
              <a:t> &lt;&lt; </a:t>
            </a:r>
            <a:r>
              <a:rPr lang="en-GB" altLang="zh-CN" sz="2200" dirty="0">
                <a:solidFill>
                  <a:srgbClr val="FFC000"/>
                </a:solidFill>
              </a:rPr>
              <a:t>s[0]</a:t>
            </a:r>
            <a:r>
              <a:rPr lang="en-GB" altLang="zh-CN" sz="2200" dirty="0"/>
              <a:t>;  </a:t>
            </a:r>
            <a:r>
              <a:rPr lang="en-US" altLang="zh-CN" sz="2200" dirty="0"/>
              <a:t>//</a:t>
            </a:r>
            <a:r>
              <a:rPr lang="zh-CN" altLang="en-US" sz="2200" dirty="0"/>
              <a:t>输出：</a:t>
            </a:r>
            <a:r>
              <a:rPr lang="en-US" altLang="zh-CN" sz="2200" dirty="0"/>
              <a:t>A</a:t>
            </a:r>
            <a:endParaRPr lang="en-GB" altLang="zh-CN" sz="2200"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66595">
                                            <p:txEl>
                                              <p:pRg st="7" end="7"/>
                                            </p:txEl>
                                          </p:spTgt>
                                        </p:tgtEl>
                                        <p:attrNameLst>
                                          <p:attrName>style.visibility</p:attrName>
                                        </p:attrNameLst>
                                      </p:cBhvr>
                                      <p:to>
                                        <p:strVal val="visible"/>
                                      </p:to>
                                    </p:set>
                                    <p:anim calcmode="lin" valueType="num">
                                      <p:cBhvr additive="base">
                                        <p:cTn id="7" dur="500" fill="hold"/>
                                        <p:tgtEl>
                                          <p:spTgt spid="366595">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659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6595" name="Rectangle 3">
            <a:extLst>
              <a:ext uri="{FF2B5EF4-FFF2-40B4-BE49-F238E27FC236}">
                <a16:creationId xmlns:a16="http://schemas.microsoft.com/office/drawing/2014/main" id="{B65D4E80-A184-A09C-B680-9B0DE8F560B0}"/>
              </a:ext>
            </a:extLst>
          </p:cNvPr>
          <p:cNvSpPr>
            <a:spLocks noGrp="1" noChangeArrowheads="1"/>
          </p:cNvSpPr>
          <p:nvPr>
            <p:ph type="body" idx="1"/>
          </p:nvPr>
        </p:nvSpPr>
        <p:spPr>
          <a:xfrm>
            <a:off x="250825" y="765175"/>
            <a:ext cx="8686800" cy="5661025"/>
          </a:xfrm>
        </p:spPr>
        <p:txBody>
          <a:bodyPr>
            <a:normAutofit/>
          </a:bodyPr>
          <a:lstStyle/>
          <a:p>
            <a:pPr defTabSz="360363" eaLnBrk="1" hangingPunct="1">
              <a:defRPr/>
            </a:pPr>
            <a:r>
              <a:rPr lang="zh-CN" altLang="en-US" sz="2600" dirty="0"/>
              <a:t>再</a:t>
            </a:r>
            <a:r>
              <a:rPr lang="zh-CN" altLang="en-GB" sz="2600" dirty="0"/>
              <a:t>例如：</a:t>
            </a:r>
            <a:endParaRPr lang="en-US" altLang="zh-CN" sz="2600" dirty="0"/>
          </a:p>
          <a:p>
            <a:pPr marL="457200" lvl="1" indent="0" defTabSz="360363" eaLnBrk="1" hangingPunct="1">
              <a:lnSpc>
                <a:spcPct val="90000"/>
              </a:lnSpc>
              <a:buFontTx/>
              <a:buNone/>
              <a:defRPr/>
            </a:pPr>
            <a:r>
              <a:rPr lang="en-US" altLang="zh-CN" sz="2200" dirty="0"/>
              <a:t>class Vector  //</a:t>
            </a:r>
            <a:r>
              <a:rPr lang="zh-CN" altLang="en-US" sz="2200" dirty="0"/>
              <a:t>向量类</a:t>
            </a:r>
          </a:p>
          <a:p>
            <a:pPr marL="457200" lvl="1" indent="0" defTabSz="360363" eaLnBrk="1" hangingPunct="1">
              <a:lnSpc>
                <a:spcPct val="90000"/>
              </a:lnSpc>
              <a:buFontTx/>
              <a:buNone/>
              <a:defRPr/>
            </a:pPr>
            <a:r>
              <a:rPr lang="en-US" altLang="zh-CN" sz="2200" dirty="0"/>
              <a:t>{	   </a:t>
            </a:r>
            <a:r>
              <a:rPr lang="en-US" altLang="zh-CN" sz="2200" dirty="0" err="1"/>
              <a:t>int</a:t>
            </a:r>
            <a:r>
              <a:rPr lang="en-US" altLang="zh-CN" sz="2200" dirty="0"/>
              <a:t> *</a:t>
            </a:r>
            <a:r>
              <a:rPr lang="en-US" altLang="zh-CN" sz="2200" dirty="0" err="1"/>
              <a:t>p_data</a:t>
            </a:r>
            <a:r>
              <a:rPr lang="en-US" altLang="zh-CN" sz="2200" dirty="0"/>
              <a:t>;</a:t>
            </a:r>
          </a:p>
          <a:p>
            <a:pPr marL="457200" lvl="1" indent="0" defTabSz="360363" eaLnBrk="1" hangingPunct="1">
              <a:lnSpc>
                <a:spcPct val="90000"/>
              </a:lnSpc>
              <a:buFontTx/>
              <a:buNone/>
              <a:defRPr/>
            </a:pPr>
            <a:r>
              <a:rPr lang="en-US" altLang="zh-CN" sz="2200" dirty="0"/>
              <a:t>	   </a:t>
            </a:r>
            <a:r>
              <a:rPr lang="en-US" altLang="zh-CN" sz="2200" dirty="0" err="1"/>
              <a:t>int</a:t>
            </a:r>
            <a:r>
              <a:rPr lang="en-US" altLang="zh-CN" sz="2200" dirty="0"/>
              <a:t> </a:t>
            </a:r>
            <a:r>
              <a:rPr lang="en-US" altLang="zh-CN" sz="2200" dirty="0" err="1"/>
              <a:t>num</a:t>
            </a:r>
            <a:r>
              <a:rPr lang="en-US" altLang="zh-CN" sz="2200" dirty="0"/>
              <a:t>;</a:t>
            </a:r>
          </a:p>
          <a:p>
            <a:pPr marL="457200" lvl="1" indent="0" defTabSz="360363" eaLnBrk="1" hangingPunct="1">
              <a:lnSpc>
                <a:spcPct val="90000"/>
              </a:lnSpc>
              <a:buFontTx/>
              <a:buNone/>
              <a:defRPr/>
            </a:pPr>
            <a:r>
              <a:rPr lang="en-US" altLang="zh-CN" sz="2200" dirty="0"/>
              <a:t>	public:</a:t>
            </a:r>
          </a:p>
          <a:p>
            <a:pPr marL="457200" lvl="1" indent="0" defTabSz="360363" eaLnBrk="1" hangingPunct="1">
              <a:lnSpc>
                <a:spcPct val="90000"/>
              </a:lnSpc>
              <a:buFontTx/>
              <a:buNone/>
              <a:defRPr/>
            </a:pPr>
            <a:r>
              <a:rPr lang="en-US" altLang="zh-CN" sz="2200" dirty="0"/>
              <a:t>		......</a:t>
            </a:r>
          </a:p>
          <a:p>
            <a:pPr marL="457200" lvl="1" indent="0" defTabSz="360363" eaLnBrk="1" hangingPunct="1">
              <a:lnSpc>
                <a:spcPct val="90000"/>
              </a:lnSpc>
              <a:buFontTx/>
              <a:buNone/>
              <a:defRPr/>
            </a:pPr>
            <a:r>
              <a:rPr lang="en-US" altLang="zh-CN" sz="2200" dirty="0"/>
              <a:t>		</a:t>
            </a:r>
            <a:r>
              <a:rPr lang="en-US" altLang="zh-CN" sz="2200" dirty="0" err="1"/>
              <a:t>int</a:t>
            </a:r>
            <a:r>
              <a:rPr lang="en-US" altLang="zh-CN" sz="2200" dirty="0"/>
              <a:t>&amp; </a:t>
            </a:r>
            <a:r>
              <a:rPr lang="en-US" altLang="zh-CN" sz="2200" dirty="0">
                <a:solidFill>
                  <a:srgbClr val="FFC000"/>
                </a:solidFill>
              </a:rPr>
              <a:t>operator[]</a:t>
            </a:r>
            <a:r>
              <a:rPr lang="en-US" altLang="zh-CN" sz="2200" dirty="0"/>
              <a:t>(</a:t>
            </a:r>
            <a:r>
              <a:rPr lang="en-US" altLang="zh-CN" sz="2200" dirty="0" err="1"/>
              <a:t>int</a:t>
            </a:r>
            <a:r>
              <a:rPr lang="en-US" altLang="zh-CN" sz="2200" dirty="0"/>
              <a:t> </a:t>
            </a:r>
            <a:r>
              <a:rPr lang="en-US" altLang="zh-CN" sz="2200" dirty="0" err="1"/>
              <a:t>i</a:t>
            </a:r>
            <a:r>
              <a:rPr lang="en-US" altLang="zh-CN" sz="2200" dirty="0"/>
              <a:t>) //</a:t>
            </a:r>
            <a:r>
              <a:rPr lang="zh-CN" altLang="en-US" sz="2200" dirty="0"/>
              <a:t>访问向量第</a:t>
            </a:r>
            <a:r>
              <a:rPr lang="en-US" altLang="zh-CN" sz="2200" dirty="0" err="1"/>
              <a:t>i</a:t>
            </a:r>
            <a:r>
              <a:rPr lang="zh-CN" altLang="en-US" sz="2200" dirty="0"/>
              <a:t>个元素。</a:t>
            </a:r>
          </a:p>
          <a:p>
            <a:pPr marL="457200" lvl="1" indent="0" defTabSz="360363" eaLnBrk="1" hangingPunct="1">
              <a:lnSpc>
                <a:spcPct val="90000"/>
              </a:lnSpc>
              <a:buFontTx/>
              <a:buNone/>
              <a:defRPr/>
            </a:pPr>
            <a:r>
              <a:rPr lang="zh-CN" altLang="en-US" sz="2200" dirty="0"/>
              <a:t>		</a:t>
            </a:r>
            <a:r>
              <a:rPr lang="en-US" altLang="zh-CN" sz="2200" dirty="0"/>
              <a:t>{	return </a:t>
            </a:r>
            <a:r>
              <a:rPr lang="en-US" altLang="zh-CN" sz="2200" dirty="0" err="1"/>
              <a:t>p_data</a:t>
            </a:r>
            <a:r>
              <a:rPr lang="en-US" altLang="zh-CN" sz="2200" dirty="0"/>
              <a:t>[</a:t>
            </a:r>
            <a:r>
              <a:rPr lang="en-US" altLang="zh-CN" sz="2200" dirty="0" err="1"/>
              <a:t>i</a:t>
            </a:r>
            <a:r>
              <a:rPr lang="en-US" altLang="zh-CN" sz="2200" dirty="0"/>
              <a:t>];</a:t>
            </a:r>
          </a:p>
          <a:p>
            <a:pPr marL="457200" lvl="1" indent="0" defTabSz="360363" eaLnBrk="1" hangingPunct="1">
              <a:lnSpc>
                <a:spcPct val="90000"/>
              </a:lnSpc>
              <a:buFontTx/>
              <a:buNone/>
              <a:defRPr/>
            </a:pPr>
            <a:r>
              <a:rPr lang="en-US" altLang="zh-CN" sz="2200" dirty="0"/>
              <a:t>		}</a:t>
            </a:r>
          </a:p>
          <a:p>
            <a:pPr marL="457200" lvl="1" indent="0" defTabSz="360363" eaLnBrk="1" hangingPunct="1">
              <a:lnSpc>
                <a:spcPct val="90000"/>
              </a:lnSpc>
              <a:buFontTx/>
              <a:buNone/>
              <a:defRPr/>
            </a:pPr>
            <a:r>
              <a:rPr lang="en-US" altLang="zh-CN" sz="2200" dirty="0"/>
              <a:t>};</a:t>
            </a:r>
          </a:p>
          <a:p>
            <a:pPr marL="457200" lvl="1" indent="0" defTabSz="360363" eaLnBrk="1" hangingPunct="1">
              <a:lnSpc>
                <a:spcPct val="90000"/>
              </a:lnSpc>
              <a:buFontTx/>
              <a:buNone/>
              <a:defRPr/>
            </a:pPr>
            <a:r>
              <a:rPr lang="en-US" altLang="zh-CN" sz="2200" dirty="0"/>
              <a:t>......</a:t>
            </a:r>
          </a:p>
          <a:p>
            <a:pPr marL="457200" lvl="1" indent="0" defTabSz="360363" eaLnBrk="1" hangingPunct="1">
              <a:lnSpc>
                <a:spcPct val="90000"/>
              </a:lnSpc>
              <a:buFontTx/>
              <a:buNone/>
              <a:defRPr/>
            </a:pPr>
            <a:r>
              <a:rPr lang="en-US" altLang="zh-CN" sz="2200" dirty="0"/>
              <a:t>Vector v(10);</a:t>
            </a:r>
          </a:p>
          <a:p>
            <a:pPr marL="457200" lvl="1" indent="0" defTabSz="360363" eaLnBrk="1" hangingPunct="1">
              <a:lnSpc>
                <a:spcPct val="90000"/>
              </a:lnSpc>
              <a:buFontTx/>
              <a:buNone/>
              <a:defRPr/>
            </a:pPr>
            <a:r>
              <a:rPr lang="en-US" altLang="zh-CN" sz="2200" dirty="0">
                <a:solidFill>
                  <a:srgbClr val="FFC000"/>
                </a:solidFill>
              </a:rPr>
              <a:t>v[2]</a:t>
            </a:r>
            <a:r>
              <a:rPr lang="en-US" altLang="zh-CN" sz="2200" dirty="0"/>
              <a:t> = 23;</a:t>
            </a:r>
          </a:p>
          <a:p>
            <a:pPr marL="457200" lvl="1" indent="0" defTabSz="360363" eaLnBrk="1" hangingPunct="1">
              <a:lnSpc>
                <a:spcPct val="90000"/>
              </a:lnSpc>
              <a:buFontTx/>
              <a:buNone/>
              <a:defRPr/>
            </a:pPr>
            <a:r>
              <a:rPr lang="en-US" altLang="zh-CN" sz="2200" dirty="0" err="1"/>
              <a:t>cout</a:t>
            </a:r>
            <a:r>
              <a:rPr lang="en-US" altLang="zh-CN" sz="2200" dirty="0"/>
              <a:t> &lt;&lt; </a:t>
            </a:r>
            <a:r>
              <a:rPr lang="en-US" altLang="zh-CN" sz="2200" dirty="0">
                <a:solidFill>
                  <a:srgbClr val="FFC000"/>
                </a:solidFill>
              </a:rPr>
              <a:t>v[2]</a:t>
            </a:r>
            <a:r>
              <a:rPr lang="en-US" altLang="zh-CN" sz="2200" dirty="0"/>
              <a:t>; //</a:t>
            </a:r>
            <a:r>
              <a:rPr lang="zh-CN" altLang="en-US" sz="2200" dirty="0"/>
              <a:t>输出：</a:t>
            </a:r>
            <a:r>
              <a:rPr lang="en-US" altLang="zh-CN" sz="2200" dirty="0"/>
              <a:t>23</a:t>
            </a:r>
            <a:endParaRPr lang="zh-CN" altLang="en-GB" sz="2200" dirty="0"/>
          </a:p>
        </p:txBody>
      </p:sp>
      <p:sp>
        <p:nvSpPr>
          <p:cNvPr id="2" name="TextBox 1">
            <a:extLst>
              <a:ext uri="{FF2B5EF4-FFF2-40B4-BE49-F238E27FC236}">
                <a16:creationId xmlns:a16="http://schemas.microsoft.com/office/drawing/2014/main" id="{423397D8-F751-A94C-0A7B-87D4D79E7C68}"/>
              </a:ext>
            </a:extLst>
          </p:cNvPr>
          <p:cNvSpPr txBox="1"/>
          <p:nvPr/>
        </p:nvSpPr>
        <p:spPr>
          <a:xfrm>
            <a:off x="4976813" y="3757613"/>
            <a:ext cx="3916362" cy="1616075"/>
          </a:xfrm>
          <a:prstGeom prst="rect">
            <a:avLst/>
          </a:prstGeom>
          <a:solidFill>
            <a:srgbClr val="003366"/>
          </a:solidFill>
        </p:spPr>
        <p:txBody>
          <a:bodyPr wrap="none">
            <a:spAutoFit/>
          </a:bodyPr>
          <a:lstStyle/>
          <a:p>
            <a:pPr marL="342900" lvl="1" indent="-342900" defTabSz="360363" eaLnBrk="1" hangingPunct="1">
              <a:lnSpc>
                <a:spcPct val="90000"/>
              </a:lnSpc>
              <a:buFont typeface="Arial" panose="020B0604020202020204" pitchFamily="34" charset="0"/>
              <a:buChar char="•"/>
              <a:defRPr/>
            </a:pPr>
            <a:r>
              <a:rPr lang="zh-CN" altLang="en-US" sz="2200" dirty="0">
                <a:ea typeface="宋体" charset="-122"/>
              </a:rPr>
              <a:t>对于常量对象的场合要加上</a:t>
            </a:r>
            <a:endParaRPr lang="en-US" altLang="zh-CN" sz="2200" dirty="0">
              <a:ea typeface="宋体" charset="-122"/>
            </a:endParaRPr>
          </a:p>
          <a:p>
            <a:pPr marL="0" lvl="1" defTabSz="360363" eaLnBrk="1" hangingPunct="1">
              <a:lnSpc>
                <a:spcPct val="90000"/>
              </a:lnSpc>
              <a:defRPr/>
            </a:pPr>
            <a:r>
              <a:rPr lang="zh-CN" altLang="en-US" sz="2200" dirty="0">
                <a:ea typeface="宋体" charset="-122"/>
              </a:rPr>
              <a:t>另一个重载函数：</a:t>
            </a:r>
            <a:endParaRPr lang="en-US" altLang="zh-CN" sz="2200" dirty="0">
              <a:ea typeface="宋体" charset="-122"/>
            </a:endParaRPr>
          </a:p>
          <a:p>
            <a:pPr marL="0" lvl="1" defTabSz="360363" eaLnBrk="1" hangingPunct="1">
              <a:lnSpc>
                <a:spcPct val="90000"/>
              </a:lnSpc>
              <a:defRPr/>
            </a:pPr>
            <a:r>
              <a:rPr lang="en-US" altLang="zh-CN" sz="2200" dirty="0" err="1">
                <a:ea typeface="宋体" charset="-122"/>
              </a:rPr>
              <a:t>int</a:t>
            </a:r>
            <a:r>
              <a:rPr lang="en-US" altLang="zh-CN" sz="2200" dirty="0">
                <a:ea typeface="宋体" charset="-122"/>
              </a:rPr>
              <a:t> </a:t>
            </a:r>
            <a:r>
              <a:rPr lang="en-US" altLang="zh-CN" sz="2200" dirty="0">
                <a:solidFill>
                  <a:srgbClr val="FFC000"/>
                </a:solidFill>
                <a:ea typeface="宋体" charset="-122"/>
              </a:rPr>
              <a:t>operator[]</a:t>
            </a:r>
            <a:r>
              <a:rPr lang="en-US" altLang="zh-CN" sz="2200" dirty="0">
                <a:ea typeface="宋体" charset="-122"/>
              </a:rPr>
              <a:t>(</a:t>
            </a:r>
            <a:r>
              <a:rPr lang="en-US" altLang="zh-CN" sz="2200" dirty="0" err="1">
                <a:ea typeface="宋体" charset="-122"/>
              </a:rPr>
              <a:t>int</a:t>
            </a:r>
            <a:r>
              <a:rPr lang="en-US" altLang="zh-CN" sz="2200" dirty="0">
                <a:ea typeface="宋体" charset="-122"/>
              </a:rPr>
              <a:t> </a:t>
            </a:r>
            <a:r>
              <a:rPr lang="en-US" altLang="zh-CN" sz="2200" dirty="0" err="1">
                <a:ea typeface="宋体" charset="-122"/>
              </a:rPr>
              <a:t>i</a:t>
            </a:r>
            <a:r>
              <a:rPr lang="en-US" altLang="zh-CN" sz="2200" dirty="0">
                <a:ea typeface="宋体" charset="-122"/>
              </a:rPr>
              <a:t>) </a:t>
            </a:r>
            <a:r>
              <a:rPr lang="en-US" altLang="zh-CN" sz="2200" dirty="0" err="1">
                <a:solidFill>
                  <a:srgbClr val="FFC000"/>
                </a:solidFill>
                <a:ea typeface="宋体" charset="-122"/>
              </a:rPr>
              <a:t>const</a:t>
            </a:r>
            <a:endParaRPr lang="zh-CN" altLang="en-US" sz="2200" dirty="0">
              <a:solidFill>
                <a:srgbClr val="FFC000"/>
              </a:solidFill>
              <a:ea typeface="宋体" charset="-122"/>
            </a:endParaRPr>
          </a:p>
          <a:p>
            <a:pPr marL="0" lvl="1" defTabSz="360363" eaLnBrk="1" hangingPunct="1">
              <a:lnSpc>
                <a:spcPct val="90000"/>
              </a:lnSpc>
              <a:defRPr/>
            </a:pPr>
            <a:r>
              <a:rPr lang="en-US" altLang="zh-CN" sz="2200" dirty="0">
                <a:ea typeface="宋体" charset="-122"/>
              </a:rPr>
              <a:t>{	return </a:t>
            </a:r>
            <a:r>
              <a:rPr lang="en-US" altLang="zh-CN" sz="2200" dirty="0" err="1">
                <a:ea typeface="宋体" charset="-122"/>
              </a:rPr>
              <a:t>p_data</a:t>
            </a:r>
            <a:r>
              <a:rPr lang="en-US" altLang="zh-CN" sz="2200" dirty="0">
                <a:ea typeface="宋体" charset="-122"/>
              </a:rPr>
              <a:t>[</a:t>
            </a:r>
            <a:r>
              <a:rPr lang="en-US" altLang="zh-CN" sz="2200" dirty="0" err="1">
                <a:ea typeface="宋体" charset="-122"/>
              </a:rPr>
              <a:t>i</a:t>
            </a:r>
            <a:r>
              <a:rPr lang="en-US" altLang="zh-CN" sz="2200" dirty="0">
                <a:ea typeface="宋体" charset="-122"/>
              </a:rPr>
              <a:t>];</a:t>
            </a:r>
          </a:p>
          <a:p>
            <a:pPr marL="0" lvl="1" defTabSz="360363" eaLnBrk="1" hangingPunct="1">
              <a:lnSpc>
                <a:spcPct val="90000"/>
              </a:lnSpc>
              <a:defRPr/>
            </a:pPr>
            <a:r>
              <a:rPr lang="en-US" altLang="zh-CN" sz="2200" dirty="0">
                <a:ea typeface="宋体" charset="-122"/>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8E300A4-CC61-62DC-3C6E-472478802AF1}"/>
              </a:ext>
            </a:extLst>
          </p:cNvPr>
          <p:cNvSpPr>
            <a:spLocks noGrp="1"/>
          </p:cNvSpPr>
          <p:nvPr>
            <p:ph idx="1"/>
          </p:nvPr>
        </p:nvSpPr>
        <p:spPr>
          <a:xfrm>
            <a:off x="323850" y="188913"/>
            <a:ext cx="8650288" cy="6480175"/>
          </a:xfrm>
        </p:spPr>
        <p:txBody>
          <a:bodyPr>
            <a:normAutofit fontScale="70000" lnSpcReduction="20000"/>
          </a:bodyPr>
          <a:lstStyle/>
          <a:p>
            <a:pPr defTabSz="539750" eaLnBrk="1" hangingPunct="1">
              <a:lnSpc>
                <a:spcPct val="120000"/>
              </a:lnSpc>
              <a:buFont typeface="Wingdings" panose="05000000000000000000" pitchFamily="2" charset="2"/>
              <a:buNone/>
              <a:defRPr/>
            </a:pPr>
            <a:r>
              <a:rPr lang="en-US" altLang="zh-CN" dirty="0"/>
              <a:t>class Matrix  //</a:t>
            </a:r>
            <a:r>
              <a:rPr lang="zh-CN" altLang="en-US" dirty="0"/>
              <a:t>矩阵类</a:t>
            </a:r>
          </a:p>
          <a:p>
            <a:pPr defTabSz="539750" eaLnBrk="1" hangingPunct="1">
              <a:lnSpc>
                <a:spcPct val="120000"/>
              </a:lnSpc>
              <a:buFont typeface="Wingdings" panose="05000000000000000000" pitchFamily="2" charset="2"/>
              <a:buNone/>
              <a:defRPr/>
            </a:pPr>
            <a:r>
              <a:rPr lang="en-US" altLang="zh-CN" dirty="0"/>
              <a:t>{		</a:t>
            </a:r>
          </a:p>
          <a:p>
            <a:pPr defTabSz="539750" eaLnBrk="1" hangingPunct="1">
              <a:lnSpc>
                <a:spcPct val="120000"/>
              </a:lnSpc>
              <a:buFont typeface="Wingdings" panose="05000000000000000000" pitchFamily="2" charset="2"/>
              <a:buNone/>
              <a:defRPr/>
            </a:pPr>
            <a:r>
              <a:rPr lang="en-US" altLang="zh-CN" dirty="0">
                <a:solidFill>
                  <a:srgbClr val="FFC000"/>
                </a:solidFill>
              </a:rPr>
              <a:t>     ? </a:t>
            </a:r>
            <a:r>
              <a:rPr lang="en-US" altLang="zh-CN" dirty="0" err="1"/>
              <a:t>p_data</a:t>
            </a:r>
            <a:r>
              <a:rPr lang="en-US" altLang="zh-CN" dirty="0"/>
              <a:t>;  //</a:t>
            </a:r>
            <a:r>
              <a:rPr lang="zh-CN" altLang="en-US" dirty="0"/>
              <a:t>表示矩阵数据</a:t>
            </a:r>
          </a:p>
          <a:p>
            <a:pPr defTabSz="539750" eaLnBrk="1" hangingPunct="1">
              <a:lnSpc>
                <a:spcPct val="120000"/>
              </a:lnSpc>
              <a:buFont typeface="Wingdings" panose="05000000000000000000" pitchFamily="2" charset="2"/>
              <a:buNone/>
              <a:defRPr/>
            </a:pPr>
            <a:r>
              <a:rPr lang="zh-CN" altLang="en-US" dirty="0"/>
              <a:t>		</a:t>
            </a:r>
            <a:r>
              <a:rPr lang="en-US" altLang="zh-CN" dirty="0" err="1"/>
              <a:t>int</a:t>
            </a:r>
            <a:r>
              <a:rPr lang="en-US" altLang="zh-CN" dirty="0"/>
              <a:t> </a:t>
            </a:r>
            <a:r>
              <a:rPr lang="en-US" altLang="zh-CN" dirty="0" err="1"/>
              <a:t>row,col</a:t>
            </a:r>
            <a:r>
              <a:rPr lang="en-US" altLang="zh-CN" dirty="0"/>
              <a:t>;  //</a:t>
            </a:r>
            <a:r>
              <a:rPr lang="zh-CN" altLang="en-US" dirty="0"/>
              <a:t>表示矩阵的行数和列数</a:t>
            </a:r>
          </a:p>
          <a:p>
            <a:pPr defTabSz="539750" eaLnBrk="1" hangingPunct="1">
              <a:lnSpc>
                <a:spcPct val="120000"/>
              </a:lnSpc>
              <a:buFont typeface="Wingdings" panose="05000000000000000000" pitchFamily="2" charset="2"/>
              <a:buNone/>
              <a:defRPr/>
            </a:pPr>
            <a:r>
              <a:rPr lang="zh-CN" altLang="en-US" dirty="0"/>
              <a:t>	</a:t>
            </a:r>
            <a:r>
              <a:rPr lang="fr-FR" altLang="zh-CN" dirty="0"/>
              <a:t>public:</a:t>
            </a:r>
          </a:p>
          <a:p>
            <a:pPr defTabSz="539750" eaLnBrk="1" hangingPunct="1">
              <a:lnSpc>
                <a:spcPct val="120000"/>
              </a:lnSpc>
              <a:buFont typeface="Wingdings" panose="05000000000000000000" pitchFamily="2" charset="2"/>
              <a:buNone/>
              <a:defRPr/>
            </a:pPr>
            <a:r>
              <a:rPr lang="fr-FR" altLang="zh-CN" dirty="0"/>
              <a:t>     Matrix(int r, int c)  {	</a:t>
            </a:r>
            <a:r>
              <a:rPr lang="en-US" altLang="zh-CN" dirty="0">
                <a:solidFill>
                  <a:srgbClr val="FFC000"/>
                </a:solidFill>
              </a:rPr>
              <a:t>?</a:t>
            </a:r>
            <a:r>
              <a:rPr lang="en-US" altLang="zh-CN" dirty="0"/>
              <a:t>    </a:t>
            </a:r>
            <a:r>
              <a:rPr lang="fr-FR" altLang="zh-CN" dirty="0"/>
              <a:t>}</a:t>
            </a:r>
          </a:p>
          <a:p>
            <a:pPr defTabSz="539750" eaLnBrk="1" hangingPunct="1">
              <a:lnSpc>
                <a:spcPct val="120000"/>
              </a:lnSpc>
              <a:buFont typeface="Wingdings" panose="05000000000000000000" pitchFamily="2" charset="2"/>
              <a:buNone/>
              <a:defRPr/>
            </a:pPr>
            <a:r>
              <a:rPr lang="fr-FR" altLang="zh-CN" dirty="0"/>
              <a:t>		~Matrix()  {  </a:t>
            </a:r>
            <a:r>
              <a:rPr lang="fr-FR" altLang="zh-CN" dirty="0">
                <a:solidFill>
                  <a:srgbClr val="FFC000"/>
                </a:solidFill>
              </a:rPr>
              <a:t>?</a:t>
            </a:r>
            <a:r>
              <a:rPr lang="fr-FR" altLang="zh-CN" dirty="0"/>
              <a:t>  	}</a:t>
            </a:r>
          </a:p>
          <a:p>
            <a:pPr defTabSz="539750" eaLnBrk="1" hangingPunct="1">
              <a:lnSpc>
                <a:spcPct val="120000"/>
              </a:lnSpc>
              <a:buFont typeface="Wingdings" panose="05000000000000000000" pitchFamily="2" charset="2"/>
              <a:buNone/>
              <a:defRPr/>
            </a:pPr>
            <a:r>
              <a:rPr lang="fr-FR" altLang="zh-CN" dirty="0"/>
              <a:t>		</a:t>
            </a:r>
            <a:r>
              <a:rPr lang="fr-FR" altLang="zh-CN" dirty="0">
                <a:solidFill>
                  <a:srgbClr val="FFC000"/>
                </a:solidFill>
              </a:rPr>
              <a:t>Vector&amp; operator[]</a:t>
            </a:r>
            <a:r>
              <a:rPr lang="fr-FR" altLang="zh-CN" dirty="0"/>
              <a:t> (int i)//</a:t>
            </a:r>
            <a:r>
              <a:rPr lang="zh-CN" altLang="en-US" dirty="0"/>
              <a:t>访问矩阵元素。</a:t>
            </a:r>
            <a:endParaRPr lang="en-US" altLang="zh-CN" dirty="0"/>
          </a:p>
          <a:p>
            <a:pPr defTabSz="539750" eaLnBrk="1" hangingPunct="1">
              <a:lnSpc>
                <a:spcPct val="120000"/>
              </a:lnSpc>
              <a:buFont typeface="Wingdings" panose="05000000000000000000" pitchFamily="2" charset="2"/>
              <a:buNone/>
              <a:defRPr/>
            </a:pPr>
            <a:r>
              <a:rPr lang="en-US" altLang="zh-CN" dirty="0"/>
              <a:t>     {  return </a:t>
            </a:r>
            <a:r>
              <a:rPr lang="en-US" altLang="zh-CN" dirty="0">
                <a:solidFill>
                  <a:srgbClr val="FFC000"/>
                </a:solidFill>
              </a:rPr>
              <a:t>?</a:t>
            </a:r>
            <a:r>
              <a:rPr lang="en-US" altLang="zh-CN" dirty="0"/>
              <a:t>;</a:t>
            </a:r>
          </a:p>
          <a:p>
            <a:pPr defTabSz="539750" eaLnBrk="1" hangingPunct="1">
              <a:lnSpc>
                <a:spcPct val="120000"/>
              </a:lnSpc>
              <a:buFont typeface="Wingdings" panose="05000000000000000000" pitchFamily="2" charset="2"/>
              <a:buNone/>
              <a:defRPr/>
            </a:pPr>
            <a:r>
              <a:rPr lang="en-US" altLang="zh-CN" dirty="0"/>
              <a:t>     }</a:t>
            </a:r>
          </a:p>
          <a:p>
            <a:pPr defTabSz="539750" eaLnBrk="1" hangingPunct="1">
              <a:lnSpc>
                <a:spcPct val="120000"/>
              </a:lnSpc>
              <a:buFont typeface="Wingdings" panose="05000000000000000000" pitchFamily="2" charset="2"/>
              <a:buNone/>
              <a:defRPr/>
            </a:pPr>
            <a:r>
              <a:rPr lang="en-US" altLang="zh-CN" dirty="0"/>
              <a:t>     ......</a:t>
            </a:r>
          </a:p>
          <a:p>
            <a:pPr defTabSz="539750" eaLnBrk="1" hangingPunct="1">
              <a:lnSpc>
                <a:spcPct val="120000"/>
              </a:lnSpc>
              <a:buFont typeface="Wingdings" panose="05000000000000000000" pitchFamily="2" charset="2"/>
              <a:buNone/>
              <a:defRPr/>
            </a:pPr>
            <a:r>
              <a:rPr lang="en-US" altLang="zh-CN" dirty="0"/>
              <a:t>};</a:t>
            </a:r>
          </a:p>
          <a:p>
            <a:pPr defTabSz="539750" eaLnBrk="1" hangingPunct="1">
              <a:lnSpc>
                <a:spcPct val="120000"/>
              </a:lnSpc>
              <a:buFont typeface="Wingdings" panose="05000000000000000000" pitchFamily="2" charset="2"/>
              <a:buNone/>
              <a:defRPr/>
            </a:pPr>
            <a:r>
              <a:rPr lang="en-US" altLang="zh-CN" dirty="0"/>
              <a:t>......</a:t>
            </a:r>
          </a:p>
          <a:p>
            <a:pPr defTabSz="539750" eaLnBrk="1" hangingPunct="1">
              <a:lnSpc>
                <a:spcPct val="120000"/>
              </a:lnSpc>
              <a:buFont typeface="Wingdings" panose="05000000000000000000" pitchFamily="2" charset="2"/>
              <a:buNone/>
              <a:defRPr/>
            </a:pPr>
            <a:r>
              <a:rPr lang="en-US" altLang="zh-CN" dirty="0"/>
              <a:t>Matrix m(10,20);</a:t>
            </a:r>
          </a:p>
          <a:p>
            <a:pPr defTabSz="539750" eaLnBrk="1" hangingPunct="1">
              <a:lnSpc>
                <a:spcPct val="120000"/>
              </a:lnSpc>
              <a:buFont typeface="Wingdings" panose="05000000000000000000" pitchFamily="2" charset="2"/>
              <a:buNone/>
              <a:defRPr/>
            </a:pPr>
            <a:r>
              <a:rPr lang="en-US" altLang="zh-CN" dirty="0"/>
              <a:t>......</a:t>
            </a:r>
          </a:p>
          <a:p>
            <a:pPr defTabSz="539750" eaLnBrk="1" hangingPunct="1">
              <a:lnSpc>
                <a:spcPct val="120000"/>
              </a:lnSpc>
              <a:buFont typeface="Wingdings" panose="05000000000000000000" pitchFamily="2" charset="2"/>
              <a:buNone/>
              <a:defRPr/>
            </a:pPr>
            <a:r>
              <a:rPr lang="en-US" altLang="zh-CN" dirty="0"/>
              <a:t>... </a:t>
            </a:r>
            <a:r>
              <a:rPr lang="en-US" altLang="zh-CN" dirty="0">
                <a:solidFill>
                  <a:srgbClr val="FFC000"/>
                </a:solidFill>
              </a:rPr>
              <a:t>m[2][3]</a:t>
            </a:r>
            <a:r>
              <a:rPr lang="en-US" altLang="zh-CN" dirty="0"/>
              <a:t> ... //</a:t>
            </a:r>
            <a:r>
              <a:rPr lang="zh-CN" altLang="en-US" dirty="0"/>
              <a:t>访问矩阵第三行、第四列元素。</a:t>
            </a:r>
            <a:r>
              <a:rPr lang="zh-CN" altLang="en-US" dirty="0">
                <a:solidFill>
                  <a:srgbClr val="FFC000"/>
                </a:solidFill>
              </a:rPr>
              <a:t>如何能这样使用？</a:t>
            </a:r>
            <a:endParaRPr lang="en-US" altLang="zh-CN" dirty="0">
              <a:solidFill>
                <a:srgbClr val="FFC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calcmode="lin" valueType="num">
                                      <p:cBhvr additive="base">
                                        <p:cTn id="2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 calcmode="lin" valueType="num">
                                      <p:cBhvr additive="base">
                                        <p:cTn id="3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8578" name="Rectangle 2">
            <a:extLst>
              <a:ext uri="{FF2B5EF4-FFF2-40B4-BE49-F238E27FC236}">
                <a16:creationId xmlns:a16="http://schemas.microsoft.com/office/drawing/2014/main" id="{989DDA4E-A440-C331-5D00-712C1981D693}"/>
              </a:ext>
            </a:extLst>
          </p:cNvPr>
          <p:cNvSpPr>
            <a:spLocks noGrp="1" noChangeArrowheads="1"/>
          </p:cNvSpPr>
          <p:nvPr>
            <p:ph type="title"/>
          </p:nvPr>
        </p:nvSpPr>
        <p:spPr>
          <a:xfrm>
            <a:off x="457200" y="115888"/>
            <a:ext cx="8229600" cy="1139825"/>
          </a:xfrm>
        </p:spPr>
        <p:txBody>
          <a:bodyPr/>
          <a:lstStyle/>
          <a:p>
            <a:pPr eaLnBrk="1" hangingPunct="1">
              <a:defRPr/>
            </a:pPr>
            <a:r>
              <a:rPr lang="zh-CN" altLang="en-US" sz="4000" dirty="0"/>
              <a:t>重载函数调用操作符“</a:t>
            </a:r>
            <a:r>
              <a:rPr lang="en-US" altLang="zh-CN" sz="4000" dirty="0"/>
              <a:t>()</a:t>
            </a:r>
            <a:r>
              <a:rPr lang="zh-CN" altLang="en-US" sz="4000" dirty="0"/>
              <a:t>”</a:t>
            </a:r>
            <a:r>
              <a:rPr lang="en-US" altLang="zh-CN" sz="4000" dirty="0"/>
              <a:t> </a:t>
            </a:r>
            <a:br>
              <a:rPr lang="en-US" altLang="zh-CN" sz="4000" dirty="0"/>
            </a:br>
            <a:r>
              <a:rPr lang="en-US" altLang="zh-CN" sz="4000" dirty="0"/>
              <a:t>--</a:t>
            </a:r>
            <a:r>
              <a:rPr lang="zh-CN" altLang="en-US" sz="4000" dirty="0"/>
              <a:t>函数对象</a:t>
            </a:r>
            <a:endParaRPr lang="en-US" altLang="zh-CN" sz="4000" dirty="0"/>
          </a:p>
        </p:txBody>
      </p:sp>
      <p:sp>
        <p:nvSpPr>
          <p:cNvPr id="408579" name="Rectangle 3">
            <a:extLst>
              <a:ext uri="{FF2B5EF4-FFF2-40B4-BE49-F238E27FC236}">
                <a16:creationId xmlns:a16="http://schemas.microsoft.com/office/drawing/2014/main" id="{BFAC5E57-0194-3056-D1F4-F5C73AADEF63}"/>
              </a:ext>
            </a:extLst>
          </p:cNvPr>
          <p:cNvSpPr>
            <a:spLocks noGrp="1" noChangeArrowheads="1"/>
          </p:cNvSpPr>
          <p:nvPr>
            <p:ph type="body" idx="1"/>
          </p:nvPr>
        </p:nvSpPr>
        <p:spPr>
          <a:xfrm>
            <a:off x="457200" y="1412875"/>
            <a:ext cx="8362950" cy="5329238"/>
          </a:xfrm>
        </p:spPr>
        <p:txBody>
          <a:bodyPr>
            <a:normAutofit fontScale="92500" lnSpcReduction="10000"/>
          </a:bodyPr>
          <a:lstStyle/>
          <a:p>
            <a:pPr eaLnBrk="1" hangingPunct="1">
              <a:lnSpc>
                <a:spcPct val="110000"/>
              </a:lnSpc>
              <a:defRPr/>
            </a:pPr>
            <a:r>
              <a:rPr lang="zh-CN" altLang="en-US" sz="2400" dirty="0"/>
              <a:t>在</a:t>
            </a:r>
            <a:r>
              <a:rPr lang="en-US" altLang="zh-CN" sz="2400" dirty="0"/>
              <a:t>C++</a:t>
            </a:r>
            <a:r>
              <a:rPr lang="zh-CN" altLang="en-US" sz="2400" dirty="0"/>
              <a:t>中，把函数调用也作为一种操作符来看待：</a:t>
            </a:r>
            <a:endParaRPr lang="en-US" altLang="zh-CN" sz="2400" dirty="0"/>
          </a:p>
          <a:p>
            <a:pPr lvl="1" eaLnBrk="1" hangingPunct="1">
              <a:lnSpc>
                <a:spcPct val="110000"/>
              </a:lnSpc>
              <a:defRPr/>
            </a:pPr>
            <a:r>
              <a:rPr lang="zh-CN" altLang="en-US" sz="2000" dirty="0"/>
              <a:t>操作符为</a:t>
            </a:r>
            <a:r>
              <a:rPr lang="en-US" altLang="zh-CN" sz="2000" dirty="0">
                <a:solidFill>
                  <a:srgbClr val="FFC000"/>
                </a:solidFill>
              </a:rPr>
              <a:t>()</a:t>
            </a:r>
            <a:r>
              <a:rPr lang="zh-CN" altLang="en-US" sz="2000" dirty="0"/>
              <a:t>，操作数为</a:t>
            </a:r>
            <a:r>
              <a:rPr lang="zh-CN" altLang="en-US" sz="2000" dirty="0">
                <a:solidFill>
                  <a:srgbClr val="FFC000"/>
                </a:solidFill>
              </a:rPr>
              <a:t>函数名</a:t>
            </a:r>
            <a:r>
              <a:rPr lang="zh-CN" altLang="en-US" sz="2000" dirty="0"/>
              <a:t>及</a:t>
            </a:r>
            <a:r>
              <a:rPr lang="zh-CN" altLang="en-US" sz="2000" dirty="0">
                <a:solidFill>
                  <a:srgbClr val="FFC000"/>
                </a:solidFill>
              </a:rPr>
              <a:t>各个实参</a:t>
            </a:r>
            <a:r>
              <a:rPr lang="zh-CN" altLang="en-US" sz="2000" dirty="0"/>
              <a:t>，结果为函数</a:t>
            </a:r>
            <a:r>
              <a:rPr lang="zh-CN" altLang="en-US" sz="2000" dirty="0">
                <a:solidFill>
                  <a:srgbClr val="FFC000"/>
                </a:solidFill>
              </a:rPr>
              <a:t>返回值</a:t>
            </a:r>
            <a:endParaRPr lang="en-US" altLang="zh-CN" sz="2000" dirty="0">
              <a:solidFill>
                <a:srgbClr val="FFC000"/>
              </a:solidFill>
            </a:endParaRPr>
          </a:p>
          <a:p>
            <a:pPr lvl="1" eaLnBrk="1" hangingPunct="1">
              <a:lnSpc>
                <a:spcPct val="110000"/>
              </a:lnSpc>
              <a:defRPr/>
            </a:pPr>
            <a:r>
              <a:rPr lang="en-US" altLang="zh-CN" sz="2000" dirty="0"/>
              <a:t>z = </a:t>
            </a:r>
            <a:r>
              <a:rPr lang="en-US" altLang="zh-CN" sz="2000" dirty="0">
                <a:solidFill>
                  <a:srgbClr val="99FF99"/>
                </a:solidFill>
              </a:rPr>
              <a:t>f</a:t>
            </a:r>
            <a:r>
              <a:rPr lang="en-US" altLang="zh-CN" sz="2000" dirty="0">
                <a:solidFill>
                  <a:srgbClr val="FFC000"/>
                </a:solidFill>
              </a:rPr>
              <a:t>(</a:t>
            </a:r>
            <a:r>
              <a:rPr lang="en-US" altLang="zh-CN" sz="2000" dirty="0" err="1">
                <a:solidFill>
                  <a:srgbClr val="99FF99"/>
                </a:solidFill>
              </a:rPr>
              <a:t>x</a:t>
            </a:r>
            <a:r>
              <a:rPr lang="en-US" altLang="zh-CN" sz="2000" dirty="0" err="1"/>
              <a:t>,</a:t>
            </a:r>
            <a:r>
              <a:rPr lang="en-US" altLang="zh-CN" sz="2000" dirty="0" err="1">
                <a:solidFill>
                  <a:srgbClr val="99FF99"/>
                </a:solidFill>
              </a:rPr>
              <a:t>y</a:t>
            </a:r>
            <a:r>
              <a:rPr lang="en-US" altLang="zh-CN" sz="2000" dirty="0">
                <a:solidFill>
                  <a:srgbClr val="FFC000"/>
                </a:solidFill>
              </a:rPr>
              <a:t>)</a:t>
            </a:r>
            <a:r>
              <a:rPr lang="en-US" altLang="zh-CN" sz="2000" dirty="0"/>
              <a:t>;</a:t>
            </a:r>
            <a:endParaRPr lang="zh-CN" altLang="en-US" sz="2000" dirty="0"/>
          </a:p>
          <a:p>
            <a:pPr eaLnBrk="1" hangingPunct="1">
              <a:lnSpc>
                <a:spcPct val="110000"/>
              </a:lnSpc>
              <a:defRPr/>
            </a:pPr>
            <a:r>
              <a:rPr lang="zh-CN" altLang="en-US" sz="2400" dirty="0"/>
              <a:t>针对某个类重载函数调用操作符之后，相应类的对象就可当作函数来使用了。例如。下面</a:t>
            </a:r>
            <a:r>
              <a:rPr lang="en-US" altLang="zh-CN" sz="2400" dirty="0"/>
              <a:t>A</a:t>
            </a:r>
            <a:r>
              <a:rPr lang="zh-CN" altLang="en-US" sz="2400" dirty="0"/>
              <a:t>类对象</a:t>
            </a:r>
            <a:r>
              <a:rPr lang="en-US" altLang="zh-CN" sz="2400" dirty="0"/>
              <a:t>a</a:t>
            </a:r>
            <a:r>
              <a:rPr lang="zh-CN" altLang="en-US" sz="2400" dirty="0"/>
              <a:t>可以当函数使用：</a:t>
            </a:r>
          </a:p>
          <a:p>
            <a:pPr lvl="1" eaLnBrk="1" hangingPunct="1">
              <a:lnSpc>
                <a:spcPct val="80000"/>
              </a:lnSpc>
              <a:buFontTx/>
              <a:buNone/>
              <a:defRPr/>
            </a:pPr>
            <a:r>
              <a:rPr lang="en-US" altLang="zh-CN" sz="2000" dirty="0"/>
              <a:t>class A</a:t>
            </a:r>
          </a:p>
          <a:p>
            <a:pPr lvl="1" eaLnBrk="1" hangingPunct="1">
              <a:lnSpc>
                <a:spcPct val="80000"/>
              </a:lnSpc>
              <a:buFontTx/>
              <a:buNone/>
              <a:defRPr/>
            </a:pPr>
            <a:r>
              <a:rPr lang="en-US" altLang="zh-CN" sz="2000" dirty="0"/>
              <a:t>{		</a:t>
            </a:r>
            <a:r>
              <a:rPr lang="en-US" altLang="zh-CN" sz="2000" dirty="0" err="1"/>
              <a:t>int</a:t>
            </a:r>
            <a:r>
              <a:rPr lang="en-US" altLang="zh-CN" sz="2000" dirty="0"/>
              <a:t> value;</a:t>
            </a:r>
          </a:p>
          <a:p>
            <a:pPr lvl="1" eaLnBrk="1" hangingPunct="1">
              <a:lnSpc>
                <a:spcPct val="80000"/>
              </a:lnSpc>
              <a:buFontTx/>
              <a:buNone/>
              <a:defRPr/>
            </a:pPr>
            <a:r>
              <a:rPr lang="en-US" altLang="zh-CN" sz="2000" dirty="0"/>
              <a:t>	public:</a:t>
            </a:r>
          </a:p>
          <a:p>
            <a:pPr lvl="1" eaLnBrk="1" hangingPunct="1">
              <a:lnSpc>
                <a:spcPct val="80000"/>
              </a:lnSpc>
              <a:buFontTx/>
              <a:buNone/>
              <a:defRPr/>
            </a:pPr>
            <a:r>
              <a:rPr lang="en-US" altLang="zh-CN" sz="2000" dirty="0"/>
              <a:t>		A() { value = 0; }</a:t>
            </a:r>
          </a:p>
          <a:p>
            <a:pPr lvl="1" eaLnBrk="1" hangingPunct="1">
              <a:lnSpc>
                <a:spcPct val="80000"/>
              </a:lnSpc>
              <a:buFontTx/>
              <a:buNone/>
              <a:defRPr/>
            </a:pPr>
            <a:r>
              <a:rPr lang="en-US" altLang="zh-CN" sz="2000" dirty="0"/>
              <a:t>		A(</a:t>
            </a:r>
            <a:r>
              <a:rPr lang="en-US" altLang="zh-CN" sz="2000" dirty="0" err="1"/>
              <a:t>int</a:t>
            </a:r>
            <a:r>
              <a:rPr lang="en-US" altLang="zh-CN" sz="2000" dirty="0"/>
              <a:t> </a:t>
            </a:r>
            <a:r>
              <a:rPr lang="en-US" altLang="zh-CN" sz="2000" dirty="0" err="1"/>
              <a:t>i</a:t>
            </a:r>
            <a:r>
              <a:rPr lang="en-US" altLang="zh-CN" sz="2000" dirty="0"/>
              <a:t>) { value = </a:t>
            </a:r>
            <a:r>
              <a:rPr lang="en-US" altLang="zh-CN" sz="2000" dirty="0" err="1"/>
              <a:t>i</a:t>
            </a:r>
            <a:r>
              <a:rPr lang="en-US" altLang="zh-CN" sz="2000" dirty="0"/>
              <a:t>; }</a:t>
            </a:r>
          </a:p>
          <a:p>
            <a:pPr lvl="1" eaLnBrk="1" hangingPunct="1">
              <a:lnSpc>
                <a:spcPct val="80000"/>
              </a:lnSpc>
              <a:buFontTx/>
              <a:buNone/>
              <a:defRPr/>
            </a:pPr>
            <a:r>
              <a:rPr lang="en-US" altLang="zh-CN" sz="2000" dirty="0"/>
              <a:t>		</a:t>
            </a:r>
            <a:r>
              <a:rPr lang="en-US" altLang="zh-CN" sz="2000" dirty="0" err="1"/>
              <a:t>int</a:t>
            </a:r>
            <a:r>
              <a:rPr lang="en-US" altLang="zh-CN" sz="2000" dirty="0"/>
              <a:t> </a:t>
            </a:r>
            <a:r>
              <a:rPr lang="en-US" altLang="zh-CN" sz="2000" dirty="0">
                <a:solidFill>
                  <a:srgbClr val="FFC000"/>
                </a:solidFill>
              </a:rPr>
              <a:t>operator () </a:t>
            </a:r>
            <a:r>
              <a:rPr lang="en-US" altLang="zh-CN" sz="2000" dirty="0"/>
              <a:t>(</a:t>
            </a:r>
            <a:r>
              <a:rPr lang="en-US" altLang="zh-CN" sz="2000" dirty="0" err="1"/>
              <a:t>int</a:t>
            </a:r>
            <a:r>
              <a:rPr lang="en-US" altLang="zh-CN" sz="2000" dirty="0"/>
              <a:t> </a:t>
            </a:r>
            <a:r>
              <a:rPr lang="en-US" altLang="zh-CN" sz="2000" dirty="0">
                <a:solidFill>
                  <a:srgbClr val="99FF99"/>
                </a:solidFill>
              </a:rPr>
              <a:t>x</a:t>
            </a:r>
            <a:r>
              <a:rPr lang="en-US" altLang="zh-CN" sz="2000" dirty="0"/>
              <a:t>) //</a:t>
            </a:r>
            <a:r>
              <a:rPr lang="zh-CN" altLang="en-US" sz="2000" dirty="0"/>
              <a:t>函数调用操作符</a:t>
            </a:r>
            <a:r>
              <a:rPr lang="en-US" altLang="zh-CN" sz="2000" dirty="0"/>
              <a:t>()</a:t>
            </a:r>
            <a:r>
              <a:rPr lang="zh-CN" altLang="en-US" sz="2000" dirty="0"/>
              <a:t>的重载函数</a:t>
            </a:r>
          </a:p>
          <a:p>
            <a:pPr lvl="1" eaLnBrk="1" hangingPunct="1">
              <a:lnSpc>
                <a:spcPct val="80000"/>
              </a:lnSpc>
              <a:buFontTx/>
              <a:buNone/>
              <a:defRPr/>
            </a:pPr>
            <a:r>
              <a:rPr lang="zh-CN" altLang="en-US" sz="2000" dirty="0"/>
              <a:t>		</a:t>
            </a:r>
            <a:r>
              <a:rPr lang="en-US" altLang="zh-CN" sz="2000" dirty="0"/>
              <a:t>{ return </a:t>
            </a:r>
            <a:r>
              <a:rPr lang="en-US" altLang="zh-CN" sz="2000" dirty="0" err="1"/>
              <a:t>x+value</a:t>
            </a:r>
            <a:r>
              <a:rPr lang="en-US" altLang="zh-CN" sz="2000" dirty="0"/>
              <a:t>; </a:t>
            </a:r>
          </a:p>
          <a:p>
            <a:pPr lvl="1" eaLnBrk="1" hangingPunct="1">
              <a:lnSpc>
                <a:spcPct val="80000"/>
              </a:lnSpc>
              <a:buFontTx/>
              <a:buNone/>
              <a:defRPr/>
            </a:pPr>
            <a:r>
              <a:rPr lang="en-US" altLang="zh-CN" sz="2000" dirty="0"/>
              <a:t>		}</a:t>
            </a:r>
          </a:p>
          <a:p>
            <a:pPr lvl="1" eaLnBrk="1" hangingPunct="1">
              <a:lnSpc>
                <a:spcPct val="80000"/>
              </a:lnSpc>
              <a:buFontTx/>
              <a:buNone/>
              <a:defRPr/>
            </a:pPr>
            <a:r>
              <a:rPr lang="en-US" altLang="zh-CN" sz="2000" dirty="0"/>
              <a:t>};</a:t>
            </a:r>
          </a:p>
          <a:p>
            <a:pPr lvl="1" eaLnBrk="1" hangingPunct="1">
              <a:lnSpc>
                <a:spcPct val="80000"/>
              </a:lnSpc>
              <a:buFontTx/>
              <a:buNone/>
              <a:defRPr/>
            </a:pPr>
            <a:r>
              <a:rPr lang="en-US" altLang="zh-CN" sz="2000" dirty="0"/>
              <a:t>......</a:t>
            </a:r>
          </a:p>
          <a:p>
            <a:pPr lvl="1" eaLnBrk="1" hangingPunct="1">
              <a:lnSpc>
                <a:spcPct val="80000"/>
              </a:lnSpc>
              <a:buFontTx/>
              <a:buNone/>
              <a:defRPr/>
            </a:pPr>
            <a:r>
              <a:rPr lang="en-US" altLang="zh-CN" sz="2000" dirty="0"/>
              <a:t>A a(3); //a</a:t>
            </a:r>
            <a:r>
              <a:rPr lang="zh-CN" altLang="en-US" sz="2000" dirty="0"/>
              <a:t>是个对象，但可以当函数来使用它</a:t>
            </a:r>
            <a:endParaRPr lang="en-US" altLang="zh-CN" sz="2000" dirty="0"/>
          </a:p>
          <a:p>
            <a:pPr lvl="1" eaLnBrk="1" hangingPunct="1">
              <a:lnSpc>
                <a:spcPct val="80000"/>
              </a:lnSpc>
              <a:buFontTx/>
              <a:buNone/>
              <a:defRPr/>
            </a:pPr>
            <a:r>
              <a:rPr lang="en-US" altLang="zh-CN" sz="2000" dirty="0" err="1"/>
              <a:t>cout</a:t>
            </a:r>
            <a:r>
              <a:rPr lang="en-US" altLang="zh-CN" sz="2000" dirty="0"/>
              <a:t> &lt;&lt; </a:t>
            </a:r>
            <a:r>
              <a:rPr lang="en-US" altLang="zh-CN" sz="2000" dirty="0">
                <a:solidFill>
                  <a:srgbClr val="99FF99"/>
                </a:solidFill>
              </a:rPr>
              <a:t>a</a:t>
            </a:r>
            <a:r>
              <a:rPr lang="en-US" altLang="zh-CN" sz="2000" dirty="0">
                <a:solidFill>
                  <a:srgbClr val="FFC000"/>
                </a:solidFill>
              </a:rPr>
              <a:t>(</a:t>
            </a:r>
            <a:r>
              <a:rPr lang="en-US" altLang="zh-CN" sz="2000" dirty="0">
                <a:solidFill>
                  <a:srgbClr val="99FF99"/>
                </a:solidFill>
              </a:rPr>
              <a:t>10</a:t>
            </a:r>
            <a:r>
              <a:rPr lang="en-US" altLang="zh-CN" sz="2000" dirty="0">
                <a:solidFill>
                  <a:srgbClr val="FFC000"/>
                </a:solidFill>
              </a:rPr>
              <a:t>)</a:t>
            </a:r>
            <a:r>
              <a:rPr lang="en-US" altLang="zh-CN" sz="2000" dirty="0"/>
              <a:t> &lt;&lt; </a:t>
            </a:r>
            <a:r>
              <a:rPr lang="en-US" altLang="zh-CN" sz="2000" dirty="0" err="1"/>
              <a:t>endl</a:t>
            </a:r>
            <a:r>
              <a:rPr lang="en-US" altLang="zh-CN" sz="2000" dirty="0"/>
              <a:t>; //a(10)</a:t>
            </a:r>
            <a:r>
              <a:rPr lang="zh-CN" altLang="en-US" sz="2000" dirty="0"/>
              <a:t>将会去调用</a:t>
            </a:r>
            <a:r>
              <a:rPr lang="en-US" altLang="zh-CN" sz="2000" dirty="0"/>
              <a:t>A</a:t>
            </a:r>
            <a:r>
              <a:rPr lang="zh-CN" altLang="en-US" sz="2000" dirty="0"/>
              <a:t>中的函数调用操作符</a:t>
            </a:r>
          </a:p>
          <a:p>
            <a:pPr lvl="1" eaLnBrk="1" hangingPunct="1">
              <a:lnSpc>
                <a:spcPct val="80000"/>
              </a:lnSpc>
              <a:buFontTx/>
              <a:buNone/>
              <a:defRPr/>
            </a:pPr>
            <a:r>
              <a:rPr lang="zh-CN" altLang="en-US" sz="2000" dirty="0"/>
              <a:t>				         </a:t>
            </a:r>
            <a:r>
              <a:rPr lang="en-US" altLang="zh-CN" sz="2000" dirty="0"/>
              <a:t>//</a:t>
            </a:r>
            <a:r>
              <a:rPr lang="zh-CN" altLang="en-US" sz="2000" dirty="0"/>
              <a:t>重载函数，</a:t>
            </a:r>
            <a:r>
              <a:rPr lang="en-US" altLang="zh-CN" sz="2000" dirty="0"/>
              <a:t>10</a:t>
            </a:r>
            <a:r>
              <a:rPr lang="zh-CN" altLang="en-US" sz="2000" dirty="0"/>
              <a:t>作为实参，返回</a:t>
            </a:r>
            <a:r>
              <a:rPr lang="en-US" altLang="zh-CN" sz="2000" dirty="0"/>
              <a:t>13</a:t>
            </a:r>
            <a:endParaRPr lang="zh-CN" altLang="en-US" sz="2000" dirty="0"/>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603" name="Rectangle 3">
            <a:extLst>
              <a:ext uri="{FF2B5EF4-FFF2-40B4-BE49-F238E27FC236}">
                <a16:creationId xmlns:a16="http://schemas.microsoft.com/office/drawing/2014/main" id="{9EF706B8-E8BF-F009-8709-829840BDDA07}"/>
              </a:ext>
            </a:extLst>
          </p:cNvPr>
          <p:cNvSpPr>
            <a:spLocks noGrp="1" noChangeArrowheads="1"/>
          </p:cNvSpPr>
          <p:nvPr>
            <p:ph type="body" idx="1"/>
          </p:nvPr>
        </p:nvSpPr>
        <p:spPr>
          <a:xfrm>
            <a:off x="457200" y="333375"/>
            <a:ext cx="8229600" cy="6191250"/>
          </a:xfrm>
        </p:spPr>
        <p:txBody>
          <a:bodyPr>
            <a:normAutofit/>
          </a:bodyPr>
          <a:lstStyle/>
          <a:p>
            <a:pPr eaLnBrk="1" hangingPunct="1">
              <a:lnSpc>
                <a:spcPct val="110000"/>
              </a:lnSpc>
              <a:defRPr/>
            </a:pPr>
            <a:r>
              <a:rPr lang="zh-CN" altLang="en-US" sz="2400" dirty="0"/>
              <a:t>函数调用操作符重载主要用于具有函数性质的对象（</a:t>
            </a:r>
            <a:r>
              <a:rPr lang="zh-CN" altLang="en-US" sz="2400" dirty="0">
                <a:solidFill>
                  <a:schemeClr val="folHlink"/>
                </a:solidFill>
              </a:rPr>
              <a:t>函数对象</a:t>
            </a:r>
            <a:r>
              <a:rPr lang="zh-CN" altLang="en-US" sz="2400" dirty="0"/>
              <a:t>，</a:t>
            </a:r>
            <a:r>
              <a:rPr lang="en-US" altLang="zh-CN" sz="2400" dirty="0" err="1">
                <a:solidFill>
                  <a:schemeClr val="folHlink"/>
                </a:solidFill>
              </a:rPr>
              <a:t>functor</a:t>
            </a:r>
            <a:r>
              <a:rPr lang="zh-CN" altLang="en-US" sz="2400" dirty="0"/>
              <a:t>），该对象通常只有一个操作，它除了具有一般函数的行为外，它还可以拥有状态。例如，下面是一个能产生随机数的对象：</a:t>
            </a:r>
          </a:p>
          <a:p>
            <a:pPr eaLnBrk="1" hangingPunct="1">
              <a:lnSpc>
                <a:spcPct val="90000"/>
              </a:lnSpc>
              <a:buFont typeface="Wingdings" panose="05000000000000000000" pitchFamily="2" charset="2"/>
              <a:buNone/>
              <a:defRPr/>
            </a:pPr>
            <a:r>
              <a:rPr lang="en-US" altLang="zh-CN" sz="2000" dirty="0"/>
              <a:t>class </a:t>
            </a:r>
            <a:r>
              <a:rPr lang="en-US" altLang="zh-CN" sz="2000" dirty="0" err="1"/>
              <a:t>RandomNum</a:t>
            </a:r>
            <a:endParaRPr lang="en-US" altLang="zh-CN" sz="2000" dirty="0"/>
          </a:p>
          <a:p>
            <a:pPr eaLnBrk="1" hangingPunct="1">
              <a:lnSpc>
                <a:spcPct val="90000"/>
              </a:lnSpc>
              <a:buFont typeface="Wingdings" panose="05000000000000000000" pitchFamily="2" charset="2"/>
              <a:buNone/>
              <a:defRPr/>
            </a:pPr>
            <a:r>
              <a:rPr lang="en-US" altLang="zh-CN" sz="2000" dirty="0"/>
              <a:t>{	    unsigned </a:t>
            </a:r>
            <a:r>
              <a:rPr lang="en-US" altLang="zh-CN" sz="2000" dirty="0" err="1"/>
              <a:t>int</a:t>
            </a:r>
            <a:r>
              <a:rPr lang="en-US" altLang="zh-CN" sz="2000" dirty="0"/>
              <a:t> </a:t>
            </a:r>
            <a:r>
              <a:rPr lang="en-US" altLang="zh-CN" sz="2000" dirty="0">
                <a:solidFill>
                  <a:srgbClr val="FFC000"/>
                </a:solidFill>
              </a:rPr>
              <a:t>seed</a:t>
            </a:r>
            <a:r>
              <a:rPr lang="en-US" altLang="zh-CN" sz="2000" dirty="0"/>
              <a:t>; //</a:t>
            </a:r>
            <a:r>
              <a:rPr lang="zh-CN" altLang="en-US" sz="2000" dirty="0">
                <a:solidFill>
                  <a:srgbClr val="FFC000"/>
                </a:solidFill>
              </a:rPr>
              <a:t>状态</a:t>
            </a:r>
            <a:endParaRPr lang="en-US" altLang="zh-CN" sz="2000" dirty="0">
              <a:solidFill>
                <a:srgbClr val="FFC000"/>
              </a:solidFill>
            </a:endParaRPr>
          </a:p>
          <a:p>
            <a:pPr eaLnBrk="1" hangingPunct="1">
              <a:lnSpc>
                <a:spcPct val="90000"/>
              </a:lnSpc>
              <a:buFont typeface="Wingdings" panose="05000000000000000000" pitchFamily="2" charset="2"/>
              <a:buNone/>
              <a:defRPr/>
            </a:pPr>
            <a:r>
              <a:rPr lang="en-US" altLang="zh-CN" sz="2000" dirty="0"/>
              <a:t>	public:</a:t>
            </a:r>
          </a:p>
          <a:p>
            <a:pPr eaLnBrk="1" hangingPunct="1">
              <a:lnSpc>
                <a:spcPct val="90000"/>
              </a:lnSpc>
              <a:buFont typeface="Wingdings" panose="05000000000000000000" pitchFamily="2" charset="2"/>
              <a:buNone/>
              <a:defRPr/>
            </a:pPr>
            <a:r>
              <a:rPr lang="en-US" altLang="zh-CN" sz="2000" dirty="0"/>
              <a:t>   	    </a:t>
            </a:r>
            <a:r>
              <a:rPr lang="en-US" altLang="zh-CN" sz="2000" dirty="0" err="1"/>
              <a:t>RandomNum</a:t>
            </a:r>
            <a:r>
              <a:rPr lang="en-US" altLang="zh-CN" sz="2000" dirty="0"/>
              <a:t>(unsigned </a:t>
            </a:r>
            <a:r>
              <a:rPr lang="en-US" altLang="zh-CN" sz="2000" dirty="0" err="1"/>
              <a:t>int</a:t>
            </a:r>
            <a:r>
              <a:rPr lang="en-US" altLang="zh-CN" sz="2000" dirty="0"/>
              <a:t> </a:t>
            </a:r>
            <a:r>
              <a:rPr lang="en-US" altLang="zh-CN" sz="2000" dirty="0" err="1"/>
              <a:t>i</a:t>
            </a:r>
            <a:r>
              <a:rPr lang="en-US" altLang="zh-CN" sz="2000" dirty="0"/>
              <a:t>) { seed = </a:t>
            </a:r>
            <a:r>
              <a:rPr lang="en-US" altLang="zh-CN" sz="2000" dirty="0" err="1"/>
              <a:t>i</a:t>
            </a:r>
            <a:r>
              <a:rPr lang="en-US" altLang="zh-CN" sz="2000" dirty="0"/>
              <a:t>; }</a:t>
            </a:r>
          </a:p>
          <a:p>
            <a:pPr eaLnBrk="1" hangingPunct="1">
              <a:lnSpc>
                <a:spcPct val="90000"/>
              </a:lnSpc>
              <a:buFont typeface="Wingdings" panose="05000000000000000000" pitchFamily="2" charset="2"/>
              <a:buNone/>
              <a:defRPr/>
            </a:pPr>
            <a:r>
              <a:rPr lang="en-US" altLang="zh-CN" sz="2000" dirty="0"/>
              <a:t>       unsigned </a:t>
            </a:r>
            <a:r>
              <a:rPr lang="en-US" altLang="zh-CN" sz="2000" dirty="0" err="1"/>
              <a:t>int</a:t>
            </a:r>
            <a:r>
              <a:rPr lang="en-US" altLang="zh-CN" sz="2000" dirty="0"/>
              <a:t> </a:t>
            </a:r>
            <a:r>
              <a:rPr lang="en-US" altLang="zh-CN" sz="2000" dirty="0">
                <a:solidFill>
                  <a:srgbClr val="FFC000"/>
                </a:solidFill>
              </a:rPr>
              <a:t>operator ()</a:t>
            </a:r>
            <a:r>
              <a:rPr lang="en-US" altLang="zh-CN" sz="2000" dirty="0"/>
              <a:t>() //</a:t>
            </a:r>
            <a:r>
              <a:rPr lang="zh-CN" altLang="en-US" sz="2000" dirty="0"/>
              <a:t>函数调用操作符重载</a:t>
            </a:r>
          </a:p>
          <a:p>
            <a:pPr eaLnBrk="1" hangingPunct="1">
              <a:lnSpc>
                <a:spcPct val="90000"/>
              </a:lnSpc>
              <a:buFont typeface="Wingdings" panose="05000000000000000000" pitchFamily="2" charset="2"/>
              <a:buNone/>
              <a:defRPr/>
            </a:pPr>
            <a:r>
              <a:rPr lang="zh-CN" altLang="en-US" sz="2000" dirty="0"/>
              <a:t>   	    </a:t>
            </a:r>
            <a:r>
              <a:rPr lang="en-US" altLang="zh-CN" sz="2000" dirty="0"/>
              <a:t>{ seed = (25173*seed+13849)%65536;</a:t>
            </a:r>
          </a:p>
          <a:p>
            <a:pPr eaLnBrk="1" hangingPunct="1">
              <a:lnSpc>
                <a:spcPct val="90000"/>
              </a:lnSpc>
              <a:buFont typeface="Wingdings" panose="05000000000000000000" pitchFamily="2" charset="2"/>
              <a:buNone/>
              <a:defRPr/>
            </a:pPr>
            <a:r>
              <a:rPr lang="en-US" altLang="zh-CN" sz="2000" dirty="0"/>
              <a:t>	       return seed;</a:t>
            </a:r>
          </a:p>
          <a:p>
            <a:pPr eaLnBrk="1" hangingPunct="1">
              <a:lnSpc>
                <a:spcPct val="90000"/>
              </a:lnSpc>
              <a:buFont typeface="Wingdings" panose="05000000000000000000" pitchFamily="2" charset="2"/>
              <a:buNone/>
              <a:defRPr/>
            </a:pPr>
            <a:r>
              <a:rPr lang="en-US" altLang="zh-CN" sz="2000" dirty="0"/>
              <a:t>       }</a:t>
            </a:r>
          </a:p>
          <a:p>
            <a:pPr eaLnBrk="1" hangingPunct="1">
              <a:lnSpc>
                <a:spcPct val="90000"/>
              </a:lnSpc>
              <a:buFont typeface="Wingdings" panose="05000000000000000000" pitchFamily="2" charset="2"/>
              <a:buNone/>
              <a:defRPr/>
            </a:pPr>
            <a:r>
              <a:rPr lang="en-US" altLang="zh-CN" sz="2000" dirty="0"/>
              <a:t>};</a:t>
            </a:r>
          </a:p>
          <a:p>
            <a:pPr eaLnBrk="1" hangingPunct="1">
              <a:lnSpc>
                <a:spcPct val="90000"/>
              </a:lnSpc>
              <a:buFont typeface="Wingdings" panose="05000000000000000000" pitchFamily="2" charset="2"/>
              <a:buNone/>
              <a:defRPr/>
            </a:pPr>
            <a:r>
              <a:rPr lang="en-US" altLang="zh-CN" sz="2000" dirty="0"/>
              <a:t>......</a:t>
            </a:r>
          </a:p>
          <a:p>
            <a:pPr eaLnBrk="1" hangingPunct="1">
              <a:lnSpc>
                <a:spcPct val="90000"/>
              </a:lnSpc>
              <a:buFont typeface="Wingdings" panose="05000000000000000000" pitchFamily="2" charset="2"/>
              <a:buNone/>
              <a:defRPr/>
            </a:pPr>
            <a:r>
              <a:rPr lang="en-US" altLang="zh-CN" sz="2000"/>
              <a:t>RandomNum </a:t>
            </a:r>
            <a:r>
              <a:rPr lang="en-US" altLang="zh-CN" sz="2000" dirty="0" err="1"/>
              <a:t>random_num</a:t>
            </a:r>
            <a:r>
              <a:rPr lang="en-US" altLang="zh-CN" sz="2000" dirty="0"/>
              <a:t>(1); //</a:t>
            </a:r>
            <a:r>
              <a:rPr lang="zh-CN" altLang="en-US" sz="2000" dirty="0"/>
              <a:t>创建一个函数对象</a:t>
            </a:r>
          </a:p>
          <a:p>
            <a:pPr eaLnBrk="1" hangingPunct="1">
              <a:lnSpc>
                <a:spcPct val="90000"/>
              </a:lnSpc>
              <a:buFont typeface="Wingdings" panose="05000000000000000000" pitchFamily="2" charset="2"/>
              <a:buNone/>
              <a:defRPr/>
            </a:pPr>
            <a:r>
              <a:rPr lang="en-US" altLang="zh-CN" sz="2000" dirty="0"/>
              <a:t>...</a:t>
            </a:r>
            <a:r>
              <a:rPr lang="en-US" altLang="zh-CN" sz="2000" dirty="0" err="1">
                <a:solidFill>
                  <a:srgbClr val="FFC000"/>
                </a:solidFill>
              </a:rPr>
              <a:t>random_num</a:t>
            </a:r>
            <a:r>
              <a:rPr lang="en-US" altLang="zh-CN" sz="2000" dirty="0">
                <a:solidFill>
                  <a:srgbClr val="FFC000"/>
                </a:solidFill>
              </a:rPr>
              <a:t>()</a:t>
            </a:r>
            <a:r>
              <a:rPr lang="en-US" altLang="zh-CN" sz="2000" dirty="0"/>
              <a:t>... //</a:t>
            </a:r>
            <a:r>
              <a:rPr lang="zh-CN" altLang="en-US" sz="2000" dirty="0"/>
              <a:t>利用函数对象产生一个随机数</a:t>
            </a: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7D32621-4C51-79C7-C2EE-70B6F85BB17E}"/>
              </a:ext>
            </a:extLst>
          </p:cNvPr>
          <p:cNvSpPr>
            <a:spLocks noGrp="1"/>
          </p:cNvSpPr>
          <p:nvPr>
            <p:ph idx="1"/>
          </p:nvPr>
        </p:nvSpPr>
        <p:spPr>
          <a:xfrm>
            <a:off x="395288" y="333375"/>
            <a:ext cx="8353425" cy="6335713"/>
          </a:xfrm>
        </p:spPr>
        <p:txBody>
          <a:bodyPr>
            <a:normAutofit fontScale="92500" lnSpcReduction="10000"/>
          </a:bodyPr>
          <a:lstStyle/>
          <a:p>
            <a:pPr eaLnBrk="1" hangingPunct="1">
              <a:defRPr/>
            </a:pPr>
            <a:r>
              <a:rPr lang="zh-CN" altLang="en-US" dirty="0"/>
              <a:t>在</a:t>
            </a:r>
            <a:r>
              <a:rPr lang="en-US" altLang="zh-CN" dirty="0"/>
              <a:t>C++</a:t>
            </a:r>
            <a:r>
              <a:rPr lang="zh-CN" altLang="en-US" dirty="0"/>
              <a:t>中，</a:t>
            </a:r>
            <a:r>
              <a:rPr lang="en-US" altLang="zh-CN" dirty="0">
                <a:solidFill>
                  <a:srgbClr val="FFC000"/>
                </a:solidFill>
              </a:rPr>
              <a:t>λ</a:t>
            </a:r>
            <a:r>
              <a:rPr lang="zh-CN" altLang="en-US" dirty="0">
                <a:solidFill>
                  <a:srgbClr val="FFC000"/>
                </a:solidFill>
              </a:rPr>
              <a:t>表达式</a:t>
            </a:r>
            <a:r>
              <a:rPr lang="zh-CN" altLang="en-US" dirty="0"/>
              <a:t>是通过函数对象来实现的。</a:t>
            </a:r>
            <a:endParaRPr lang="en-US" altLang="zh-CN" dirty="0"/>
          </a:p>
          <a:p>
            <a:pPr eaLnBrk="1" hangingPunct="1">
              <a:defRPr/>
            </a:pPr>
            <a:r>
              <a:rPr lang="zh-CN" altLang="en-US" dirty="0"/>
              <a:t>对于下面的</a:t>
            </a:r>
            <a:r>
              <a:rPr lang="el-GR" altLang="zh-CN" dirty="0"/>
              <a:t>λ</a:t>
            </a:r>
            <a:r>
              <a:rPr lang="zh-CN" altLang="en-US" dirty="0"/>
              <a:t>表达式：</a:t>
            </a:r>
            <a:endParaRPr lang="en-US" altLang="zh-CN" dirty="0"/>
          </a:p>
          <a:p>
            <a:pPr marL="457200" lvl="1" indent="0">
              <a:buFontTx/>
              <a:buNone/>
              <a:defRPr/>
            </a:pPr>
            <a:r>
              <a:rPr lang="en-US" altLang="zh-CN" dirty="0"/>
              <a:t>	[...](</a:t>
            </a:r>
            <a:r>
              <a:rPr lang="en-US" altLang="zh-CN" dirty="0" err="1"/>
              <a:t>int</a:t>
            </a:r>
            <a:r>
              <a:rPr lang="en-US" altLang="zh-CN" dirty="0"/>
              <a:t> x)-&gt;</a:t>
            </a:r>
            <a:r>
              <a:rPr lang="en-US" altLang="zh-CN" dirty="0" err="1"/>
              <a:t>int</a:t>
            </a:r>
            <a:r>
              <a:rPr lang="en-US" altLang="zh-CN" dirty="0"/>
              <a:t> { ....... }</a:t>
            </a:r>
          </a:p>
          <a:p>
            <a:pPr lvl="1" eaLnBrk="1" hangingPunct="1">
              <a:defRPr/>
            </a:pPr>
            <a:r>
              <a:rPr lang="zh-CN" altLang="en-US" dirty="0"/>
              <a:t>首先，隐式定义一个类：</a:t>
            </a:r>
            <a:endParaRPr lang="en-US" altLang="zh-CN" dirty="0"/>
          </a:p>
          <a:p>
            <a:pPr lvl="2" eaLnBrk="1" hangingPunct="1">
              <a:defRPr/>
            </a:pPr>
            <a:r>
              <a:rPr lang="zh-CN" altLang="en-US" dirty="0"/>
              <a:t>数据成员对应</a:t>
            </a:r>
            <a:r>
              <a:rPr lang="el-GR" altLang="zh-CN" dirty="0"/>
              <a:t>λ</a:t>
            </a:r>
            <a:r>
              <a:rPr lang="zh-CN" altLang="en-US" dirty="0"/>
              <a:t>表达式中用到的环境变量，用构造函数对它们进行初始化。</a:t>
            </a:r>
            <a:endParaRPr lang="en-US" altLang="zh-CN" dirty="0"/>
          </a:p>
          <a:p>
            <a:pPr lvl="2" eaLnBrk="1" hangingPunct="1">
              <a:defRPr/>
            </a:pPr>
            <a:r>
              <a:rPr lang="zh-CN" altLang="en-US" dirty="0"/>
              <a:t>按相应</a:t>
            </a:r>
            <a:r>
              <a:rPr lang="en-US" altLang="zh-CN" dirty="0"/>
              <a:t>λ</a:t>
            </a:r>
            <a:r>
              <a:rPr lang="zh-CN" altLang="en-US" dirty="0"/>
              <a:t>表达式的功能重载了函数调用操作符。</a:t>
            </a:r>
            <a:endParaRPr lang="en-US" altLang="zh-CN" dirty="0"/>
          </a:p>
          <a:p>
            <a:pPr lvl="1" eaLnBrk="1" hangingPunct="1">
              <a:defRPr/>
            </a:pPr>
            <a:r>
              <a:rPr lang="zh-CN" altLang="en-US" dirty="0"/>
              <a:t>然后，创建上述类的一个临时对象（设为</a:t>
            </a:r>
            <a:r>
              <a:rPr lang="en-US" altLang="zh-CN" dirty="0" err="1"/>
              <a:t>obj</a:t>
            </a:r>
            <a:r>
              <a:rPr lang="zh-CN" altLang="en-US" dirty="0"/>
              <a:t>）</a:t>
            </a:r>
            <a:endParaRPr lang="en-US" altLang="zh-CN" dirty="0"/>
          </a:p>
          <a:p>
            <a:pPr lvl="1" eaLnBrk="1" hangingPunct="1">
              <a:defRPr/>
            </a:pPr>
            <a:r>
              <a:rPr lang="zh-CN" altLang="en-US" dirty="0"/>
              <a:t>最后，在使用上述</a:t>
            </a:r>
            <a:r>
              <a:rPr lang="en-US" altLang="zh-CN" dirty="0"/>
              <a:t>λ</a:t>
            </a:r>
            <a:r>
              <a:rPr lang="zh-CN" altLang="en-US" dirty="0"/>
              <a:t>表达式的地方用该对象来替代：</a:t>
            </a:r>
            <a:endParaRPr lang="en-US" altLang="zh-CN" dirty="0"/>
          </a:p>
          <a:p>
            <a:pPr lvl="2" eaLnBrk="1" hangingPunct="1">
              <a:defRPr/>
            </a:pPr>
            <a:r>
              <a:rPr lang="zh-CN" altLang="en-US" dirty="0"/>
              <a:t>作用于实参进行函数调用</a:t>
            </a:r>
            <a:endParaRPr lang="en-US" altLang="zh-CN" dirty="0"/>
          </a:p>
          <a:p>
            <a:pPr marL="914400" lvl="2" indent="0" eaLnBrk="1" hangingPunct="1">
              <a:buFont typeface="Wingdings" panose="05000000000000000000" pitchFamily="2" charset="2"/>
              <a:buNone/>
              <a:defRPr/>
            </a:pPr>
            <a:r>
              <a:rPr lang="en-US" altLang="zh-CN" dirty="0" err="1"/>
              <a:t>cout</a:t>
            </a:r>
            <a:r>
              <a:rPr lang="en-US" altLang="zh-CN" dirty="0"/>
              <a:t> &lt;&lt; </a:t>
            </a:r>
            <a:r>
              <a:rPr lang="en-US" altLang="zh-CN" dirty="0">
                <a:solidFill>
                  <a:srgbClr val="FFC000"/>
                </a:solidFill>
              </a:rPr>
              <a:t>[...](</a:t>
            </a:r>
            <a:r>
              <a:rPr lang="en-US" altLang="zh-CN" dirty="0" err="1">
                <a:solidFill>
                  <a:srgbClr val="FFC000"/>
                </a:solidFill>
              </a:rPr>
              <a:t>int</a:t>
            </a:r>
            <a:r>
              <a:rPr lang="en-US" altLang="zh-CN" dirty="0">
                <a:solidFill>
                  <a:srgbClr val="FFC000"/>
                </a:solidFill>
              </a:rPr>
              <a:t> x)-&gt;</a:t>
            </a:r>
            <a:r>
              <a:rPr lang="en-US" altLang="zh-CN" dirty="0" err="1">
                <a:solidFill>
                  <a:srgbClr val="FFC000"/>
                </a:solidFill>
              </a:rPr>
              <a:t>int</a:t>
            </a:r>
            <a:r>
              <a:rPr lang="en-US" altLang="zh-CN" dirty="0">
                <a:solidFill>
                  <a:srgbClr val="FFC000"/>
                </a:solidFill>
              </a:rPr>
              <a:t> { ....... }</a:t>
            </a:r>
            <a:r>
              <a:rPr lang="en-US" altLang="zh-CN" dirty="0"/>
              <a:t>(3);</a:t>
            </a:r>
          </a:p>
          <a:p>
            <a:pPr marL="914400" lvl="2" indent="0" eaLnBrk="1" hangingPunct="1">
              <a:buFont typeface="Wingdings" panose="05000000000000000000" pitchFamily="2" charset="2"/>
              <a:buNone/>
              <a:defRPr/>
            </a:pPr>
            <a:r>
              <a:rPr lang="en-US" altLang="zh-CN" dirty="0" err="1"/>
              <a:t>cout</a:t>
            </a:r>
            <a:r>
              <a:rPr lang="en-US" altLang="zh-CN" dirty="0"/>
              <a:t> &lt;&lt; </a:t>
            </a:r>
            <a:r>
              <a:rPr lang="en-US" altLang="zh-CN" dirty="0" err="1">
                <a:solidFill>
                  <a:srgbClr val="FFC000"/>
                </a:solidFill>
              </a:rPr>
              <a:t>obj</a:t>
            </a:r>
            <a:r>
              <a:rPr lang="en-US" altLang="zh-CN" dirty="0"/>
              <a:t>(3);</a:t>
            </a:r>
          </a:p>
          <a:p>
            <a:pPr lvl="2" eaLnBrk="1" hangingPunct="1">
              <a:defRPr/>
            </a:pPr>
            <a:r>
              <a:rPr lang="zh-CN" altLang="en-US" dirty="0"/>
              <a:t>传给其它函数</a:t>
            </a:r>
            <a:endParaRPr lang="en-US" altLang="zh-CN" dirty="0"/>
          </a:p>
          <a:p>
            <a:pPr marL="914400" lvl="2" indent="0" eaLnBrk="1" hangingPunct="1">
              <a:buFont typeface="Wingdings" panose="05000000000000000000" pitchFamily="2" charset="2"/>
              <a:buNone/>
              <a:defRPr/>
            </a:pPr>
            <a:r>
              <a:rPr lang="en-US" altLang="zh-CN" dirty="0"/>
              <a:t>f(</a:t>
            </a:r>
            <a:r>
              <a:rPr lang="en-US" altLang="zh-CN" dirty="0">
                <a:solidFill>
                  <a:srgbClr val="FFC000"/>
                </a:solidFill>
              </a:rPr>
              <a:t>[...](</a:t>
            </a:r>
            <a:r>
              <a:rPr lang="en-US" altLang="zh-CN" dirty="0" err="1">
                <a:solidFill>
                  <a:srgbClr val="FFC000"/>
                </a:solidFill>
              </a:rPr>
              <a:t>int</a:t>
            </a:r>
            <a:r>
              <a:rPr lang="en-US" altLang="zh-CN" dirty="0">
                <a:solidFill>
                  <a:srgbClr val="FFC000"/>
                </a:solidFill>
              </a:rPr>
              <a:t> x)-&gt;</a:t>
            </a:r>
            <a:r>
              <a:rPr lang="en-US" altLang="zh-CN" dirty="0" err="1">
                <a:solidFill>
                  <a:srgbClr val="FFC000"/>
                </a:solidFill>
              </a:rPr>
              <a:t>int</a:t>
            </a:r>
            <a:r>
              <a:rPr lang="en-US" altLang="zh-CN" dirty="0">
                <a:solidFill>
                  <a:srgbClr val="FFC000"/>
                </a:solidFill>
              </a:rPr>
              <a:t> { ....... }</a:t>
            </a:r>
            <a:r>
              <a:rPr lang="en-US" altLang="zh-CN" dirty="0"/>
              <a:t>);</a:t>
            </a:r>
          </a:p>
          <a:p>
            <a:pPr marL="914400" lvl="2" indent="0" eaLnBrk="1" hangingPunct="1">
              <a:buFont typeface="Wingdings" panose="05000000000000000000" pitchFamily="2" charset="2"/>
              <a:buNone/>
              <a:defRPr/>
            </a:pPr>
            <a:r>
              <a:rPr lang="en-US" altLang="zh-CN" dirty="0"/>
              <a:t>f(</a:t>
            </a:r>
            <a:r>
              <a:rPr lang="en-US" altLang="zh-CN" dirty="0" err="1">
                <a:solidFill>
                  <a:srgbClr val="FFC000"/>
                </a:solidFill>
              </a:rPr>
              <a:t>obj</a:t>
            </a:r>
            <a:r>
              <a:rPr lang="en-US" altLang="zh-CN" dirty="0"/>
              <a:t>);</a:t>
            </a:r>
            <a:endParaRPr lang="zh-CN" altLang="en-US" dirty="0"/>
          </a:p>
          <a:p>
            <a:pPr>
              <a:defRPr/>
            </a:pPr>
            <a:endParaRPr lang="zh-CN" altLang="en-US" dirty="0"/>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42" name="Rectangle 2">
            <a:extLst>
              <a:ext uri="{FF2B5EF4-FFF2-40B4-BE49-F238E27FC236}">
                <a16:creationId xmlns:a16="http://schemas.microsoft.com/office/drawing/2014/main" id="{E0C1E79E-6C7E-F995-8243-EDD84643764B}"/>
              </a:ext>
            </a:extLst>
          </p:cNvPr>
          <p:cNvSpPr>
            <a:spLocks noGrp="1" noChangeArrowheads="1"/>
          </p:cNvSpPr>
          <p:nvPr>
            <p:ph type="title"/>
          </p:nvPr>
        </p:nvSpPr>
        <p:spPr>
          <a:xfrm>
            <a:off x="457200" y="201613"/>
            <a:ext cx="8229600" cy="1139825"/>
          </a:xfrm>
        </p:spPr>
        <p:txBody>
          <a:bodyPr/>
          <a:lstStyle/>
          <a:p>
            <a:pPr eaLnBrk="1" hangingPunct="1">
              <a:defRPr/>
            </a:pPr>
            <a:r>
              <a:rPr lang="zh-CN" altLang="en-GB" sz="4000" dirty="0"/>
              <a:t>重载</a:t>
            </a:r>
            <a:r>
              <a:rPr lang="zh-CN" altLang="en-US" sz="4000" dirty="0"/>
              <a:t>间接</a:t>
            </a:r>
            <a:r>
              <a:rPr lang="zh-CN" altLang="en-GB" sz="4000" dirty="0"/>
              <a:t>类成员访问操作符“</a:t>
            </a:r>
            <a:r>
              <a:rPr lang="en-GB" altLang="zh-CN" sz="4000" dirty="0"/>
              <a:t>-&gt;</a:t>
            </a:r>
            <a:r>
              <a:rPr lang="zh-CN" altLang="en-US" sz="4000" dirty="0"/>
              <a:t>”</a:t>
            </a:r>
          </a:p>
        </p:txBody>
      </p:sp>
      <p:sp>
        <p:nvSpPr>
          <p:cNvPr id="368643" name="Rectangle 3">
            <a:extLst>
              <a:ext uri="{FF2B5EF4-FFF2-40B4-BE49-F238E27FC236}">
                <a16:creationId xmlns:a16="http://schemas.microsoft.com/office/drawing/2014/main" id="{4077E7B0-002C-E62D-CD09-98B5778177E0}"/>
              </a:ext>
            </a:extLst>
          </p:cNvPr>
          <p:cNvSpPr>
            <a:spLocks noGrp="1" noChangeArrowheads="1"/>
          </p:cNvSpPr>
          <p:nvPr>
            <p:ph type="body" idx="1"/>
          </p:nvPr>
        </p:nvSpPr>
        <p:spPr>
          <a:xfrm>
            <a:off x="179388" y="1916113"/>
            <a:ext cx="8713787" cy="4797425"/>
          </a:xfrm>
        </p:spPr>
        <p:txBody>
          <a:bodyPr>
            <a:normAutofit/>
          </a:bodyPr>
          <a:lstStyle/>
          <a:p>
            <a:pPr eaLnBrk="1" hangingPunct="1">
              <a:lnSpc>
                <a:spcPct val="120000"/>
              </a:lnSpc>
              <a:defRPr/>
            </a:pPr>
            <a:r>
              <a:rPr lang="zh-CN" altLang="en-GB" dirty="0">
                <a:latin typeface="Arial"/>
              </a:rPr>
              <a:t>“</a:t>
            </a:r>
            <a:r>
              <a:rPr lang="en-GB" altLang="zh-CN" dirty="0">
                <a:solidFill>
                  <a:srgbClr val="FFC000"/>
                </a:solidFill>
              </a:rPr>
              <a:t>-&gt;</a:t>
            </a:r>
            <a:r>
              <a:rPr lang="en-GB" altLang="zh-CN" dirty="0">
                <a:latin typeface="Arial"/>
              </a:rPr>
              <a:t>”</a:t>
            </a:r>
            <a:r>
              <a:rPr lang="zh-CN" altLang="en-GB" dirty="0"/>
              <a:t>为一个双目操作符</a:t>
            </a:r>
            <a:r>
              <a:rPr lang="zh-CN" altLang="en-US" dirty="0"/>
              <a:t>：</a:t>
            </a:r>
            <a:endParaRPr lang="en-US" altLang="zh-CN" dirty="0"/>
          </a:p>
          <a:p>
            <a:pPr lvl="1" eaLnBrk="1" hangingPunct="1">
              <a:lnSpc>
                <a:spcPct val="120000"/>
              </a:lnSpc>
              <a:defRPr/>
            </a:pPr>
            <a:r>
              <a:rPr lang="zh-CN" altLang="en-GB" dirty="0"/>
              <a:t>第一个操作数为一个指向类或结构的指针</a:t>
            </a:r>
            <a:r>
              <a:rPr lang="zh-CN" altLang="en-US" dirty="0"/>
              <a:t>。</a:t>
            </a:r>
            <a:endParaRPr lang="en-US" altLang="zh-CN" dirty="0"/>
          </a:p>
          <a:p>
            <a:pPr lvl="1" eaLnBrk="1" hangingPunct="1">
              <a:lnSpc>
                <a:spcPct val="120000"/>
              </a:lnSpc>
              <a:defRPr/>
            </a:pPr>
            <a:r>
              <a:rPr lang="zh-CN" altLang="en-GB" dirty="0"/>
              <a:t>第二个操作数为第一个操作数所指向的类或结构的成员。</a:t>
            </a:r>
            <a:endParaRPr lang="en-US" altLang="zh-CN" dirty="0"/>
          </a:p>
          <a:p>
            <a:pPr lvl="1" eaLnBrk="1" hangingPunct="1">
              <a:lnSpc>
                <a:spcPct val="120000"/>
              </a:lnSpc>
              <a:defRPr/>
            </a:pPr>
            <a:r>
              <a:rPr lang="en-US" altLang="zh-CN" dirty="0"/>
              <a:t>A </a:t>
            </a:r>
            <a:r>
              <a:rPr lang="en-US" altLang="zh-CN" dirty="0" err="1"/>
              <a:t>a</a:t>
            </a:r>
            <a:r>
              <a:rPr lang="en-US" altLang="zh-CN" dirty="0"/>
              <a:t>;</a:t>
            </a:r>
          </a:p>
          <a:p>
            <a:pPr lvl="1" eaLnBrk="1" hangingPunct="1">
              <a:lnSpc>
                <a:spcPct val="120000"/>
              </a:lnSpc>
              <a:defRPr/>
            </a:pPr>
            <a:r>
              <a:rPr lang="en-US" altLang="zh-CN" dirty="0"/>
              <a:t>A *p=&amp;a; //p</a:t>
            </a:r>
            <a:r>
              <a:rPr lang="zh-CN" altLang="en-US" dirty="0"/>
              <a:t>是个指针变量，它指向对象</a:t>
            </a:r>
            <a:r>
              <a:rPr lang="en-US" altLang="zh-CN" dirty="0"/>
              <a:t>a</a:t>
            </a:r>
          </a:p>
          <a:p>
            <a:pPr lvl="1" eaLnBrk="1" hangingPunct="1">
              <a:lnSpc>
                <a:spcPct val="120000"/>
              </a:lnSpc>
              <a:defRPr/>
            </a:pPr>
            <a:r>
              <a:rPr lang="en-US" altLang="zh-CN" dirty="0"/>
              <a:t>p</a:t>
            </a:r>
            <a:r>
              <a:rPr lang="en-US" altLang="zh-CN" dirty="0">
                <a:solidFill>
                  <a:srgbClr val="FFC000"/>
                </a:solidFill>
              </a:rPr>
              <a:t>-&gt;</a:t>
            </a:r>
            <a:r>
              <a:rPr lang="en-US" altLang="zh-CN" dirty="0"/>
              <a:t>f(); //</a:t>
            </a:r>
            <a:r>
              <a:rPr lang="zh-CN" altLang="en-US" dirty="0"/>
              <a:t>通过</a:t>
            </a:r>
            <a:r>
              <a:rPr lang="en-US" altLang="zh-CN" dirty="0"/>
              <a:t>p</a:t>
            </a:r>
            <a:r>
              <a:rPr lang="zh-CN" altLang="en-US" dirty="0"/>
              <a:t>访问对象</a:t>
            </a:r>
            <a:r>
              <a:rPr lang="en-US" altLang="zh-CN" dirty="0"/>
              <a:t>a</a:t>
            </a:r>
            <a:r>
              <a:rPr lang="zh-CN" altLang="en-US" dirty="0"/>
              <a:t>的成员函数</a:t>
            </a:r>
            <a:r>
              <a:rPr lang="en-US" altLang="zh-CN" dirty="0"/>
              <a:t>f</a:t>
            </a:r>
            <a:endParaRPr lang="zh-CN" altLang="en-GB" dirty="0"/>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B3EA8AB-4FA2-1EC5-E686-B200FD13C6BF}"/>
              </a:ext>
            </a:extLst>
          </p:cNvPr>
          <p:cNvSpPr>
            <a:spLocks noGrp="1"/>
          </p:cNvSpPr>
          <p:nvPr>
            <p:ph idx="1"/>
          </p:nvPr>
        </p:nvSpPr>
        <p:spPr>
          <a:xfrm>
            <a:off x="179388" y="908050"/>
            <a:ext cx="8785225" cy="4924425"/>
          </a:xfrm>
        </p:spPr>
        <p:txBody>
          <a:bodyPr>
            <a:normAutofit fontScale="92500"/>
          </a:bodyPr>
          <a:lstStyle/>
          <a:p>
            <a:pPr eaLnBrk="1" hangingPunct="1">
              <a:lnSpc>
                <a:spcPct val="120000"/>
              </a:lnSpc>
              <a:defRPr/>
            </a:pPr>
            <a:r>
              <a:rPr lang="zh-CN" altLang="en-GB" dirty="0"/>
              <a:t>可以</a:t>
            </a:r>
            <a:r>
              <a:rPr lang="zh-CN" altLang="en-US" dirty="0"/>
              <a:t>针对某个类重载</a:t>
            </a:r>
            <a:r>
              <a:rPr lang="zh-CN" altLang="en-GB" dirty="0">
                <a:latin typeface="Arial"/>
              </a:rPr>
              <a:t>“</a:t>
            </a:r>
            <a:r>
              <a:rPr lang="en-GB" altLang="zh-CN" dirty="0"/>
              <a:t>-&gt;</a:t>
            </a:r>
            <a:r>
              <a:rPr lang="zh-CN" altLang="en-US" dirty="0">
                <a:latin typeface="Arial"/>
              </a:rPr>
              <a:t>”操作符</a:t>
            </a:r>
            <a:r>
              <a:rPr lang="zh-CN" altLang="en-GB" dirty="0"/>
              <a:t>，</a:t>
            </a:r>
            <a:r>
              <a:rPr lang="zh-CN" altLang="en-US" dirty="0"/>
              <a:t>这样就可以把该类的对象当指针来用，</a:t>
            </a:r>
            <a:r>
              <a:rPr lang="zh-CN" altLang="en-GB" dirty="0"/>
              <a:t>实现一种</a:t>
            </a:r>
            <a:r>
              <a:rPr lang="zh-CN" altLang="en-GB" dirty="0">
                <a:solidFill>
                  <a:schemeClr val="folHlink"/>
                </a:solidFill>
              </a:rPr>
              <a:t>指针</a:t>
            </a:r>
            <a:r>
              <a:rPr lang="zh-CN" altLang="en-US" dirty="0">
                <a:solidFill>
                  <a:schemeClr val="folHlink"/>
                </a:solidFill>
              </a:rPr>
              <a:t>类</a:t>
            </a:r>
            <a:r>
              <a:rPr lang="zh-CN" altLang="en-US" dirty="0"/>
              <a:t>。例如，下面的</a:t>
            </a:r>
            <a:r>
              <a:rPr lang="en-US" altLang="zh-CN" dirty="0"/>
              <a:t>B</a:t>
            </a:r>
            <a:r>
              <a:rPr lang="zh-CN" altLang="en-US" dirty="0"/>
              <a:t>类中重载了操作符</a:t>
            </a:r>
            <a:r>
              <a:rPr lang="zh-CN" altLang="en-GB" dirty="0">
                <a:latin typeface="Arial"/>
              </a:rPr>
              <a:t>“</a:t>
            </a:r>
            <a:r>
              <a:rPr lang="en-GB" altLang="zh-CN" dirty="0"/>
              <a:t>-&gt;</a:t>
            </a:r>
            <a:r>
              <a:rPr lang="zh-CN" altLang="en-US" dirty="0">
                <a:latin typeface="Arial"/>
              </a:rPr>
              <a:t>”：</a:t>
            </a:r>
            <a:endParaRPr lang="en-US" altLang="zh-CN" dirty="0"/>
          </a:p>
          <a:p>
            <a:pPr lvl="1" eaLnBrk="1" hangingPunct="1">
              <a:lnSpc>
                <a:spcPct val="120000"/>
              </a:lnSpc>
              <a:defRPr/>
            </a:pPr>
            <a:r>
              <a:rPr lang="en-US" altLang="zh-CN" dirty="0"/>
              <a:t>B b=&amp;a; //</a:t>
            </a:r>
            <a:r>
              <a:rPr lang="zh-CN" altLang="en-US" dirty="0"/>
              <a:t>或</a:t>
            </a:r>
            <a:r>
              <a:rPr lang="en-US" altLang="zh-CN" dirty="0"/>
              <a:t>B b(&amp;a); b</a:t>
            </a:r>
            <a:r>
              <a:rPr lang="zh-CN" altLang="en-US" dirty="0"/>
              <a:t>是个</a:t>
            </a:r>
            <a:r>
              <a:rPr lang="zh-CN" altLang="en-US" dirty="0">
                <a:solidFill>
                  <a:srgbClr val="FFC000"/>
                </a:solidFill>
              </a:rPr>
              <a:t>指针对象</a:t>
            </a:r>
            <a:r>
              <a:rPr lang="zh-CN" altLang="en-US" dirty="0"/>
              <a:t>，它指向</a:t>
            </a:r>
            <a:r>
              <a:rPr lang="en-US" altLang="zh-CN" dirty="0"/>
              <a:t>a</a:t>
            </a:r>
          </a:p>
          <a:p>
            <a:pPr lvl="1" eaLnBrk="1" hangingPunct="1">
              <a:lnSpc>
                <a:spcPct val="120000"/>
              </a:lnSpc>
              <a:defRPr/>
            </a:pPr>
            <a:r>
              <a:rPr lang="en-US" altLang="zh-CN" dirty="0"/>
              <a:t>b</a:t>
            </a:r>
            <a:r>
              <a:rPr lang="en-US" altLang="zh-CN" dirty="0">
                <a:solidFill>
                  <a:srgbClr val="FFC000"/>
                </a:solidFill>
              </a:rPr>
              <a:t>-&gt;</a:t>
            </a:r>
            <a:r>
              <a:rPr lang="en-US" altLang="zh-CN" dirty="0"/>
              <a:t>f(); //</a:t>
            </a:r>
            <a:r>
              <a:rPr lang="zh-CN" altLang="en-US" dirty="0"/>
              <a:t>通过</a:t>
            </a:r>
            <a:r>
              <a:rPr lang="en-US" altLang="zh-CN" dirty="0"/>
              <a:t>b</a:t>
            </a:r>
            <a:r>
              <a:rPr lang="zh-CN" altLang="en-US" dirty="0"/>
              <a:t>访问对象</a:t>
            </a:r>
            <a:r>
              <a:rPr lang="en-US" altLang="zh-CN" dirty="0"/>
              <a:t>a</a:t>
            </a:r>
            <a:r>
              <a:rPr lang="zh-CN" altLang="en-US" dirty="0"/>
              <a:t>的成员</a:t>
            </a:r>
            <a:r>
              <a:rPr lang="en-US" altLang="zh-CN" dirty="0"/>
              <a:t>f</a:t>
            </a:r>
            <a:endParaRPr lang="zh-CN" altLang="en-GB" dirty="0"/>
          </a:p>
          <a:p>
            <a:pPr eaLnBrk="1" hangingPunct="1">
              <a:lnSpc>
                <a:spcPct val="120000"/>
              </a:lnSpc>
              <a:defRPr/>
            </a:pPr>
            <a:r>
              <a:rPr lang="zh-CN" altLang="en-US" dirty="0"/>
              <a:t>通过指针对象去访问它指向的对象</a:t>
            </a:r>
            <a:r>
              <a:rPr lang="zh-CN" altLang="en-GB" dirty="0"/>
              <a:t>成员</a:t>
            </a:r>
            <a:r>
              <a:rPr lang="zh-CN" altLang="en-US" dirty="0"/>
              <a:t>之</a:t>
            </a:r>
            <a:r>
              <a:rPr lang="zh-CN" altLang="en-GB" dirty="0"/>
              <a:t>前能做一些</a:t>
            </a:r>
            <a:r>
              <a:rPr lang="zh-CN" altLang="en-GB" dirty="0">
                <a:solidFill>
                  <a:schemeClr val="folHlink"/>
                </a:solidFill>
              </a:rPr>
              <a:t>额外</a:t>
            </a:r>
            <a:r>
              <a:rPr lang="zh-CN" altLang="en-GB" dirty="0"/>
              <a:t>的事情。</a:t>
            </a:r>
            <a:r>
              <a:rPr lang="zh-CN" altLang="en-US" dirty="0"/>
              <a:t>（在操作符</a:t>
            </a:r>
            <a:r>
              <a:rPr lang="en-US" altLang="zh-CN" dirty="0"/>
              <a:t>-&gt;</a:t>
            </a:r>
            <a:r>
              <a:rPr lang="zh-CN" altLang="en-US" dirty="0"/>
              <a:t>重载函数中实现）</a:t>
            </a:r>
            <a:endParaRPr lang="en-US" altLang="zh-CN" dirty="0"/>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161606-C205-4B3E-6CEA-469EB6328BC4}"/>
              </a:ext>
            </a:extLst>
          </p:cNvPr>
          <p:cNvSpPr>
            <a:spLocks noGrp="1"/>
          </p:cNvSpPr>
          <p:nvPr>
            <p:ph type="title"/>
          </p:nvPr>
        </p:nvSpPr>
        <p:spPr>
          <a:xfrm>
            <a:off x="457200" y="201613"/>
            <a:ext cx="8229600" cy="1139825"/>
          </a:xfrm>
        </p:spPr>
        <p:txBody>
          <a:bodyPr/>
          <a:lstStyle/>
          <a:p>
            <a:pPr>
              <a:defRPr/>
            </a:pPr>
            <a:r>
              <a:rPr lang="zh-CN" altLang="en-US" sz="3600" dirty="0"/>
              <a:t>例：在程序执行的某个时刻获取</a:t>
            </a:r>
            <a:br>
              <a:rPr lang="en-US" altLang="zh-CN" sz="3600" dirty="0"/>
            </a:br>
            <a:r>
              <a:rPr lang="zh-CN" altLang="en-US" sz="3600" dirty="0"/>
              <a:t>某个对象被访问的次数</a:t>
            </a:r>
          </a:p>
        </p:txBody>
      </p:sp>
      <p:sp>
        <p:nvSpPr>
          <p:cNvPr id="3" name="内容占位符 2">
            <a:extLst>
              <a:ext uri="{FF2B5EF4-FFF2-40B4-BE49-F238E27FC236}">
                <a16:creationId xmlns:a16="http://schemas.microsoft.com/office/drawing/2014/main" id="{DC0E80ED-0139-66C8-1E71-3005A1C48B6C}"/>
              </a:ext>
            </a:extLst>
          </p:cNvPr>
          <p:cNvSpPr>
            <a:spLocks noGrp="1"/>
          </p:cNvSpPr>
          <p:nvPr>
            <p:ph idx="1"/>
          </p:nvPr>
        </p:nvSpPr>
        <p:spPr>
          <a:xfrm>
            <a:off x="457200" y="1600200"/>
            <a:ext cx="8229600" cy="5068888"/>
          </a:xfrm>
        </p:spPr>
        <p:txBody>
          <a:bodyPr>
            <a:noAutofit/>
          </a:bodyPr>
          <a:lstStyle/>
          <a:p>
            <a:pPr marL="0" indent="0" defTabSz="265113" eaLnBrk="1" hangingPunct="1">
              <a:spcBef>
                <a:spcPct val="0"/>
              </a:spcBef>
              <a:buClrTx/>
              <a:buSzTx/>
              <a:buFont typeface="Wingdings" panose="05000000000000000000" pitchFamily="2" charset="2"/>
              <a:buNone/>
              <a:defRPr/>
            </a:pPr>
            <a:r>
              <a:rPr lang="en-GB" altLang="zh-CN" sz="2200" kern="1200" dirty="0">
                <a:solidFill>
                  <a:srgbClr val="FFFFFF"/>
                </a:solidFill>
              </a:rPr>
              <a:t>class A</a:t>
            </a:r>
          </a:p>
          <a:p>
            <a:pPr marL="0" indent="0" defTabSz="265113" eaLnBrk="1" hangingPunct="1">
              <a:spcBef>
                <a:spcPct val="0"/>
              </a:spcBef>
              <a:buClrTx/>
              <a:buSzTx/>
              <a:buFont typeface="Wingdings" panose="05000000000000000000" pitchFamily="2" charset="2"/>
              <a:buNone/>
              <a:defRPr/>
            </a:pPr>
            <a:r>
              <a:rPr lang="en-GB" altLang="zh-CN" sz="2200" kern="1200" dirty="0">
                <a:solidFill>
                  <a:srgbClr val="FFFFFF"/>
                </a:solidFill>
              </a:rPr>
              <a:t>{		</a:t>
            </a:r>
            <a:r>
              <a:rPr lang="en-GB" altLang="zh-CN" sz="2200" kern="1200" dirty="0" err="1">
                <a:solidFill>
                  <a:srgbClr val="FFFFFF"/>
                </a:solidFill>
              </a:rPr>
              <a:t>int</a:t>
            </a:r>
            <a:r>
              <a:rPr lang="en-GB" altLang="zh-CN" sz="2200" kern="1200" dirty="0">
                <a:solidFill>
                  <a:srgbClr val="FFFFFF"/>
                </a:solidFill>
              </a:rPr>
              <a:t> </a:t>
            </a:r>
            <a:r>
              <a:rPr lang="en-GB" altLang="zh-CN" sz="2200" kern="1200" dirty="0" err="1">
                <a:solidFill>
                  <a:srgbClr val="FFFFFF"/>
                </a:solidFill>
              </a:rPr>
              <a:t>x,y</a:t>
            </a:r>
            <a:r>
              <a:rPr lang="en-GB" altLang="zh-CN" sz="2200" kern="1200" dirty="0">
                <a:solidFill>
                  <a:srgbClr val="FFFFFF"/>
                </a:solidFill>
              </a:rPr>
              <a:t>;</a:t>
            </a:r>
          </a:p>
          <a:p>
            <a:pPr marL="0" indent="0" defTabSz="265113" eaLnBrk="1" hangingPunct="1">
              <a:spcBef>
                <a:spcPct val="0"/>
              </a:spcBef>
              <a:buClrTx/>
              <a:buSzTx/>
              <a:buFont typeface="Wingdings" panose="05000000000000000000" pitchFamily="2" charset="2"/>
              <a:buNone/>
              <a:defRPr/>
            </a:pPr>
            <a:r>
              <a:rPr lang="en-GB" altLang="zh-CN" sz="2200" kern="1200" dirty="0">
                <a:solidFill>
                  <a:srgbClr val="FFFFFF"/>
                </a:solidFill>
              </a:rPr>
              <a:t>	public:</a:t>
            </a:r>
          </a:p>
          <a:p>
            <a:pPr marL="0" indent="0" defTabSz="265113" eaLnBrk="1" hangingPunct="1">
              <a:spcBef>
                <a:spcPct val="0"/>
              </a:spcBef>
              <a:buClrTx/>
              <a:buSzTx/>
              <a:buFont typeface="Wingdings" panose="05000000000000000000" pitchFamily="2" charset="2"/>
              <a:buNone/>
              <a:defRPr/>
            </a:pPr>
            <a:r>
              <a:rPr lang="en-GB" altLang="zh-CN" sz="2200" kern="1200" dirty="0">
                <a:solidFill>
                  <a:srgbClr val="FFFFFF"/>
                </a:solidFill>
              </a:rPr>
              <a:t>		void f();</a:t>
            </a:r>
          </a:p>
          <a:p>
            <a:pPr marL="0" indent="0" defTabSz="265113" eaLnBrk="1" hangingPunct="1">
              <a:spcBef>
                <a:spcPct val="0"/>
              </a:spcBef>
              <a:buClrTx/>
              <a:buSzTx/>
              <a:buFont typeface="Wingdings" panose="05000000000000000000" pitchFamily="2" charset="2"/>
              <a:buNone/>
              <a:defRPr/>
            </a:pPr>
            <a:r>
              <a:rPr lang="en-GB" altLang="zh-CN" sz="2200" kern="1200" dirty="0">
                <a:solidFill>
                  <a:srgbClr val="FFFFFF"/>
                </a:solidFill>
              </a:rPr>
              <a:t>		void g();</a:t>
            </a:r>
          </a:p>
          <a:p>
            <a:pPr marL="0" indent="0" defTabSz="265113" eaLnBrk="1" hangingPunct="1">
              <a:spcBef>
                <a:spcPct val="0"/>
              </a:spcBef>
              <a:buClrTx/>
              <a:buSzTx/>
              <a:buFont typeface="Wingdings" panose="05000000000000000000" pitchFamily="2" charset="2"/>
              <a:buNone/>
              <a:defRPr/>
            </a:pPr>
            <a:r>
              <a:rPr lang="en-GB" altLang="zh-CN" sz="2200" kern="1200" dirty="0">
                <a:solidFill>
                  <a:srgbClr val="FFFFFF"/>
                </a:solidFill>
              </a:rPr>
              <a:t>};</a:t>
            </a:r>
          </a:p>
          <a:p>
            <a:pPr marL="0" indent="0">
              <a:buFont typeface="Wingdings" panose="05000000000000000000" pitchFamily="2" charset="2"/>
              <a:buNone/>
              <a:defRPr/>
            </a:pPr>
            <a:r>
              <a:rPr lang="en-GB" altLang="zh-CN" sz="2200" kern="1200" dirty="0">
                <a:solidFill>
                  <a:srgbClr val="FFFFFF"/>
                </a:solidFill>
              </a:rPr>
              <a:t>void </a:t>
            </a:r>
            <a:r>
              <a:rPr lang="en-GB" altLang="zh-CN" sz="2200" kern="1200" dirty="0" err="1">
                <a:solidFill>
                  <a:srgbClr val="FFFFFF"/>
                </a:solidFill>
              </a:rPr>
              <a:t>func</a:t>
            </a:r>
            <a:r>
              <a:rPr lang="en-GB" altLang="zh-CN" sz="2200" kern="1200" dirty="0">
                <a:solidFill>
                  <a:srgbClr val="FFFFFF"/>
                </a:solidFill>
              </a:rPr>
              <a:t>(A *p)</a:t>
            </a:r>
            <a:endParaRPr lang="zh-CN" altLang="zh-CN" sz="2200" kern="1200" dirty="0">
              <a:solidFill>
                <a:srgbClr val="FFFFFF"/>
              </a:solidFill>
            </a:endParaRPr>
          </a:p>
          <a:p>
            <a:pPr marL="0" indent="0">
              <a:buFont typeface="Wingdings" panose="05000000000000000000" pitchFamily="2" charset="2"/>
              <a:buNone/>
              <a:defRPr/>
            </a:pPr>
            <a:r>
              <a:rPr lang="en-GB" altLang="zh-CN" sz="2200" kern="1200" dirty="0">
                <a:solidFill>
                  <a:srgbClr val="FFFFFF"/>
                </a:solidFill>
              </a:rPr>
              <a:t>{  ...... </a:t>
            </a:r>
            <a:r>
              <a:rPr lang="en-GB" altLang="zh-CN" sz="2200" kern="1200" dirty="0">
                <a:solidFill>
                  <a:srgbClr val="FFC000"/>
                </a:solidFill>
              </a:rPr>
              <a:t>p-&gt;f();</a:t>
            </a:r>
            <a:r>
              <a:rPr lang="en-GB" altLang="zh-CN" sz="2200" kern="1200" dirty="0">
                <a:solidFill>
                  <a:srgbClr val="FFFFFF"/>
                </a:solidFill>
              </a:rPr>
              <a:t> </a:t>
            </a:r>
            <a:r>
              <a:rPr lang="en-US" altLang="zh-CN" sz="2200" kern="1200" dirty="0">
                <a:solidFill>
                  <a:srgbClr val="FFFFFF"/>
                </a:solidFill>
              </a:rPr>
              <a:t>...... </a:t>
            </a:r>
            <a:r>
              <a:rPr lang="en-GB" altLang="zh-CN" sz="2200" kern="1200" dirty="0">
                <a:solidFill>
                  <a:srgbClr val="FFC000"/>
                </a:solidFill>
              </a:rPr>
              <a:t>p-&gt;g();</a:t>
            </a:r>
            <a:r>
              <a:rPr lang="en-GB" altLang="zh-CN" sz="2200" kern="1200" dirty="0">
                <a:solidFill>
                  <a:srgbClr val="FFFFFF"/>
                </a:solidFill>
              </a:rPr>
              <a:t> ...... //</a:t>
            </a:r>
            <a:r>
              <a:rPr lang="zh-CN" altLang="en-US" sz="2200" kern="1200" dirty="0">
                <a:solidFill>
                  <a:srgbClr val="FFFFFF"/>
                </a:solidFill>
              </a:rPr>
              <a:t>通过</a:t>
            </a:r>
            <a:r>
              <a:rPr lang="en-US" altLang="zh-CN" sz="2200" kern="1200" dirty="0">
                <a:solidFill>
                  <a:srgbClr val="FFFFFF"/>
                </a:solidFill>
              </a:rPr>
              <a:t>p-&gt;</a:t>
            </a:r>
            <a:r>
              <a:rPr lang="zh-CN" altLang="en-US" sz="2200" kern="1200" dirty="0">
                <a:solidFill>
                  <a:srgbClr val="FFFFFF"/>
                </a:solidFill>
              </a:rPr>
              <a:t>访问</a:t>
            </a:r>
            <a:r>
              <a:rPr lang="en-US" altLang="zh-CN" sz="2200" kern="1200" dirty="0">
                <a:solidFill>
                  <a:srgbClr val="FFFFFF"/>
                </a:solidFill>
              </a:rPr>
              <a:t>a</a:t>
            </a:r>
            <a:r>
              <a:rPr lang="zh-CN" altLang="en-US" sz="2200" kern="1200" dirty="0">
                <a:solidFill>
                  <a:srgbClr val="FFFFFF"/>
                </a:solidFill>
              </a:rPr>
              <a:t>的成员</a:t>
            </a:r>
            <a:endParaRPr lang="zh-CN" altLang="zh-CN" sz="2200" kern="1200" dirty="0">
              <a:solidFill>
                <a:srgbClr val="FFFFFF"/>
              </a:solidFill>
            </a:endParaRPr>
          </a:p>
          <a:p>
            <a:pPr marL="0" indent="0">
              <a:buFont typeface="Wingdings" panose="05000000000000000000" pitchFamily="2" charset="2"/>
              <a:buNone/>
              <a:defRPr/>
            </a:pPr>
            <a:r>
              <a:rPr lang="en-GB" altLang="zh-CN" sz="2200" kern="1200" dirty="0">
                <a:solidFill>
                  <a:srgbClr val="FFFFFF"/>
                </a:solidFill>
              </a:rPr>
              <a:t>}</a:t>
            </a:r>
            <a:endParaRPr lang="zh-CN" altLang="zh-CN" sz="2200" kern="1200" dirty="0">
              <a:solidFill>
                <a:srgbClr val="FFFFFF"/>
              </a:solidFill>
            </a:endParaRPr>
          </a:p>
          <a:p>
            <a:pPr marL="0" indent="0">
              <a:buFont typeface="Wingdings" panose="05000000000000000000" pitchFamily="2" charset="2"/>
              <a:buNone/>
              <a:defRPr/>
            </a:pPr>
            <a:r>
              <a:rPr lang="en-GB" altLang="zh-CN" sz="2200" kern="1200" dirty="0">
                <a:solidFill>
                  <a:srgbClr val="FFFFFF"/>
                </a:solidFill>
              </a:rPr>
              <a:t>......</a:t>
            </a:r>
            <a:endParaRPr lang="zh-CN" altLang="zh-CN" sz="2200" kern="1200" dirty="0">
              <a:solidFill>
                <a:srgbClr val="FFFFFF"/>
              </a:solidFill>
            </a:endParaRPr>
          </a:p>
          <a:p>
            <a:pPr marL="0" indent="0">
              <a:buFont typeface="Wingdings" panose="05000000000000000000" pitchFamily="2" charset="2"/>
              <a:buNone/>
              <a:defRPr/>
            </a:pPr>
            <a:r>
              <a:rPr lang="en-GB" altLang="zh-CN" sz="2200" kern="1200" dirty="0">
                <a:solidFill>
                  <a:srgbClr val="FFFFFF"/>
                </a:solidFill>
              </a:rPr>
              <a:t>A </a:t>
            </a:r>
            <a:r>
              <a:rPr lang="en-GB" altLang="zh-CN" sz="2200" kern="1200" dirty="0" err="1">
                <a:solidFill>
                  <a:srgbClr val="FFFFFF"/>
                </a:solidFill>
              </a:rPr>
              <a:t>a</a:t>
            </a:r>
            <a:r>
              <a:rPr lang="en-GB" altLang="zh-CN" sz="2200" kern="1200" dirty="0">
                <a:solidFill>
                  <a:srgbClr val="FFFFFF"/>
                </a:solidFill>
              </a:rPr>
              <a:t>;</a:t>
            </a:r>
            <a:endParaRPr lang="zh-CN" altLang="zh-CN" sz="2200" kern="1200" dirty="0">
              <a:solidFill>
                <a:srgbClr val="FFFFFF"/>
              </a:solidFill>
            </a:endParaRPr>
          </a:p>
          <a:p>
            <a:pPr marL="0" indent="0">
              <a:buFont typeface="Wingdings" panose="05000000000000000000" pitchFamily="2" charset="2"/>
              <a:buNone/>
              <a:defRPr/>
            </a:pPr>
            <a:r>
              <a:rPr lang="en-GB" altLang="zh-CN" sz="2200" kern="1200" dirty="0" err="1">
                <a:solidFill>
                  <a:srgbClr val="FFFFFF"/>
                </a:solidFill>
              </a:rPr>
              <a:t>func</a:t>
            </a:r>
            <a:r>
              <a:rPr lang="en-GB" altLang="zh-CN" sz="2200" kern="1200" dirty="0">
                <a:solidFill>
                  <a:srgbClr val="FFFFFF"/>
                </a:solidFill>
              </a:rPr>
              <a:t>(&amp;a); //</a:t>
            </a:r>
            <a:r>
              <a:rPr lang="zh-CN" altLang="en-US" sz="2200" kern="1200" dirty="0">
                <a:solidFill>
                  <a:srgbClr val="FFFFFF"/>
                </a:solidFill>
              </a:rPr>
              <a:t>调用</a:t>
            </a:r>
            <a:r>
              <a:rPr lang="en-US" altLang="zh-CN" sz="2200" kern="1200" dirty="0" err="1">
                <a:solidFill>
                  <a:srgbClr val="FFFFFF"/>
                </a:solidFill>
              </a:rPr>
              <a:t>func</a:t>
            </a:r>
            <a:r>
              <a:rPr lang="zh-CN" altLang="en-US" sz="2200" kern="1200" dirty="0">
                <a:solidFill>
                  <a:srgbClr val="FFFFFF"/>
                </a:solidFill>
              </a:rPr>
              <a:t>，</a:t>
            </a:r>
            <a:r>
              <a:rPr lang="en-US" altLang="zh-CN" sz="2200" kern="1200" dirty="0">
                <a:solidFill>
                  <a:srgbClr val="FFFFFF"/>
                </a:solidFill>
              </a:rPr>
              <a:t>a</a:t>
            </a:r>
            <a:r>
              <a:rPr lang="zh-CN" altLang="en-US" sz="2200" kern="1200" dirty="0">
                <a:solidFill>
                  <a:srgbClr val="FFFFFF"/>
                </a:solidFill>
              </a:rPr>
              <a:t>传给它</a:t>
            </a:r>
            <a:endParaRPr lang="zh-CN" altLang="zh-CN" sz="2200" kern="1200" dirty="0">
              <a:solidFill>
                <a:srgbClr val="FFFFFF"/>
              </a:solidFill>
            </a:endParaRPr>
          </a:p>
          <a:p>
            <a:pPr marL="0" indent="0">
              <a:buFont typeface="Wingdings" panose="05000000000000000000" pitchFamily="2" charset="2"/>
              <a:buNone/>
              <a:defRPr/>
            </a:pPr>
            <a:r>
              <a:rPr lang="en-GB" altLang="zh-CN" sz="2200" kern="1200" dirty="0">
                <a:solidFill>
                  <a:srgbClr val="FFFFFF"/>
                </a:solidFill>
              </a:rPr>
              <a:t>...... //</a:t>
            </a:r>
            <a:r>
              <a:rPr lang="zh-CN" altLang="zh-CN" sz="2200" kern="1200" dirty="0">
                <a:solidFill>
                  <a:srgbClr val="FFFFFF"/>
                </a:solidFill>
              </a:rPr>
              <a:t>调用完</a:t>
            </a:r>
            <a:r>
              <a:rPr lang="en-GB" altLang="zh-CN" sz="2200" kern="1200" dirty="0" err="1">
                <a:solidFill>
                  <a:srgbClr val="FFFFFF"/>
                </a:solidFill>
              </a:rPr>
              <a:t>func</a:t>
            </a:r>
            <a:r>
              <a:rPr lang="zh-CN" altLang="zh-CN" sz="2200" kern="1200" dirty="0">
                <a:solidFill>
                  <a:srgbClr val="FFFFFF"/>
                </a:solidFill>
              </a:rPr>
              <a:t>后，如何知道在</a:t>
            </a:r>
            <a:r>
              <a:rPr lang="en-GB" altLang="zh-CN" sz="2200" kern="1200" dirty="0" err="1">
                <a:solidFill>
                  <a:srgbClr val="FFFFFF"/>
                </a:solidFill>
              </a:rPr>
              <a:t>func</a:t>
            </a:r>
            <a:r>
              <a:rPr lang="zh-CN" altLang="zh-CN" sz="2200" kern="1200" dirty="0">
                <a:solidFill>
                  <a:srgbClr val="FFFFFF"/>
                </a:solidFill>
              </a:rPr>
              <a:t>中访问了</a:t>
            </a:r>
            <a:r>
              <a:rPr lang="en-GB" altLang="zh-CN" sz="2200" kern="1200" dirty="0">
                <a:solidFill>
                  <a:srgbClr val="FFFFFF"/>
                </a:solidFill>
              </a:rPr>
              <a:t>a</a:t>
            </a:r>
            <a:r>
              <a:rPr lang="zh-CN" altLang="zh-CN" sz="2200" kern="1200" dirty="0">
                <a:solidFill>
                  <a:srgbClr val="FFFFFF"/>
                </a:solidFill>
              </a:rPr>
              <a:t>多少次？</a:t>
            </a:r>
            <a:endParaRPr lang="zh-CN" altLang="en-US" sz="2200" dirty="0"/>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17CE79E-34CF-D540-D522-F40CDD0F3E9D}"/>
              </a:ext>
            </a:extLst>
          </p:cNvPr>
          <p:cNvSpPr>
            <a:spLocks noGrp="1"/>
          </p:cNvSpPr>
          <p:nvPr>
            <p:ph idx="1"/>
          </p:nvPr>
        </p:nvSpPr>
        <p:spPr>
          <a:xfrm>
            <a:off x="107950" y="188913"/>
            <a:ext cx="8939213" cy="6491287"/>
          </a:xfrm>
        </p:spPr>
        <p:txBody>
          <a:bodyPr>
            <a:normAutofit fontScale="70000" lnSpcReduction="20000"/>
          </a:bodyPr>
          <a:lstStyle/>
          <a:p>
            <a:pPr>
              <a:defRPr/>
            </a:pPr>
            <a:r>
              <a:rPr lang="zh-CN" altLang="en-US" sz="3400" dirty="0"/>
              <a:t>一种解决方案：在类</a:t>
            </a:r>
            <a:r>
              <a:rPr lang="en-US" altLang="zh-CN" sz="3400" dirty="0"/>
              <a:t>A</a:t>
            </a:r>
            <a:r>
              <a:rPr lang="zh-CN" altLang="en-US" sz="3400" dirty="0"/>
              <a:t>中加一个计数器</a:t>
            </a:r>
            <a:r>
              <a:rPr lang="en-US" altLang="zh-CN" sz="3400" dirty="0"/>
              <a:t>count</a:t>
            </a:r>
            <a:r>
              <a:rPr lang="zh-CN" altLang="en-US" sz="3400" dirty="0"/>
              <a:t>，</a:t>
            </a:r>
            <a:endParaRPr lang="en-US" altLang="zh-CN" sz="3400" dirty="0"/>
          </a:p>
          <a:p>
            <a:pPr lvl="1">
              <a:defRPr/>
            </a:pPr>
            <a:r>
              <a:rPr lang="zh-CN" altLang="en-US" sz="2900" dirty="0"/>
              <a:t>在构造函数中把它初始化为</a:t>
            </a:r>
            <a:r>
              <a:rPr lang="en-US" altLang="zh-CN" sz="2900" dirty="0"/>
              <a:t>0</a:t>
            </a:r>
          </a:p>
          <a:p>
            <a:pPr lvl="1">
              <a:defRPr/>
            </a:pPr>
            <a:r>
              <a:rPr lang="zh-CN" altLang="en-US" sz="2900" dirty="0"/>
              <a:t>在每个成员函数中把它加</a:t>
            </a:r>
            <a:r>
              <a:rPr lang="en-US" altLang="zh-CN" sz="2900" dirty="0"/>
              <a:t>1</a:t>
            </a:r>
          </a:p>
          <a:p>
            <a:pPr marL="400050" lvl="1" indent="0">
              <a:buFont typeface="Wingdings" pitchFamily="2" charset="2"/>
              <a:buNone/>
              <a:defRPr/>
            </a:pPr>
            <a:r>
              <a:rPr lang="en-US" altLang="zh-CN" dirty="0"/>
              <a:t>class A</a:t>
            </a:r>
          </a:p>
          <a:p>
            <a:pPr marL="400050" lvl="1" indent="0">
              <a:buFont typeface="Wingdings" pitchFamily="2" charset="2"/>
              <a:buNone/>
              <a:defRPr/>
            </a:pPr>
            <a:r>
              <a:rPr lang="en-US" altLang="zh-CN" dirty="0"/>
              <a:t>{	</a:t>
            </a:r>
            <a:r>
              <a:rPr lang="en-US" altLang="zh-CN" dirty="0" err="1"/>
              <a:t>int</a:t>
            </a:r>
            <a:r>
              <a:rPr lang="en-US" altLang="zh-CN" dirty="0"/>
              <a:t> </a:t>
            </a:r>
            <a:r>
              <a:rPr lang="en-US" altLang="zh-CN" dirty="0" err="1"/>
              <a:t>x,y</a:t>
            </a:r>
            <a:r>
              <a:rPr lang="en-US" altLang="zh-CN" dirty="0"/>
              <a:t>;</a:t>
            </a:r>
          </a:p>
          <a:p>
            <a:pPr marL="400050" lvl="1" indent="0">
              <a:buFont typeface="Wingdings" pitchFamily="2" charset="2"/>
              <a:buNone/>
              <a:defRPr/>
            </a:pPr>
            <a:r>
              <a:rPr lang="en-US" altLang="zh-CN" dirty="0"/>
              <a:t>	</a:t>
            </a:r>
            <a:r>
              <a:rPr lang="en-US" altLang="zh-CN" dirty="0" err="1"/>
              <a:t>int</a:t>
            </a:r>
            <a:r>
              <a:rPr lang="en-US" altLang="zh-CN" dirty="0"/>
              <a:t> </a:t>
            </a:r>
            <a:r>
              <a:rPr lang="en-US" altLang="zh-CN" dirty="0">
                <a:solidFill>
                  <a:srgbClr val="FFC000"/>
                </a:solidFill>
              </a:rPr>
              <a:t>count</a:t>
            </a:r>
            <a:r>
              <a:rPr lang="en-US" altLang="zh-CN" dirty="0"/>
              <a:t>;</a:t>
            </a:r>
          </a:p>
          <a:p>
            <a:pPr marL="400050" lvl="1" indent="0">
              <a:buFont typeface="Wingdings" pitchFamily="2" charset="2"/>
              <a:buNone/>
              <a:defRPr/>
            </a:pPr>
            <a:r>
              <a:rPr lang="en-US" altLang="zh-CN" dirty="0"/>
              <a:t>public:</a:t>
            </a:r>
          </a:p>
          <a:p>
            <a:pPr marL="400050" lvl="1" indent="0">
              <a:buFont typeface="Wingdings" pitchFamily="2" charset="2"/>
              <a:buNone/>
              <a:defRPr/>
            </a:pPr>
            <a:r>
              <a:rPr lang="en-US" altLang="zh-CN" dirty="0"/>
              <a:t>	A() { </a:t>
            </a:r>
            <a:r>
              <a:rPr lang="en-US" altLang="zh-CN" dirty="0">
                <a:solidFill>
                  <a:srgbClr val="FFC000"/>
                </a:solidFill>
              </a:rPr>
              <a:t>count = 0</a:t>
            </a:r>
            <a:r>
              <a:rPr lang="en-US" altLang="zh-CN" dirty="0"/>
              <a:t>; ... }</a:t>
            </a:r>
          </a:p>
          <a:p>
            <a:pPr marL="400050" lvl="1" indent="0">
              <a:buFont typeface="Wingdings" pitchFamily="2" charset="2"/>
              <a:buNone/>
              <a:defRPr/>
            </a:pPr>
            <a:r>
              <a:rPr lang="en-US" altLang="zh-CN" dirty="0"/>
              <a:t>	void f() { </a:t>
            </a:r>
            <a:r>
              <a:rPr lang="en-US" altLang="zh-CN" dirty="0">
                <a:solidFill>
                  <a:srgbClr val="FFC000"/>
                </a:solidFill>
              </a:rPr>
              <a:t>count++;</a:t>
            </a:r>
            <a:r>
              <a:rPr lang="en-US" altLang="zh-CN" dirty="0"/>
              <a:t> ... }</a:t>
            </a:r>
          </a:p>
          <a:p>
            <a:pPr marL="400050" lvl="1" indent="0">
              <a:buFont typeface="Wingdings" pitchFamily="2" charset="2"/>
              <a:buNone/>
              <a:defRPr/>
            </a:pPr>
            <a:r>
              <a:rPr lang="en-US" altLang="zh-CN" dirty="0"/>
              <a:t>	void g() { </a:t>
            </a:r>
            <a:r>
              <a:rPr lang="en-US" altLang="zh-CN" dirty="0">
                <a:solidFill>
                  <a:srgbClr val="FFC000"/>
                </a:solidFill>
              </a:rPr>
              <a:t>count++;</a:t>
            </a:r>
            <a:r>
              <a:rPr lang="en-US" altLang="zh-CN" dirty="0"/>
              <a:t> ... }</a:t>
            </a:r>
          </a:p>
          <a:p>
            <a:pPr marL="400050" lvl="1" indent="0">
              <a:buFont typeface="Wingdings" pitchFamily="2" charset="2"/>
              <a:buNone/>
              <a:defRPr/>
            </a:pPr>
            <a:r>
              <a:rPr lang="en-US" altLang="zh-CN" dirty="0"/>
              <a:t>	</a:t>
            </a:r>
            <a:r>
              <a:rPr lang="en-US" altLang="zh-CN" dirty="0" err="1"/>
              <a:t>int</a:t>
            </a:r>
            <a:r>
              <a:rPr lang="en-US" altLang="zh-CN" dirty="0"/>
              <a:t> </a:t>
            </a:r>
            <a:r>
              <a:rPr lang="en-US" altLang="zh-CN" dirty="0" err="1"/>
              <a:t>num_of_access</a:t>
            </a:r>
            <a:r>
              <a:rPr lang="en-US" altLang="zh-CN" dirty="0"/>
              <a:t>() </a:t>
            </a:r>
            <a:r>
              <a:rPr lang="en-US" altLang="zh-CN" dirty="0" err="1"/>
              <a:t>const</a:t>
            </a:r>
            <a:r>
              <a:rPr lang="en-US" altLang="zh-CN" dirty="0"/>
              <a:t> { return </a:t>
            </a:r>
            <a:r>
              <a:rPr lang="en-US" altLang="zh-CN" dirty="0">
                <a:solidFill>
                  <a:srgbClr val="FFC000"/>
                </a:solidFill>
              </a:rPr>
              <a:t>count</a:t>
            </a:r>
            <a:r>
              <a:rPr lang="en-US" altLang="zh-CN" dirty="0"/>
              <a:t>; }</a:t>
            </a:r>
          </a:p>
          <a:p>
            <a:pPr marL="400050" lvl="1" indent="0">
              <a:buFont typeface="Wingdings" pitchFamily="2" charset="2"/>
              <a:buNone/>
              <a:defRPr/>
            </a:pPr>
            <a:r>
              <a:rPr lang="en-US" altLang="zh-CN" dirty="0"/>
              <a:t>};</a:t>
            </a:r>
          </a:p>
          <a:p>
            <a:pPr marL="400050" lvl="1" indent="0">
              <a:buFont typeface="Wingdings" pitchFamily="2" charset="2"/>
              <a:buNone/>
              <a:defRPr/>
            </a:pPr>
            <a:r>
              <a:rPr lang="en-GB" altLang="zh-CN" kern="1200" dirty="0">
                <a:solidFill>
                  <a:srgbClr val="FFFFFF"/>
                </a:solidFill>
              </a:rPr>
              <a:t>void </a:t>
            </a:r>
            <a:r>
              <a:rPr lang="en-GB" altLang="zh-CN" kern="1200" dirty="0" err="1">
                <a:solidFill>
                  <a:srgbClr val="FFFFFF"/>
                </a:solidFill>
              </a:rPr>
              <a:t>func</a:t>
            </a:r>
            <a:r>
              <a:rPr lang="en-GB" altLang="zh-CN" kern="1200" dirty="0">
                <a:solidFill>
                  <a:srgbClr val="FFFFFF"/>
                </a:solidFill>
              </a:rPr>
              <a:t>(A *p)</a:t>
            </a:r>
            <a:r>
              <a:rPr lang="en-US" altLang="zh-CN" kern="1200" dirty="0">
                <a:solidFill>
                  <a:srgbClr val="FFFFFF"/>
                </a:solidFill>
              </a:rPr>
              <a:t> </a:t>
            </a:r>
            <a:r>
              <a:rPr lang="en-GB" altLang="zh-CN" kern="1200" dirty="0">
                <a:solidFill>
                  <a:srgbClr val="FFFFFF"/>
                </a:solidFill>
              </a:rPr>
              <a:t>{  ...... p-&gt;f(); </a:t>
            </a:r>
            <a:r>
              <a:rPr lang="en-US" altLang="zh-CN" kern="1200" dirty="0">
                <a:solidFill>
                  <a:srgbClr val="FFFFFF"/>
                </a:solidFill>
              </a:rPr>
              <a:t>...... </a:t>
            </a:r>
            <a:r>
              <a:rPr lang="en-GB" altLang="zh-CN" kern="1200" dirty="0">
                <a:solidFill>
                  <a:srgbClr val="FFFFFF"/>
                </a:solidFill>
              </a:rPr>
              <a:t>p-&gt;g(); ...... }</a:t>
            </a:r>
            <a:endParaRPr lang="en-US" altLang="zh-CN" dirty="0"/>
          </a:p>
          <a:p>
            <a:pPr marL="400050" lvl="1" indent="0">
              <a:buFont typeface="Wingdings" pitchFamily="2" charset="2"/>
              <a:buNone/>
              <a:defRPr/>
            </a:pPr>
            <a:r>
              <a:rPr lang="en-US" altLang="zh-CN" dirty="0"/>
              <a:t>......</a:t>
            </a:r>
          </a:p>
          <a:p>
            <a:pPr marL="400050" lvl="1" indent="0">
              <a:buFont typeface="Wingdings" pitchFamily="2" charset="2"/>
              <a:buNone/>
              <a:defRPr/>
            </a:pPr>
            <a:r>
              <a:rPr lang="en-US" altLang="zh-CN" dirty="0"/>
              <a:t>A </a:t>
            </a:r>
            <a:r>
              <a:rPr lang="en-US" altLang="zh-CN" dirty="0" err="1"/>
              <a:t>a</a:t>
            </a:r>
            <a:r>
              <a:rPr lang="en-US" altLang="zh-CN" dirty="0"/>
              <a:t>;</a:t>
            </a:r>
          </a:p>
          <a:p>
            <a:pPr marL="400050" lvl="1" indent="0">
              <a:buFont typeface="Wingdings" pitchFamily="2" charset="2"/>
              <a:buNone/>
              <a:defRPr/>
            </a:pPr>
            <a:r>
              <a:rPr lang="en-US" altLang="zh-CN" dirty="0" err="1"/>
              <a:t>func</a:t>
            </a:r>
            <a:r>
              <a:rPr lang="en-US" altLang="zh-CN" dirty="0"/>
              <a:t>(&amp;a);</a:t>
            </a:r>
          </a:p>
          <a:p>
            <a:pPr marL="400050" lvl="1" indent="0">
              <a:buFont typeface="Wingdings" pitchFamily="2" charset="2"/>
              <a:buNone/>
              <a:defRPr/>
            </a:pPr>
            <a:r>
              <a:rPr lang="en-US" altLang="zh-CN" dirty="0"/>
              <a:t>... </a:t>
            </a:r>
            <a:r>
              <a:rPr lang="en-US" altLang="zh-CN" dirty="0" err="1"/>
              <a:t>a.num_of_access</a:t>
            </a:r>
            <a:r>
              <a:rPr lang="en-US" altLang="zh-CN" dirty="0"/>
              <a:t>() ... //</a:t>
            </a:r>
            <a:r>
              <a:rPr lang="zh-CN" altLang="en-US" dirty="0"/>
              <a:t>获得对</a:t>
            </a:r>
            <a:r>
              <a:rPr lang="en-US" altLang="zh-CN" dirty="0"/>
              <a:t>a</a:t>
            </a:r>
            <a:r>
              <a:rPr lang="zh-CN" altLang="en-US" dirty="0"/>
              <a:t>的访问次数</a:t>
            </a:r>
          </a:p>
          <a:p>
            <a:pPr>
              <a:defRPr/>
            </a:pPr>
            <a:r>
              <a:rPr lang="zh-CN" altLang="en-US" sz="3400" dirty="0">
                <a:solidFill>
                  <a:srgbClr val="FFC000"/>
                </a:solidFill>
              </a:rPr>
              <a:t>问题：</a:t>
            </a:r>
            <a:endParaRPr lang="en-US" altLang="zh-CN" sz="3400" dirty="0">
              <a:solidFill>
                <a:srgbClr val="FFC000"/>
              </a:solidFill>
            </a:endParaRPr>
          </a:p>
          <a:p>
            <a:pPr lvl="1">
              <a:defRPr/>
            </a:pPr>
            <a:r>
              <a:rPr lang="zh-CN" altLang="en-US" dirty="0"/>
              <a:t>要修改类</a:t>
            </a:r>
            <a:r>
              <a:rPr lang="en-US" altLang="zh-CN" dirty="0"/>
              <a:t>A</a:t>
            </a:r>
          </a:p>
          <a:p>
            <a:pPr lvl="1">
              <a:defRPr/>
            </a:pPr>
            <a:r>
              <a:rPr lang="zh-CN" altLang="en-US" dirty="0"/>
              <a:t>如果类</a:t>
            </a:r>
            <a:r>
              <a:rPr lang="en-US" altLang="zh-CN" dirty="0"/>
              <a:t>A</a:t>
            </a:r>
            <a:r>
              <a:rPr lang="zh-CN" altLang="en-US" dirty="0"/>
              <a:t>中有外界可访问的</a:t>
            </a:r>
            <a:r>
              <a:rPr lang="zh-CN" altLang="en-US" dirty="0">
                <a:solidFill>
                  <a:srgbClr val="FFC000"/>
                </a:solidFill>
              </a:rPr>
              <a:t>数据成员</a:t>
            </a:r>
            <a:r>
              <a:rPr lang="zh-CN" altLang="en-US" dirty="0"/>
              <a:t>（如</a:t>
            </a:r>
            <a:r>
              <a:rPr lang="en-US" altLang="zh-CN" dirty="0"/>
              <a:t>z</a:t>
            </a:r>
            <a:r>
              <a:rPr lang="zh-CN" altLang="en-US" dirty="0"/>
              <a:t>），无法对其访问进行计数！</a:t>
            </a:r>
          </a:p>
        </p:txBody>
      </p:sp>
      <p:sp>
        <p:nvSpPr>
          <p:cNvPr id="2" name="TextBox 1">
            <a:extLst>
              <a:ext uri="{FF2B5EF4-FFF2-40B4-BE49-F238E27FC236}">
                <a16:creationId xmlns:a16="http://schemas.microsoft.com/office/drawing/2014/main" id="{7BD313C6-753D-6605-3007-AD2E1D186568}"/>
              </a:ext>
            </a:extLst>
          </p:cNvPr>
          <p:cNvSpPr txBox="1"/>
          <p:nvPr/>
        </p:nvSpPr>
        <p:spPr>
          <a:xfrm>
            <a:off x="7092950" y="3821113"/>
            <a:ext cx="1193800" cy="400050"/>
          </a:xfrm>
          <a:prstGeom prst="rect">
            <a:avLst/>
          </a:prstGeom>
          <a:solidFill>
            <a:schemeClr val="bg2">
              <a:lumMod val="60000"/>
              <a:lumOff val="40000"/>
            </a:schemeClr>
          </a:solidFill>
        </p:spPr>
        <p:txBody>
          <a:bodyPr wrap="none">
            <a:spAutoFit/>
          </a:bodyPr>
          <a:lstStyle/>
          <a:p>
            <a:pPr eaLnBrk="1" hangingPunct="1">
              <a:defRPr/>
            </a:pPr>
            <a:r>
              <a:rPr lang="en-US" altLang="zh-CN" sz="2000" dirty="0">
                <a:solidFill>
                  <a:srgbClr val="FFC000"/>
                </a:solidFill>
                <a:ea typeface="宋体" charset="-122"/>
              </a:rPr>
              <a:t>p-&gt;z; </a:t>
            </a:r>
            <a:r>
              <a:rPr lang="en-US" altLang="zh-CN" sz="2000" dirty="0">
                <a:ea typeface="宋体" charset="-122"/>
              </a:rPr>
              <a:t>}</a:t>
            </a:r>
            <a:endParaRPr lang="zh-CN" altLang="en-US" sz="2000" dirty="0">
              <a:ea typeface="宋体" charset="-122"/>
            </a:endParaRPr>
          </a:p>
        </p:txBody>
      </p:sp>
      <p:sp>
        <p:nvSpPr>
          <p:cNvPr id="4" name="TextBox 3">
            <a:extLst>
              <a:ext uri="{FF2B5EF4-FFF2-40B4-BE49-F238E27FC236}">
                <a16:creationId xmlns:a16="http://schemas.microsoft.com/office/drawing/2014/main" id="{63B073EA-A086-5134-6D06-8FA7AA26B7B0}"/>
              </a:ext>
            </a:extLst>
          </p:cNvPr>
          <p:cNvSpPr txBox="1"/>
          <p:nvPr/>
        </p:nvSpPr>
        <p:spPr>
          <a:xfrm>
            <a:off x="1692275" y="2020888"/>
            <a:ext cx="860425" cy="400050"/>
          </a:xfrm>
          <a:prstGeom prst="rect">
            <a:avLst/>
          </a:prstGeom>
          <a:solidFill>
            <a:schemeClr val="bg2">
              <a:lumMod val="60000"/>
              <a:lumOff val="40000"/>
            </a:schemeClr>
          </a:solidFill>
        </p:spPr>
        <p:txBody>
          <a:bodyPr wrap="none">
            <a:spAutoFit/>
          </a:bodyPr>
          <a:lstStyle/>
          <a:p>
            <a:pPr eaLnBrk="1" hangingPunct="1">
              <a:defRPr/>
            </a:pPr>
            <a:r>
              <a:rPr lang="en-US" altLang="zh-CN" sz="2000" dirty="0" err="1">
                <a:solidFill>
                  <a:srgbClr val="FFC000"/>
                </a:solidFill>
                <a:ea typeface="宋体" charset="-122"/>
              </a:rPr>
              <a:t>int</a:t>
            </a:r>
            <a:r>
              <a:rPr lang="en-US" altLang="zh-CN" sz="2000" dirty="0">
                <a:solidFill>
                  <a:srgbClr val="FFC000"/>
                </a:solidFill>
                <a:ea typeface="宋体" charset="-122"/>
              </a:rPr>
              <a:t> z;</a:t>
            </a:r>
            <a:endParaRPr lang="zh-CN" altLang="en-US" sz="2000" dirty="0">
              <a:solidFill>
                <a:srgbClr val="FFC000"/>
              </a:solidFill>
              <a:ea typeface="宋体"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7" end="17"/>
                                            </p:txEl>
                                          </p:spTgt>
                                        </p:tgtEl>
                                        <p:attrNameLst>
                                          <p:attrName>style.visibility</p:attrName>
                                        </p:attrNameLst>
                                      </p:cBhvr>
                                      <p:to>
                                        <p:strVal val="visible"/>
                                      </p:to>
                                    </p:set>
                                    <p:anim calcmode="lin" valueType="num">
                                      <p:cBhvr additive="base">
                                        <p:cTn id="7"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8" end="18"/>
                                            </p:txEl>
                                          </p:spTgt>
                                        </p:tgtEl>
                                        <p:attrNameLst>
                                          <p:attrName>style.visibility</p:attrName>
                                        </p:attrNameLst>
                                      </p:cBhvr>
                                      <p:to>
                                        <p:strVal val="visible"/>
                                      </p:to>
                                    </p:set>
                                    <p:anim calcmode="lin" valueType="num">
                                      <p:cBhvr additive="base">
                                        <p:cTn id="11"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8" end="18"/>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19" end="19"/>
                                            </p:txEl>
                                          </p:spTgt>
                                        </p:tgtEl>
                                        <p:attrNameLst>
                                          <p:attrName>style.visibility</p:attrName>
                                        </p:attrNameLst>
                                      </p:cBhvr>
                                      <p:to>
                                        <p:strVal val="visible"/>
                                      </p:to>
                                    </p:set>
                                    <p:anim calcmode="lin" valueType="num">
                                      <p:cBhvr additive="base">
                                        <p:cTn id="17"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9" end="19"/>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0691" name="Rectangle 3">
            <a:extLst>
              <a:ext uri="{FF2B5EF4-FFF2-40B4-BE49-F238E27FC236}">
                <a16:creationId xmlns:a16="http://schemas.microsoft.com/office/drawing/2014/main" id="{2C46EDC9-E7B6-1F01-05BF-F75833EBC69D}"/>
              </a:ext>
            </a:extLst>
          </p:cNvPr>
          <p:cNvSpPr>
            <a:spLocks noGrp="1" noChangeArrowheads="1"/>
          </p:cNvSpPr>
          <p:nvPr>
            <p:ph type="body" idx="1"/>
          </p:nvPr>
        </p:nvSpPr>
        <p:spPr>
          <a:xfrm>
            <a:off x="34925" y="317500"/>
            <a:ext cx="8518525" cy="6351588"/>
          </a:xfrm>
        </p:spPr>
        <p:txBody>
          <a:bodyPr>
            <a:normAutofit/>
          </a:bodyPr>
          <a:lstStyle/>
          <a:p>
            <a:pPr defTabSz="527050" eaLnBrk="1" hangingPunct="1">
              <a:lnSpc>
                <a:spcPct val="80000"/>
              </a:lnSpc>
              <a:defRPr/>
            </a:pPr>
            <a:r>
              <a:rPr lang="zh-CN" altLang="en-US" sz="2400" dirty="0"/>
              <a:t>更好的解决方案：另外定义一个指针类</a:t>
            </a:r>
            <a:endParaRPr lang="en-GB" altLang="zh-CN" sz="2400" dirty="0"/>
          </a:p>
          <a:p>
            <a:pPr defTabSz="527050" eaLnBrk="1" hangingPunct="1">
              <a:lnSpc>
                <a:spcPct val="80000"/>
              </a:lnSpc>
              <a:buFont typeface="Wingdings" panose="05000000000000000000" pitchFamily="2" charset="2"/>
              <a:buNone/>
              <a:defRPr/>
            </a:pPr>
            <a:r>
              <a:rPr lang="en-GB" altLang="zh-CN" sz="2000" dirty="0"/>
              <a:t>class </a:t>
            </a:r>
            <a:r>
              <a:rPr lang="en-GB" altLang="zh-CN" sz="2000" dirty="0" err="1">
                <a:solidFill>
                  <a:srgbClr val="FFC000"/>
                </a:solidFill>
              </a:rPr>
              <a:t>PtrA</a:t>
            </a:r>
            <a:r>
              <a:rPr lang="en-GB" altLang="zh-CN" sz="2000" dirty="0"/>
              <a:t>  //</a:t>
            </a:r>
            <a:r>
              <a:rPr lang="zh-CN" altLang="en-GB" sz="2000" dirty="0">
                <a:solidFill>
                  <a:srgbClr val="FFC000"/>
                </a:solidFill>
              </a:rPr>
              <a:t>指针类</a:t>
            </a:r>
          </a:p>
          <a:p>
            <a:pPr defTabSz="527050" eaLnBrk="1" hangingPunct="1">
              <a:lnSpc>
                <a:spcPct val="80000"/>
              </a:lnSpc>
              <a:buFont typeface="Wingdings" panose="05000000000000000000" pitchFamily="2" charset="2"/>
              <a:buNone/>
              <a:defRPr/>
            </a:pPr>
            <a:r>
              <a:rPr lang="en-GB" altLang="zh-CN" sz="2000" dirty="0"/>
              <a:t>{		A *</a:t>
            </a:r>
            <a:r>
              <a:rPr lang="en-GB" altLang="zh-CN" sz="2000" dirty="0" err="1"/>
              <a:t>p_a</a:t>
            </a:r>
            <a:r>
              <a:rPr lang="en-GB" altLang="zh-CN" sz="2000" dirty="0"/>
              <a:t>; //</a:t>
            </a:r>
            <a:r>
              <a:rPr lang="zh-CN" altLang="en-US" sz="2000" dirty="0"/>
              <a:t>指向</a:t>
            </a:r>
            <a:r>
              <a:rPr lang="en-US" altLang="zh-CN" sz="2000" dirty="0"/>
              <a:t>A</a:t>
            </a:r>
            <a:r>
              <a:rPr lang="zh-CN" altLang="en-US" sz="2000" dirty="0"/>
              <a:t>类对象的普通指针</a:t>
            </a:r>
            <a:endParaRPr lang="en-GB" altLang="zh-CN" sz="2000" dirty="0"/>
          </a:p>
          <a:p>
            <a:pPr defTabSz="527050" eaLnBrk="1" hangingPunct="1">
              <a:lnSpc>
                <a:spcPct val="80000"/>
              </a:lnSpc>
              <a:buFont typeface="Wingdings" panose="05000000000000000000" pitchFamily="2" charset="2"/>
              <a:buNone/>
              <a:defRPr/>
            </a:pPr>
            <a:r>
              <a:rPr lang="en-GB" altLang="zh-CN" sz="2000" dirty="0"/>
              <a:t>		</a:t>
            </a:r>
            <a:r>
              <a:rPr lang="en-GB" altLang="zh-CN" sz="2000" dirty="0" err="1"/>
              <a:t>int</a:t>
            </a:r>
            <a:r>
              <a:rPr lang="en-GB" altLang="zh-CN" sz="2000" dirty="0"/>
              <a:t> </a:t>
            </a:r>
            <a:r>
              <a:rPr lang="en-GB" altLang="zh-CN" sz="2000" dirty="0">
                <a:solidFill>
                  <a:srgbClr val="FFC000"/>
                </a:solidFill>
              </a:rPr>
              <a:t>count</a:t>
            </a:r>
            <a:r>
              <a:rPr lang="en-GB" altLang="zh-CN" sz="2000" dirty="0"/>
              <a:t>; //</a:t>
            </a:r>
            <a:r>
              <a:rPr lang="zh-CN" altLang="en-US" sz="2000" dirty="0"/>
              <a:t>用于对</a:t>
            </a:r>
            <a:r>
              <a:rPr lang="en-US" altLang="zh-CN" sz="2000" dirty="0" err="1"/>
              <a:t>p_a</a:t>
            </a:r>
            <a:r>
              <a:rPr lang="zh-CN" altLang="en-US" sz="2000" dirty="0"/>
              <a:t>指向的对象进行访问计数</a:t>
            </a:r>
            <a:endParaRPr lang="en-GB" altLang="zh-CN" sz="2000" dirty="0"/>
          </a:p>
          <a:p>
            <a:pPr defTabSz="527050" eaLnBrk="1" hangingPunct="1">
              <a:lnSpc>
                <a:spcPct val="80000"/>
              </a:lnSpc>
              <a:buFont typeface="Wingdings" panose="05000000000000000000" pitchFamily="2" charset="2"/>
              <a:buNone/>
              <a:defRPr/>
            </a:pPr>
            <a:r>
              <a:rPr lang="en-GB" altLang="zh-CN" sz="2000" dirty="0"/>
              <a:t>	public:</a:t>
            </a:r>
          </a:p>
          <a:p>
            <a:pPr defTabSz="527050" eaLnBrk="1" hangingPunct="1">
              <a:lnSpc>
                <a:spcPct val="80000"/>
              </a:lnSpc>
              <a:buFont typeface="Wingdings" panose="05000000000000000000" pitchFamily="2" charset="2"/>
              <a:buNone/>
              <a:defRPr/>
            </a:pPr>
            <a:r>
              <a:rPr lang="en-GB" altLang="zh-CN" sz="2000" dirty="0"/>
              <a:t>		</a:t>
            </a:r>
            <a:r>
              <a:rPr lang="en-GB" altLang="zh-CN" sz="2000" dirty="0" err="1"/>
              <a:t>PtrA</a:t>
            </a:r>
            <a:r>
              <a:rPr lang="en-GB" altLang="zh-CN" sz="2000" dirty="0"/>
              <a:t>(A *p) </a:t>
            </a:r>
          </a:p>
          <a:p>
            <a:pPr defTabSz="527050" eaLnBrk="1" hangingPunct="1">
              <a:lnSpc>
                <a:spcPct val="80000"/>
              </a:lnSpc>
              <a:buFont typeface="Wingdings" panose="05000000000000000000" pitchFamily="2" charset="2"/>
              <a:buNone/>
              <a:defRPr/>
            </a:pPr>
            <a:r>
              <a:rPr lang="en-GB" altLang="zh-CN" sz="2000" dirty="0"/>
              <a:t>		{	</a:t>
            </a:r>
            <a:r>
              <a:rPr lang="en-GB" altLang="zh-CN" sz="2000" dirty="0" err="1"/>
              <a:t>p_a</a:t>
            </a:r>
            <a:r>
              <a:rPr lang="en-GB" altLang="zh-CN" sz="2000" dirty="0"/>
              <a:t> = p; </a:t>
            </a:r>
            <a:r>
              <a:rPr lang="en-GB" altLang="zh-CN" sz="2000" dirty="0">
                <a:solidFill>
                  <a:srgbClr val="FFC000"/>
                </a:solidFill>
              </a:rPr>
              <a:t>count = 0;</a:t>
            </a:r>
            <a:r>
              <a:rPr lang="en-GB" altLang="zh-CN" sz="2000" dirty="0"/>
              <a:t> </a:t>
            </a:r>
          </a:p>
          <a:p>
            <a:pPr defTabSz="527050" eaLnBrk="1" hangingPunct="1">
              <a:lnSpc>
                <a:spcPct val="80000"/>
              </a:lnSpc>
              <a:buFont typeface="Wingdings" panose="05000000000000000000" pitchFamily="2" charset="2"/>
              <a:buNone/>
              <a:defRPr/>
            </a:pPr>
            <a:r>
              <a:rPr lang="en-GB" altLang="zh-CN" sz="2000" dirty="0"/>
              <a:t>		}</a:t>
            </a:r>
          </a:p>
          <a:p>
            <a:pPr defTabSz="527050" eaLnBrk="1" hangingPunct="1">
              <a:lnSpc>
                <a:spcPct val="80000"/>
              </a:lnSpc>
              <a:buFont typeface="Wingdings" panose="05000000000000000000" pitchFamily="2" charset="2"/>
              <a:buNone/>
              <a:defRPr/>
            </a:pPr>
            <a:r>
              <a:rPr lang="en-GB" altLang="zh-CN" sz="2000" dirty="0"/>
              <a:t>		A *</a:t>
            </a:r>
            <a:r>
              <a:rPr lang="en-GB" altLang="zh-CN" sz="2000" dirty="0">
                <a:solidFill>
                  <a:schemeClr val="folHlink"/>
                </a:solidFill>
              </a:rPr>
              <a:t>operator -&gt;</a:t>
            </a:r>
            <a:r>
              <a:rPr lang="en-GB" altLang="zh-CN" sz="2000" dirty="0"/>
              <a:t>()</a:t>
            </a:r>
            <a:r>
              <a:rPr lang="en-GB" altLang="zh-CN" sz="2000" dirty="0">
                <a:solidFill>
                  <a:schemeClr val="folHlink"/>
                </a:solidFill>
              </a:rPr>
              <a:t> </a:t>
            </a:r>
            <a:r>
              <a:rPr lang="en-GB" altLang="zh-CN" sz="2000" dirty="0"/>
              <a:t> //</a:t>
            </a:r>
            <a:r>
              <a:rPr lang="zh-CN" altLang="en-GB" sz="2000" dirty="0"/>
              <a:t>操作符</a:t>
            </a:r>
            <a:r>
              <a:rPr lang="zh-CN" altLang="en-GB" sz="2000" dirty="0">
                <a:latin typeface="Arial" charset="0"/>
              </a:rPr>
              <a:t>“</a:t>
            </a:r>
            <a:r>
              <a:rPr lang="en-GB" altLang="zh-CN" sz="2000" dirty="0"/>
              <a:t>-&gt;</a:t>
            </a:r>
            <a:r>
              <a:rPr lang="en-GB" altLang="zh-CN" sz="2000" dirty="0">
                <a:latin typeface="Arial" charset="0"/>
              </a:rPr>
              <a:t>”</a:t>
            </a:r>
            <a:r>
              <a:rPr lang="zh-CN" altLang="en-GB" sz="2000" dirty="0"/>
              <a:t>的重载函数</a:t>
            </a:r>
            <a:r>
              <a:rPr lang="zh-CN" altLang="en-US" sz="2000" dirty="0"/>
              <a:t>，按单目操作符重载！</a:t>
            </a:r>
            <a:endParaRPr lang="zh-CN" altLang="en-GB" sz="2000" dirty="0"/>
          </a:p>
          <a:p>
            <a:pPr defTabSz="527050" eaLnBrk="1" hangingPunct="1">
              <a:lnSpc>
                <a:spcPct val="80000"/>
              </a:lnSpc>
              <a:buFont typeface="Wingdings" panose="05000000000000000000" pitchFamily="2" charset="2"/>
              <a:buNone/>
              <a:defRPr/>
            </a:pPr>
            <a:r>
              <a:rPr lang="zh-CN" altLang="en-GB" sz="2000" dirty="0"/>
              <a:t>		</a:t>
            </a:r>
            <a:r>
              <a:rPr lang="en-GB" altLang="zh-CN" sz="2000" dirty="0"/>
              <a:t>{	</a:t>
            </a:r>
            <a:r>
              <a:rPr lang="en-GB" altLang="zh-CN" sz="2000" dirty="0">
                <a:solidFill>
                  <a:srgbClr val="FFC000"/>
                </a:solidFill>
              </a:rPr>
              <a:t>count++;</a:t>
            </a:r>
            <a:r>
              <a:rPr lang="en-GB" altLang="zh-CN" sz="2000" dirty="0"/>
              <a:t>  return </a:t>
            </a:r>
            <a:r>
              <a:rPr lang="en-GB" altLang="zh-CN" sz="2000" dirty="0" err="1"/>
              <a:t>p_a</a:t>
            </a:r>
            <a:r>
              <a:rPr lang="en-GB" altLang="zh-CN" sz="2000" dirty="0"/>
              <a:t>; </a:t>
            </a:r>
          </a:p>
          <a:p>
            <a:pPr defTabSz="527050" eaLnBrk="1" hangingPunct="1">
              <a:lnSpc>
                <a:spcPct val="80000"/>
              </a:lnSpc>
              <a:buFont typeface="Wingdings" panose="05000000000000000000" pitchFamily="2" charset="2"/>
              <a:buNone/>
              <a:defRPr/>
            </a:pPr>
            <a:r>
              <a:rPr lang="en-GB" altLang="zh-CN" sz="2000" dirty="0"/>
              <a:t>		}</a:t>
            </a:r>
          </a:p>
          <a:p>
            <a:pPr defTabSz="527050" eaLnBrk="1" hangingPunct="1">
              <a:lnSpc>
                <a:spcPct val="80000"/>
              </a:lnSpc>
              <a:buFont typeface="Wingdings" panose="05000000000000000000" pitchFamily="2" charset="2"/>
              <a:buNone/>
              <a:defRPr/>
            </a:pPr>
            <a:r>
              <a:rPr lang="en-GB" altLang="zh-CN" sz="2000" dirty="0"/>
              <a:t>		</a:t>
            </a:r>
            <a:r>
              <a:rPr lang="en-GB" altLang="zh-CN" sz="2000" dirty="0" err="1"/>
              <a:t>int</a:t>
            </a:r>
            <a:r>
              <a:rPr lang="en-GB" altLang="zh-CN" sz="2000" dirty="0"/>
              <a:t> </a:t>
            </a:r>
            <a:r>
              <a:rPr lang="en-GB" altLang="zh-CN" sz="2000" dirty="0" err="1"/>
              <a:t>num_of_a_access</a:t>
            </a:r>
            <a:r>
              <a:rPr lang="en-GB" altLang="zh-CN" sz="2000" dirty="0"/>
              <a:t>() </a:t>
            </a:r>
            <a:r>
              <a:rPr lang="en-GB" altLang="zh-CN" sz="2000" dirty="0" err="1"/>
              <a:t>const</a:t>
            </a:r>
            <a:endParaRPr lang="en-GB" altLang="zh-CN" sz="2000" dirty="0"/>
          </a:p>
          <a:p>
            <a:pPr defTabSz="527050" eaLnBrk="1" hangingPunct="1">
              <a:lnSpc>
                <a:spcPct val="80000"/>
              </a:lnSpc>
              <a:buFont typeface="Wingdings" panose="05000000000000000000" pitchFamily="2" charset="2"/>
              <a:buNone/>
              <a:defRPr/>
            </a:pPr>
            <a:r>
              <a:rPr lang="en-GB" altLang="zh-CN" sz="2000" dirty="0"/>
              <a:t>		{	return count; </a:t>
            </a:r>
          </a:p>
          <a:p>
            <a:pPr defTabSz="527050" eaLnBrk="1" hangingPunct="1">
              <a:lnSpc>
                <a:spcPct val="80000"/>
              </a:lnSpc>
              <a:buFont typeface="Wingdings" panose="05000000000000000000" pitchFamily="2" charset="2"/>
              <a:buNone/>
              <a:defRPr/>
            </a:pPr>
            <a:r>
              <a:rPr lang="en-GB" altLang="zh-CN" sz="2000" dirty="0"/>
              <a:t>		}</a:t>
            </a:r>
          </a:p>
          <a:p>
            <a:pPr defTabSz="527050" eaLnBrk="1" hangingPunct="1">
              <a:lnSpc>
                <a:spcPct val="80000"/>
              </a:lnSpc>
              <a:buFont typeface="Wingdings" panose="05000000000000000000" pitchFamily="2" charset="2"/>
              <a:buNone/>
              <a:defRPr/>
            </a:pPr>
            <a:r>
              <a:rPr lang="en-GB" altLang="zh-CN" sz="2000" dirty="0"/>
              <a:t>};</a:t>
            </a:r>
          </a:p>
          <a:p>
            <a:pPr marL="0" indent="0">
              <a:buFont typeface="Wingdings" panose="05000000000000000000" pitchFamily="2" charset="2"/>
              <a:buNone/>
              <a:defRPr/>
            </a:pPr>
            <a:r>
              <a:rPr lang="en-GB" altLang="zh-CN" sz="2000" kern="1200" dirty="0">
                <a:solidFill>
                  <a:srgbClr val="FFFFFF"/>
                </a:solidFill>
              </a:rPr>
              <a:t>void </a:t>
            </a:r>
            <a:r>
              <a:rPr lang="en-GB" altLang="zh-CN" sz="2000" kern="1200" dirty="0" err="1">
                <a:solidFill>
                  <a:srgbClr val="FFFFFF"/>
                </a:solidFill>
              </a:rPr>
              <a:t>func</a:t>
            </a:r>
            <a:r>
              <a:rPr lang="en-GB" altLang="zh-CN" sz="2000" kern="1200" dirty="0">
                <a:solidFill>
                  <a:srgbClr val="FFFFFF"/>
                </a:solidFill>
              </a:rPr>
              <a:t>(</a:t>
            </a:r>
            <a:r>
              <a:rPr lang="en-US" altLang="zh-CN" sz="2000" kern="1200" dirty="0" err="1">
                <a:solidFill>
                  <a:srgbClr val="FFC000"/>
                </a:solidFill>
              </a:rPr>
              <a:t>PtrA</a:t>
            </a:r>
            <a:r>
              <a:rPr lang="en-US" altLang="zh-CN" sz="2000" kern="1200" dirty="0"/>
              <a:t> &amp;</a:t>
            </a:r>
            <a:r>
              <a:rPr lang="en-US" altLang="zh-CN" sz="2000" kern="1200" dirty="0">
                <a:solidFill>
                  <a:srgbClr val="FFC000"/>
                </a:solidFill>
              </a:rPr>
              <a:t>p</a:t>
            </a:r>
            <a:r>
              <a:rPr lang="en-GB" altLang="zh-CN" sz="2000" kern="1200" dirty="0">
                <a:solidFill>
                  <a:srgbClr val="FFFFFF"/>
                </a:solidFill>
              </a:rPr>
              <a:t>) //</a:t>
            </a:r>
            <a:r>
              <a:rPr lang="en-US" altLang="zh-CN" sz="2000" kern="1200" dirty="0">
                <a:solidFill>
                  <a:srgbClr val="FFC000"/>
                </a:solidFill>
              </a:rPr>
              <a:t>p</a:t>
            </a:r>
            <a:r>
              <a:rPr lang="zh-CN" altLang="en-US" sz="2000" kern="1200" dirty="0">
                <a:solidFill>
                  <a:srgbClr val="FFFFFF"/>
                </a:solidFill>
              </a:rPr>
              <a:t>是个</a:t>
            </a:r>
            <a:r>
              <a:rPr lang="en-US" altLang="zh-CN" sz="2000" kern="1200" dirty="0" err="1">
                <a:solidFill>
                  <a:srgbClr val="FFFFFF"/>
                </a:solidFill>
              </a:rPr>
              <a:t>PtrA</a:t>
            </a:r>
            <a:r>
              <a:rPr lang="zh-CN" altLang="en-US" sz="2000" kern="1200" dirty="0">
                <a:solidFill>
                  <a:srgbClr val="FFFFFF"/>
                </a:solidFill>
              </a:rPr>
              <a:t>类</a:t>
            </a:r>
            <a:r>
              <a:rPr lang="zh-CN" altLang="en-US" sz="2000" kern="1200" dirty="0">
                <a:solidFill>
                  <a:srgbClr val="FFC000"/>
                </a:solidFill>
              </a:rPr>
              <a:t>对象</a:t>
            </a:r>
            <a:r>
              <a:rPr lang="zh-CN" altLang="en-US" sz="2000" kern="1200" dirty="0">
                <a:solidFill>
                  <a:srgbClr val="FFFFFF"/>
                </a:solidFill>
              </a:rPr>
              <a:t>！</a:t>
            </a:r>
            <a:endParaRPr lang="zh-CN" altLang="zh-CN" sz="2000" kern="1200" dirty="0">
              <a:solidFill>
                <a:srgbClr val="FFFFFF"/>
              </a:solidFill>
            </a:endParaRPr>
          </a:p>
          <a:p>
            <a:pPr marL="0" indent="0">
              <a:buFont typeface="Wingdings" panose="05000000000000000000" pitchFamily="2" charset="2"/>
              <a:buNone/>
              <a:defRPr/>
            </a:pPr>
            <a:r>
              <a:rPr lang="en-GB" altLang="zh-CN" sz="2000" kern="1200" dirty="0">
                <a:solidFill>
                  <a:srgbClr val="FFFFFF"/>
                </a:solidFill>
              </a:rPr>
              <a:t>{  ... p</a:t>
            </a:r>
            <a:r>
              <a:rPr lang="en-GB" altLang="zh-CN" sz="2000" kern="1200" dirty="0">
                <a:solidFill>
                  <a:srgbClr val="FFC000"/>
                </a:solidFill>
              </a:rPr>
              <a:t>-&gt;</a:t>
            </a:r>
            <a:r>
              <a:rPr lang="en-GB" altLang="zh-CN" sz="2000" kern="1200" dirty="0">
                <a:solidFill>
                  <a:srgbClr val="FFFFFF"/>
                </a:solidFill>
              </a:rPr>
              <a:t>f(); </a:t>
            </a:r>
            <a:r>
              <a:rPr lang="en-US" altLang="zh-CN" sz="2000" kern="1200" dirty="0">
                <a:solidFill>
                  <a:srgbClr val="FFFFFF"/>
                </a:solidFill>
              </a:rPr>
              <a:t>... </a:t>
            </a:r>
            <a:r>
              <a:rPr lang="en-GB" altLang="zh-CN" sz="2000" kern="1200" dirty="0">
                <a:solidFill>
                  <a:srgbClr val="FFFFFF"/>
                </a:solidFill>
              </a:rPr>
              <a:t>p</a:t>
            </a:r>
            <a:r>
              <a:rPr lang="en-GB" altLang="zh-CN" sz="2000" kern="1200" dirty="0">
                <a:solidFill>
                  <a:srgbClr val="FFC000"/>
                </a:solidFill>
              </a:rPr>
              <a:t>-&gt;</a:t>
            </a:r>
            <a:r>
              <a:rPr lang="en-GB" altLang="zh-CN" sz="2000" kern="1200" dirty="0">
                <a:solidFill>
                  <a:srgbClr val="FFFFFF"/>
                </a:solidFill>
              </a:rPr>
              <a:t>g(); ...</a:t>
            </a:r>
            <a:endParaRPr lang="zh-CN" altLang="zh-CN" sz="2000" kern="1200" dirty="0">
              <a:solidFill>
                <a:srgbClr val="FFFFFF"/>
              </a:solidFill>
            </a:endParaRPr>
          </a:p>
          <a:p>
            <a:pPr marL="0" indent="0">
              <a:buFont typeface="Wingdings" panose="05000000000000000000" pitchFamily="2" charset="2"/>
              <a:buNone/>
              <a:defRPr/>
            </a:pPr>
            <a:r>
              <a:rPr lang="en-GB" altLang="zh-CN" sz="2000" kern="1200" dirty="0">
                <a:solidFill>
                  <a:srgbClr val="FFFFFF"/>
                </a:solidFill>
              </a:rPr>
              <a:t>}</a:t>
            </a:r>
          </a:p>
        </p:txBody>
      </p:sp>
      <p:sp>
        <p:nvSpPr>
          <p:cNvPr id="370688" name="Text Box 0">
            <a:extLst>
              <a:ext uri="{FF2B5EF4-FFF2-40B4-BE49-F238E27FC236}">
                <a16:creationId xmlns:a16="http://schemas.microsoft.com/office/drawing/2014/main" id="{B12151BF-137A-362C-2B9E-70DF86D7184A}"/>
              </a:ext>
            </a:extLst>
          </p:cNvPr>
          <p:cNvSpPr txBox="1">
            <a:spLocks noChangeArrowheads="1"/>
          </p:cNvSpPr>
          <p:nvPr/>
        </p:nvSpPr>
        <p:spPr bwMode="auto">
          <a:xfrm>
            <a:off x="6889750" y="317500"/>
            <a:ext cx="1858963" cy="2247900"/>
          </a:xfrm>
          <a:prstGeom prst="rect">
            <a:avLst/>
          </a:prstGeom>
          <a:solidFill>
            <a:schemeClr val="bg1">
              <a:lumMod val="75000"/>
            </a:schemeClr>
          </a:solidFill>
          <a:ln w="9525">
            <a:noFill/>
            <a:miter lim="800000"/>
            <a:headEnd/>
            <a:tailEnd/>
          </a:ln>
          <a:effectLst/>
        </p:spPr>
        <p:txBody>
          <a:bodyPr wrap="none">
            <a:spAutoFit/>
          </a:bodyPr>
          <a:lstStyle/>
          <a:p>
            <a:pPr marL="342900" indent="-342900" defTabSz="265113" eaLnBrk="1" hangingPunct="1">
              <a:buFont typeface="Arial" panose="020B0604020202020204" pitchFamily="34" charset="0"/>
              <a:buChar char="•"/>
              <a:defRPr/>
            </a:pPr>
            <a:r>
              <a:rPr lang="zh-CN" altLang="en-US" sz="2000" dirty="0">
                <a:effectLst>
                  <a:outerShdw blurRad="38100" dist="38100" dir="2700000" algn="tl">
                    <a:srgbClr val="000000"/>
                  </a:outerShdw>
                </a:effectLst>
              </a:rPr>
              <a:t>不修改类</a:t>
            </a:r>
            <a:r>
              <a:rPr lang="en-US" altLang="zh-CN" sz="2000" dirty="0">
                <a:effectLst>
                  <a:outerShdw blurRad="38100" dist="38100" dir="2700000" algn="tl">
                    <a:srgbClr val="000000"/>
                  </a:outerShdw>
                </a:effectLst>
              </a:rPr>
              <a:t>A</a:t>
            </a:r>
          </a:p>
          <a:p>
            <a:pPr defTabSz="265113" eaLnBrk="1" hangingPunct="1">
              <a:defRPr/>
            </a:pPr>
            <a:r>
              <a:rPr lang="en-GB" altLang="zh-CN" sz="2000" dirty="0">
                <a:effectLst>
                  <a:outerShdw blurRad="38100" dist="38100" dir="2700000" algn="tl">
                    <a:srgbClr val="000000"/>
                  </a:outerShdw>
                </a:effectLst>
              </a:rPr>
              <a:t>class A</a:t>
            </a:r>
          </a:p>
          <a:p>
            <a:pPr defTabSz="265113" eaLnBrk="1" hangingPunct="1">
              <a:defRPr/>
            </a:pPr>
            <a:r>
              <a:rPr lang="en-GB" altLang="zh-CN" sz="2000" dirty="0">
                <a:effectLst>
                  <a:outerShdw blurRad="38100" dist="38100" dir="2700000" algn="tl">
                    <a:srgbClr val="000000"/>
                  </a:outerShdw>
                </a:effectLst>
              </a:rPr>
              <a:t>{		</a:t>
            </a:r>
            <a:r>
              <a:rPr lang="en-GB" altLang="zh-CN" sz="2000" dirty="0" err="1">
                <a:effectLst>
                  <a:outerShdw blurRad="38100" dist="38100" dir="2700000" algn="tl">
                    <a:srgbClr val="000000"/>
                  </a:outerShdw>
                </a:effectLst>
              </a:rPr>
              <a:t>int</a:t>
            </a:r>
            <a:r>
              <a:rPr lang="en-GB" altLang="zh-CN" sz="2000" dirty="0">
                <a:effectLst>
                  <a:outerShdw blurRad="38100" dist="38100" dir="2700000" algn="tl">
                    <a:srgbClr val="000000"/>
                  </a:outerShdw>
                </a:effectLst>
              </a:rPr>
              <a:t> </a:t>
            </a:r>
            <a:r>
              <a:rPr lang="en-GB" altLang="zh-CN" sz="2000" dirty="0" err="1">
                <a:effectLst>
                  <a:outerShdw blurRad="38100" dist="38100" dir="2700000" algn="tl">
                    <a:srgbClr val="000000"/>
                  </a:outerShdw>
                </a:effectLst>
              </a:rPr>
              <a:t>x,y</a:t>
            </a:r>
            <a:r>
              <a:rPr lang="en-GB" altLang="zh-CN" sz="2000" dirty="0">
                <a:effectLst>
                  <a:outerShdw blurRad="38100" dist="38100" dir="2700000" algn="tl">
                    <a:srgbClr val="000000"/>
                  </a:outerShdw>
                </a:effectLst>
              </a:rPr>
              <a:t>;</a:t>
            </a:r>
          </a:p>
          <a:p>
            <a:pPr defTabSz="265113" eaLnBrk="1" hangingPunct="1">
              <a:defRPr/>
            </a:pPr>
            <a:r>
              <a:rPr lang="en-GB" altLang="zh-CN" sz="2000" dirty="0">
                <a:effectLst>
                  <a:outerShdw blurRad="38100" dist="38100" dir="2700000" algn="tl">
                    <a:srgbClr val="000000"/>
                  </a:outerShdw>
                </a:effectLst>
              </a:rPr>
              <a:t>	public:</a:t>
            </a:r>
          </a:p>
          <a:p>
            <a:pPr defTabSz="265113" eaLnBrk="1" hangingPunct="1">
              <a:defRPr/>
            </a:pPr>
            <a:r>
              <a:rPr lang="en-GB" altLang="zh-CN" sz="2000" dirty="0">
                <a:effectLst>
                  <a:outerShdw blurRad="38100" dist="38100" dir="2700000" algn="tl">
                    <a:srgbClr val="000000"/>
                  </a:outerShdw>
                </a:effectLst>
              </a:rPr>
              <a:t>		void f();</a:t>
            </a:r>
          </a:p>
          <a:p>
            <a:pPr defTabSz="265113" eaLnBrk="1" hangingPunct="1">
              <a:defRPr/>
            </a:pPr>
            <a:r>
              <a:rPr lang="en-GB" altLang="zh-CN" sz="2000" dirty="0">
                <a:effectLst>
                  <a:outerShdw blurRad="38100" dist="38100" dir="2700000" algn="tl">
                    <a:srgbClr val="000000"/>
                  </a:outerShdw>
                </a:effectLst>
              </a:rPr>
              <a:t>		void g();</a:t>
            </a:r>
          </a:p>
          <a:p>
            <a:pPr defTabSz="265113" eaLnBrk="1" hangingPunct="1">
              <a:defRPr/>
            </a:pPr>
            <a:r>
              <a:rPr lang="en-GB" altLang="zh-CN" sz="2000" dirty="0">
                <a:effectLst>
                  <a:outerShdw blurRad="38100" dist="38100" dir="2700000" algn="tl">
                    <a:srgbClr val="000000"/>
                  </a:outerShdw>
                </a:effectLst>
              </a:rPr>
              <a:t>};</a:t>
            </a:r>
          </a:p>
        </p:txBody>
      </p:sp>
      <p:sp>
        <p:nvSpPr>
          <p:cNvPr id="4" name="Text Box 0">
            <a:extLst>
              <a:ext uri="{FF2B5EF4-FFF2-40B4-BE49-F238E27FC236}">
                <a16:creationId xmlns:a16="http://schemas.microsoft.com/office/drawing/2014/main" id="{EDC11699-4A33-09D9-7A0B-259F7A51823D}"/>
              </a:ext>
            </a:extLst>
          </p:cNvPr>
          <p:cNvSpPr txBox="1">
            <a:spLocks noChangeArrowheads="1"/>
          </p:cNvSpPr>
          <p:nvPr/>
        </p:nvSpPr>
        <p:spPr bwMode="auto">
          <a:xfrm>
            <a:off x="5003800" y="3213100"/>
            <a:ext cx="4105275" cy="3478213"/>
          </a:xfrm>
          <a:prstGeom prst="rect">
            <a:avLst/>
          </a:prstGeom>
          <a:solidFill>
            <a:schemeClr val="bg1">
              <a:lumMod val="75000"/>
            </a:schemeClr>
          </a:solidFill>
          <a:ln w="9525">
            <a:noFill/>
            <a:miter lim="800000"/>
            <a:headEnd/>
            <a:tailEnd/>
          </a:ln>
          <a:effectLst/>
        </p:spPr>
        <p:txBody>
          <a:bodyPr>
            <a:spAutoFit/>
          </a:bodyPr>
          <a:lstStyle/>
          <a:p>
            <a:pPr defTabSz="527050" eaLnBrk="1" hangingPunct="1">
              <a:defRPr/>
            </a:pPr>
            <a:r>
              <a:rPr lang="en-GB" altLang="zh-CN" sz="2000" dirty="0">
                <a:effectLst>
                  <a:outerShdw blurRad="38100" dist="38100" dir="2700000" algn="tl">
                    <a:srgbClr val="000000">
                      <a:alpha val="43137"/>
                    </a:srgbClr>
                  </a:outerShdw>
                </a:effectLst>
                <a:ea typeface="宋体" charset="-122"/>
              </a:rPr>
              <a:t>A </a:t>
            </a:r>
            <a:r>
              <a:rPr lang="en-GB" altLang="zh-CN" sz="2000" dirty="0" err="1">
                <a:effectLst>
                  <a:outerShdw blurRad="38100" dist="38100" dir="2700000" algn="tl">
                    <a:srgbClr val="000000">
                      <a:alpha val="43137"/>
                    </a:srgbClr>
                  </a:outerShdw>
                </a:effectLst>
                <a:ea typeface="宋体" charset="-122"/>
              </a:rPr>
              <a:t>a</a:t>
            </a:r>
            <a:r>
              <a:rPr lang="en-GB" altLang="zh-CN" sz="2000" dirty="0">
                <a:effectLst>
                  <a:outerShdw blurRad="38100" dist="38100" dir="2700000" algn="tl">
                    <a:srgbClr val="000000">
                      <a:alpha val="43137"/>
                    </a:srgbClr>
                  </a:outerShdw>
                </a:effectLst>
                <a:ea typeface="宋体" charset="-122"/>
              </a:rPr>
              <a:t>;</a:t>
            </a:r>
          </a:p>
          <a:p>
            <a:pPr defTabSz="527050" eaLnBrk="1" hangingPunct="1">
              <a:buFont typeface="Wingdings" pitchFamily="2" charset="2"/>
              <a:buNone/>
              <a:defRPr/>
            </a:pPr>
            <a:r>
              <a:rPr lang="en-GB" altLang="zh-CN" sz="2000" dirty="0" err="1">
                <a:effectLst>
                  <a:outerShdw blurRad="38100" dist="38100" dir="2700000" algn="tl">
                    <a:srgbClr val="000000">
                      <a:alpha val="43137"/>
                    </a:srgbClr>
                  </a:outerShdw>
                </a:effectLst>
                <a:ea typeface="宋体" charset="-122"/>
              </a:rPr>
              <a:t>PtrA</a:t>
            </a:r>
            <a:r>
              <a:rPr lang="en-GB" altLang="zh-CN" sz="2000" dirty="0">
                <a:effectLst>
                  <a:outerShdw blurRad="38100" dist="38100" dir="2700000" algn="tl">
                    <a:srgbClr val="000000">
                      <a:alpha val="43137"/>
                    </a:srgbClr>
                  </a:outerShdw>
                </a:effectLst>
                <a:ea typeface="宋体" charset="-122"/>
              </a:rPr>
              <a:t> </a:t>
            </a:r>
            <a:r>
              <a:rPr lang="en-GB" altLang="zh-CN" sz="2000" dirty="0">
                <a:solidFill>
                  <a:srgbClr val="FFC000"/>
                </a:solidFill>
                <a:effectLst>
                  <a:outerShdw blurRad="38100" dist="38100" dir="2700000" algn="tl">
                    <a:srgbClr val="000000">
                      <a:alpha val="43137"/>
                    </a:srgbClr>
                  </a:outerShdw>
                </a:effectLst>
                <a:ea typeface="宋体" charset="-122"/>
              </a:rPr>
              <a:t>b</a:t>
            </a:r>
            <a:r>
              <a:rPr lang="en-GB" altLang="zh-CN" sz="2000" dirty="0">
                <a:effectLst>
                  <a:outerShdw blurRad="38100" dist="38100" dir="2700000" algn="tl">
                    <a:srgbClr val="000000">
                      <a:alpha val="43137"/>
                    </a:srgbClr>
                  </a:outerShdw>
                </a:effectLst>
                <a:ea typeface="宋体" charset="-122"/>
              </a:rPr>
              <a:t>=&amp;a;  //b</a:t>
            </a:r>
            <a:r>
              <a:rPr lang="zh-CN" altLang="en-GB" sz="2000" dirty="0">
                <a:effectLst>
                  <a:outerShdw blurRad="38100" dist="38100" dir="2700000" algn="tl">
                    <a:srgbClr val="000000">
                      <a:alpha val="43137"/>
                    </a:srgbClr>
                  </a:outerShdw>
                </a:effectLst>
                <a:ea typeface="宋体" charset="-122"/>
              </a:rPr>
              <a:t>为一个</a:t>
            </a:r>
            <a:r>
              <a:rPr lang="zh-CN" altLang="en-GB" sz="2000" dirty="0">
                <a:solidFill>
                  <a:schemeClr val="folHlink"/>
                </a:solidFill>
                <a:effectLst>
                  <a:outerShdw blurRad="38100" dist="38100" dir="2700000" algn="tl">
                    <a:srgbClr val="000000">
                      <a:alpha val="43137"/>
                    </a:srgbClr>
                  </a:outerShdw>
                </a:effectLst>
                <a:ea typeface="宋体" charset="-122"/>
              </a:rPr>
              <a:t>指针</a:t>
            </a:r>
            <a:r>
              <a:rPr lang="zh-CN" altLang="en-US" sz="2000" dirty="0">
                <a:solidFill>
                  <a:schemeClr val="folHlink"/>
                </a:solidFill>
                <a:effectLst>
                  <a:outerShdw blurRad="38100" dist="38100" dir="2700000" algn="tl">
                    <a:srgbClr val="000000">
                      <a:alpha val="43137"/>
                    </a:srgbClr>
                  </a:outerShdw>
                </a:effectLst>
                <a:ea typeface="宋体" charset="-122"/>
              </a:rPr>
              <a:t>对象，</a:t>
            </a:r>
            <a:endParaRPr lang="en-US" altLang="zh-CN" sz="2000" dirty="0">
              <a:solidFill>
                <a:schemeClr val="folHlink"/>
              </a:solidFill>
              <a:effectLst>
                <a:outerShdw blurRad="38100" dist="38100" dir="2700000" algn="tl">
                  <a:srgbClr val="000000">
                    <a:alpha val="43137"/>
                  </a:srgbClr>
                </a:outerShdw>
              </a:effectLst>
              <a:ea typeface="宋体" charset="-122"/>
            </a:endParaRPr>
          </a:p>
          <a:p>
            <a:pPr defTabSz="527050" eaLnBrk="1" hangingPunct="1">
              <a:buFont typeface="Wingdings" pitchFamily="2" charset="2"/>
              <a:buNone/>
              <a:defRPr/>
            </a:pPr>
            <a:r>
              <a:rPr lang="en-US" altLang="zh-CN" sz="2000" dirty="0">
                <a:solidFill>
                  <a:schemeClr val="folHlink"/>
                </a:solidFill>
                <a:effectLst>
                  <a:outerShdw blurRad="38100" dist="38100" dir="2700000" algn="tl">
                    <a:srgbClr val="000000">
                      <a:alpha val="43137"/>
                    </a:srgbClr>
                  </a:outerShdw>
                </a:effectLst>
                <a:ea typeface="宋体" charset="-122"/>
              </a:rPr>
              <a:t>		  </a:t>
            </a:r>
            <a:r>
              <a:rPr lang="en-US" altLang="zh-CN" sz="2000" dirty="0">
                <a:effectLst>
                  <a:outerShdw blurRad="38100" dist="38100" dir="2700000" algn="tl">
                    <a:srgbClr val="000000">
                      <a:alpha val="43137"/>
                    </a:srgbClr>
                  </a:outerShdw>
                </a:effectLst>
                <a:ea typeface="宋体" charset="-122"/>
              </a:rPr>
              <a:t>//</a:t>
            </a:r>
            <a:r>
              <a:rPr lang="zh-CN" altLang="en-GB" sz="2000" dirty="0">
                <a:effectLst>
                  <a:outerShdw blurRad="38100" dist="38100" dir="2700000" algn="tl">
                    <a:srgbClr val="000000">
                      <a:alpha val="43137"/>
                    </a:srgbClr>
                  </a:outerShdw>
                </a:effectLst>
                <a:ea typeface="宋体" charset="-122"/>
              </a:rPr>
              <a:t>它指向了</a:t>
            </a:r>
            <a:r>
              <a:rPr lang="en-GB" altLang="zh-CN" sz="2000" dirty="0">
                <a:effectLst>
                  <a:outerShdw blurRad="38100" dist="38100" dir="2700000" algn="tl">
                    <a:srgbClr val="000000">
                      <a:alpha val="43137"/>
                    </a:srgbClr>
                  </a:outerShdw>
                </a:effectLst>
                <a:ea typeface="宋体" charset="-122"/>
              </a:rPr>
              <a:t>a</a:t>
            </a:r>
          </a:p>
          <a:p>
            <a:pPr defTabSz="527050" eaLnBrk="1" hangingPunct="1">
              <a:buFont typeface="Wingdings" pitchFamily="2" charset="2"/>
              <a:buNone/>
              <a:defRPr/>
            </a:pPr>
            <a:r>
              <a:rPr lang="en-US" altLang="zh-CN" sz="2000" dirty="0">
                <a:effectLst>
                  <a:outerShdw blurRad="38100" dist="38100" dir="2700000" algn="tl">
                    <a:srgbClr val="000000">
                      <a:alpha val="43137"/>
                    </a:srgbClr>
                  </a:outerShdw>
                </a:effectLst>
                <a:ea typeface="宋体" charset="-122"/>
              </a:rPr>
              <a:t>b</a:t>
            </a:r>
            <a:r>
              <a:rPr lang="en-US" altLang="zh-CN" sz="2000" dirty="0">
                <a:solidFill>
                  <a:srgbClr val="FFC000"/>
                </a:solidFill>
                <a:effectLst>
                  <a:outerShdw blurRad="38100" dist="38100" dir="2700000" algn="tl">
                    <a:srgbClr val="000000">
                      <a:alpha val="43137"/>
                    </a:srgbClr>
                  </a:outerShdw>
                </a:effectLst>
                <a:ea typeface="宋体" charset="-122"/>
              </a:rPr>
              <a:t>-&gt;</a:t>
            </a:r>
            <a:r>
              <a:rPr lang="en-US" altLang="zh-CN" sz="2000" dirty="0">
                <a:effectLst>
                  <a:outerShdw blurRad="38100" dist="38100" dir="2700000" algn="tl">
                    <a:srgbClr val="000000">
                      <a:alpha val="43137"/>
                    </a:srgbClr>
                  </a:outerShdw>
                </a:effectLst>
                <a:ea typeface="宋体" charset="-122"/>
              </a:rPr>
              <a:t>f(); //</a:t>
            </a:r>
            <a:r>
              <a:rPr lang="zh-CN" altLang="en-US" sz="2000" dirty="0">
                <a:effectLst>
                  <a:outerShdw blurRad="38100" dist="38100" dir="2700000" algn="tl">
                    <a:srgbClr val="000000">
                      <a:alpha val="43137"/>
                    </a:srgbClr>
                  </a:outerShdw>
                </a:effectLst>
                <a:ea typeface="宋体" charset="-122"/>
              </a:rPr>
              <a:t>访问</a:t>
            </a:r>
            <a:r>
              <a:rPr lang="en-US" altLang="zh-CN" sz="2000" dirty="0">
                <a:effectLst>
                  <a:outerShdw blurRad="38100" dist="38100" dir="2700000" algn="tl">
                    <a:srgbClr val="000000">
                      <a:alpha val="43137"/>
                    </a:srgbClr>
                  </a:outerShdw>
                </a:effectLst>
                <a:ea typeface="宋体" charset="-122"/>
              </a:rPr>
              <a:t>a</a:t>
            </a:r>
            <a:r>
              <a:rPr lang="zh-CN" altLang="en-US" sz="2000" dirty="0">
                <a:effectLst>
                  <a:outerShdw blurRad="38100" dist="38100" dir="2700000" algn="tl">
                    <a:srgbClr val="000000">
                      <a:alpha val="43137"/>
                    </a:srgbClr>
                  </a:outerShdw>
                </a:effectLst>
                <a:ea typeface="宋体" charset="-122"/>
              </a:rPr>
              <a:t>的成员</a:t>
            </a:r>
            <a:r>
              <a:rPr lang="en-US" altLang="zh-CN" sz="2000" dirty="0">
                <a:effectLst>
                  <a:outerShdw blurRad="38100" dist="38100" dir="2700000" algn="tl">
                    <a:srgbClr val="000000">
                      <a:alpha val="43137"/>
                    </a:srgbClr>
                  </a:outerShdw>
                </a:effectLst>
                <a:ea typeface="宋体" charset="-122"/>
              </a:rPr>
              <a:t>f</a:t>
            </a:r>
            <a:r>
              <a:rPr lang="zh-CN" altLang="en-US" sz="2000" dirty="0">
                <a:effectLst>
                  <a:outerShdw blurRad="38100" dist="38100" dir="2700000" algn="tl">
                    <a:srgbClr val="000000">
                      <a:alpha val="43137"/>
                    </a:srgbClr>
                  </a:outerShdw>
                </a:effectLst>
                <a:ea typeface="宋体" charset="-122"/>
              </a:rPr>
              <a:t>，等价于</a:t>
            </a:r>
            <a:endParaRPr lang="en-US" altLang="zh-CN" sz="2000" dirty="0">
              <a:effectLst>
                <a:outerShdw blurRad="38100" dist="38100" dir="2700000" algn="tl">
                  <a:srgbClr val="000000">
                    <a:alpha val="43137"/>
                  </a:srgbClr>
                </a:outerShdw>
              </a:effectLst>
              <a:ea typeface="宋体" charset="-122"/>
            </a:endParaRPr>
          </a:p>
          <a:p>
            <a:pPr defTabSz="527050" eaLnBrk="1" hangingPunct="1">
              <a:buFont typeface="Wingdings" pitchFamily="2" charset="2"/>
              <a:buNone/>
              <a:defRPr/>
            </a:pPr>
            <a:r>
              <a:rPr lang="en-US" altLang="zh-CN" sz="2000" dirty="0">
                <a:effectLst>
                  <a:outerShdw blurRad="38100" dist="38100" dir="2700000" algn="tl">
                    <a:srgbClr val="000000">
                      <a:alpha val="43137"/>
                    </a:srgbClr>
                  </a:outerShdw>
                </a:effectLst>
                <a:ea typeface="宋体" charset="-122"/>
              </a:rPr>
              <a:t>           //</a:t>
            </a:r>
            <a:r>
              <a:rPr lang="en-GB" altLang="zh-CN" sz="2000" dirty="0" err="1"/>
              <a:t>b</a:t>
            </a:r>
            <a:r>
              <a:rPr lang="en-GB" altLang="zh-CN" sz="2000" dirty="0" err="1">
                <a:solidFill>
                  <a:srgbClr val="FFC000"/>
                </a:solidFill>
              </a:rPr>
              <a:t>.operator</a:t>
            </a:r>
            <a:r>
              <a:rPr lang="en-GB" altLang="zh-CN" sz="2000" dirty="0">
                <a:solidFill>
                  <a:srgbClr val="FFC000"/>
                </a:solidFill>
              </a:rPr>
              <a:t>-&gt;()-&gt;</a:t>
            </a:r>
            <a:r>
              <a:rPr lang="en-GB" altLang="zh-CN" sz="2000" dirty="0"/>
              <a:t>f();</a:t>
            </a:r>
            <a:endParaRPr lang="en-US" altLang="zh-CN" sz="2000" dirty="0">
              <a:effectLst>
                <a:outerShdw blurRad="38100" dist="38100" dir="2700000" algn="tl">
                  <a:srgbClr val="000000">
                    <a:alpha val="43137"/>
                  </a:srgbClr>
                </a:outerShdw>
              </a:effectLst>
              <a:ea typeface="宋体" charset="-122"/>
            </a:endParaRPr>
          </a:p>
          <a:p>
            <a:pPr defTabSz="527050" eaLnBrk="1" hangingPunct="1">
              <a:buFont typeface="Wingdings" pitchFamily="2" charset="2"/>
              <a:buNone/>
              <a:defRPr/>
            </a:pPr>
            <a:r>
              <a:rPr lang="en-US" altLang="zh-CN" sz="2000" dirty="0" err="1">
                <a:effectLst>
                  <a:outerShdw blurRad="38100" dist="38100" dir="2700000" algn="tl">
                    <a:srgbClr val="000000">
                      <a:alpha val="43137"/>
                    </a:srgbClr>
                  </a:outerShdw>
                </a:effectLst>
                <a:ea typeface="宋体" charset="-122"/>
              </a:rPr>
              <a:t>func</a:t>
            </a:r>
            <a:r>
              <a:rPr lang="en-US" altLang="zh-CN" sz="2000" dirty="0">
                <a:effectLst>
                  <a:outerShdw blurRad="38100" dist="38100" dir="2700000" algn="tl">
                    <a:srgbClr val="000000">
                      <a:alpha val="43137"/>
                    </a:srgbClr>
                  </a:outerShdw>
                </a:effectLst>
                <a:ea typeface="宋体" charset="-122"/>
              </a:rPr>
              <a:t>(b); //</a:t>
            </a:r>
            <a:r>
              <a:rPr lang="zh-CN" altLang="en-US" sz="2000" dirty="0">
                <a:effectLst>
                  <a:outerShdw blurRad="38100" dist="38100" dir="2700000" algn="tl">
                    <a:srgbClr val="000000">
                      <a:alpha val="43137"/>
                    </a:srgbClr>
                  </a:outerShdw>
                </a:effectLst>
                <a:ea typeface="宋体" charset="-122"/>
              </a:rPr>
              <a:t>把</a:t>
            </a:r>
            <a:r>
              <a:rPr lang="en-US" altLang="zh-CN" sz="2000" dirty="0">
                <a:effectLst>
                  <a:outerShdw blurRad="38100" dist="38100" dir="2700000" algn="tl">
                    <a:srgbClr val="000000">
                      <a:alpha val="43137"/>
                    </a:srgbClr>
                  </a:outerShdw>
                </a:effectLst>
                <a:ea typeface="宋体" charset="-122"/>
              </a:rPr>
              <a:t>b</a:t>
            </a:r>
            <a:r>
              <a:rPr lang="zh-CN" altLang="en-US" sz="2000" dirty="0">
                <a:effectLst>
                  <a:outerShdw blurRad="38100" dist="38100" dir="2700000" algn="tl">
                    <a:srgbClr val="000000">
                      <a:alpha val="43137"/>
                    </a:srgbClr>
                  </a:outerShdw>
                </a:effectLst>
                <a:ea typeface="宋体" charset="-122"/>
              </a:rPr>
              <a:t>传给</a:t>
            </a:r>
            <a:r>
              <a:rPr lang="en-US" altLang="zh-CN" sz="2000" dirty="0" err="1">
                <a:effectLst>
                  <a:outerShdw blurRad="38100" dist="38100" dir="2700000" algn="tl">
                    <a:srgbClr val="000000">
                      <a:alpha val="43137"/>
                    </a:srgbClr>
                  </a:outerShdw>
                </a:effectLst>
                <a:ea typeface="宋体" charset="-122"/>
              </a:rPr>
              <a:t>func</a:t>
            </a:r>
            <a:endParaRPr lang="en-US" altLang="zh-CN" sz="2000" dirty="0">
              <a:effectLst>
                <a:outerShdw blurRad="38100" dist="38100" dir="2700000" algn="tl">
                  <a:srgbClr val="000000">
                    <a:alpha val="43137"/>
                  </a:srgbClr>
                </a:outerShdw>
              </a:effectLst>
              <a:ea typeface="宋体" charset="-122"/>
            </a:endParaRPr>
          </a:p>
          <a:p>
            <a:pPr defTabSz="527050" eaLnBrk="1" hangingPunct="1">
              <a:buFont typeface="Wingdings" pitchFamily="2" charset="2"/>
              <a:buNone/>
              <a:defRPr/>
            </a:pPr>
            <a:r>
              <a:rPr lang="en-US" altLang="zh-CN" sz="2000" dirty="0">
                <a:effectLst>
                  <a:outerShdw blurRad="38100" dist="38100" dir="2700000" algn="tl">
                    <a:srgbClr val="000000">
                      <a:alpha val="43137"/>
                    </a:srgbClr>
                  </a:outerShdw>
                </a:effectLst>
                <a:ea typeface="宋体" charset="-122"/>
              </a:rPr>
              <a:t>... </a:t>
            </a:r>
            <a:r>
              <a:rPr lang="en-US" altLang="zh-CN" sz="2000" dirty="0" err="1">
                <a:effectLst>
                  <a:outerShdw blurRad="38100" dist="38100" dir="2700000" algn="tl">
                    <a:srgbClr val="000000">
                      <a:alpha val="43137"/>
                    </a:srgbClr>
                  </a:outerShdw>
                </a:effectLst>
                <a:ea typeface="宋体" charset="-122"/>
              </a:rPr>
              <a:t>b.num_of_a_access</a:t>
            </a:r>
            <a:r>
              <a:rPr lang="en-US" altLang="zh-CN" sz="2000" dirty="0">
                <a:effectLst>
                  <a:outerShdw blurRad="38100" dist="38100" dir="2700000" algn="tl">
                    <a:srgbClr val="000000">
                      <a:alpha val="43137"/>
                    </a:srgbClr>
                  </a:outerShdw>
                </a:effectLst>
                <a:ea typeface="宋体" charset="-122"/>
              </a:rPr>
              <a:t>() ... </a:t>
            </a:r>
          </a:p>
          <a:p>
            <a:pPr defTabSz="527050" eaLnBrk="1" hangingPunct="1">
              <a:buFont typeface="Wingdings" pitchFamily="2" charset="2"/>
              <a:buNone/>
              <a:defRPr/>
            </a:pPr>
            <a:r>
              <a:rPr lang="en-US" altLang="zh-CN" sz="2000" dirty="0">
                <a:effectLst>
                  <a:outerShdw blurRad="38100" dist="38100" dir="2700000" algn="tl">
                    <a:srgbClr val="000000">
                      <a:alpha val="43137"/>
                    </a:srgbClr>
                  </a:outerShdw>
                </a:effectLst>
                <a:ea typeface="宋体" charset="-122"/>
              </a:rPr>
              <a:t>		//</a:t>
            </a:r>
            <a:r>
              <a:rPr lang="zh-CN" altLang="en-US" sz="2000" dirty="0">
                <a:effectLst>
                  <a:outerShdw blurRad="38100" dist="38100" dir="2700000" algn="tl">
                    <a:srgbClr val="000000">
                      <a:alpha val="43137"/>
                    </a:srgbClr>
                  </a:outerShdw>
                </a:effectLst>
                <a:ea typeface="宋体" charset="-122"/>
              </a:rPr>
              <a:t>获得对</a:t>
            </a:r>
            <a:r>
              <a:rPr lang="en-US" altLang="zh-CN" sz="2000" dirty="0">
                <a:effectLst>
                  <a:outerShdw blurRad="38100" dist="38100" dir="2700000" algn="tl">
                    <a:srgbClr val="000000">
                      <a:alpha val="43137"/>
                    </a:srgbClr>
                  </a:outerShdw>
                </a:effectLst>
                <a:ea typeface="宋体" charset="-122"/>
              </a:rPr>
              <a:t>a</a:t>
            </a:r>
            <a:r>
              <a:rPr lang="zh-CN" altLang="en-US" sz="2000" dirty="0">
                <a:effectLst>
                  <a:outerShdw blurRad="38100" dist="38100" dir="2700000" algn="tl">
                    <a:srgbClr val="000000">
                      <a:alpha val="43137"/>
                    </a:srgbClr>
                  </a:outerShdw>
                </a:effectLst>
                <a:ea typeface="宋体" charset="-122"/>
              </a:rPr>
              <a:t>的访问次数</a:t>
            </a:r>
            <a:endParaRPr lang="en-US" altLang="zh-CN" sz="2000" dirty="0">
              <a:effectLst>
                <a:outerShdw blurRad="38100" dist="38100" dir="2700000" algn="tl">
                  <a:srgbClr val="000000">
                    <a:alpha val="43137"/>
                  </a:srgbClr>
                </a:outerShdw>
              </a:effectLst>
              <a:ea typeface="宋体" charset="-122"/>
            </a:endParaRPr>
          </a:p>
          <a:p>
            <a:pPr defTabSz="527050" eaLnBrk="1" hangingPunct="1">
              <a:buFont typeface="Wingdings" pitchFamily="2" charset="2"/>
              <a:buNone/>
              <a:defRPr/>
            </a:pPr>
            <a:endParaRPr lang="en-US" altLang="zh-CN" sz="2000" dirty="0">
              <a:effectLst>
                <a:outerShdw blurRad="38100" dist="38100" dir="2700000" algn="tl">
                  <a:srgbClr val="000000">
                    <a:alpha val="43137"/>
                  </a:srgbClr>
                </a:outerShdw>
              </a:effectLst>
              <a:ea typeface="宋体" charset="-122"/>
            </a:endParaRPr>
          </a:p>
          <a:p>
            <a:pPr defTabSz="527050" eaLnBrk="1" hangingPunct="1">
              <a:buFont typeface="Wingdings" pitchFamily="2" charset="2"/>
              <a:buNone/>
              <a:defRPr/>
            </a:pPr>
            <a:r>
              <a:rPr lang="en-US" altLang="zh-CN" sz="2000" dirty="0">
                <a:solidFill>
                  <a:srgbClr val="FFC000"/>
                </a:solidFill>
                <a:effectLst>
                  <a:outerShdw blurRad="38100" dist="38100" dir="2700000" algn="tl">
                    <a:srgbClr val="000000">
                      <a:alpha val="43137"/>
                    </a:srgbClr>
                  </a:outerShdw>
                </a:effectLst>
                <a:ea typeface="宋体" charset="-122"/>
              </a:rPr>
              <a:t>A</a:t>
            </a:r>
            <a:r>
              <a:rPr lang="en-US" altLang="zh-CN" sz="2000" dirty="0">
                <a:effectLst>
                  <a:outerShdw blurRad="38100" dist="38100" dir="2700000" algn="tl">
                    <a:srgbClr val="000000">
                      <a:alpha val="43137"/>
                    </a:srgbClr>
                  </a:outerShdw>
                </a:effectLst>
                <a:ea typeface="宋体" charset="-122"/>
              </a:rPr>
              <a:t> </a:t>
            </a:r>
            <a:r>
              <a:rPr lang="en-US" altLang="zh-CN" sz="2000" dirty="0">
                <a:solidFill>
                  <a:srgbClr val="FFC000"/>
                </a:solidFill>
                <a:effectLst>
                  <a:outerShdw blurRad="38100" dist="38100" dir="2700000" algn="tl">
                    <a:srgbClr val="000000">
                      <a:alpha val="43137"/>
                    </a:srgbClr>
                  </a:outerShdw>
                </a:effectLst>
                <a:ea typeface="宋体" charset="-122"/>
              </a:rPr>
              <a:t>*p</a:t>
            </a:r>
            <a:r>
              <a:rPr lang="en-US" altLang="zh-CN" sz="2000" dirty="0">
                <a:effectLst>
                  <a:outerShdw blurRad="38100" dist="38100" dir="2700000" algn="tl">
                    <a:srgbClr val="000000">
                      <a:alpha val="43137"/>
                    </a:srgbClr>
                  </a:outerShdw>
                </a:effectLst>
                <a:ea typeface="宋体" charset="-122"/>
              </a:rPr>
              <a:t>=&amp;a; //p</a:t>
            </a:r>
            <a:r>
              <a:rPr lang="zh-CN" altLang="en-US" sz="2000" dirty="0">
                <a:effectLst>
                  <a:outerShdw blurRad="38100" dist="38100" dir="2700000" algn="tl">
                    <a:srgbClr val="000000">
                      <a:alpha val="43137"/>
                    </a:srgbClr>
                  </a:outerShdw>
                </a:effectLst>
                <a:ea typeface="宋体" charset="-122"/>
              </a:rPr>
              <a:t>是普通的指针</a:t>
            </a:r>
            <a:endParaRPr lang="en-US" altLang="zh-CN" sz="2000" dirty="0">
              <a:effectLst>
                <a:outerShdw blurRad="38100" dist="38100" dir="2700000" algn="tl">
                  <a:srgbClr val="000000">
                    <a:alpha val="43137"/>
                  </a:srgbClr>
                </a:outerShdw>
              </a:effectLst>
              <a:ea typeface="宋体" charset="-122"/>
            </a:endParaRPr>
          </a:p>
          <a:p>
            <a:pPr defTabSz="527050" eaLnBrk="1" hangingPunct="1">
              <a:buFont typeface="Wingdings" pitchFamily="2" charset="2"/>
              <a:buNone/>
              <a:defRPr/>
            </a:pPr>
            <a:r>
              <a:rPr lang="en-US" altLang="zh-CN" sz="2000" dirty="0">
                <a:effectLst>
                  <a:outerShdw blurRad="38100" dist="38100" dir="2700000" algn="tl">
                    <a:srgbClr val="000000">
                      <a:alpha val="43137"/>
                    </a:srgbClr>
                  </a:outerShdw>
                </a:effectLst>
                <a:ea typeface="宋体" charset="-122"/>
              </a:rPr>
              <a:t>p-&gt;f(); //</a:t>
            </a:r>
            <a:r>
              <a:rPr lang="zh-CN" altLang="en-US" sz="2000" dirty="0">
                <a:effectLst>
                  <a:outerShdw blurRad="38100" dist="38100" dir="2700000" algn="tl">
                    <a:srgbClr val="000000">
                      <a:alpha val="43137"/>
                    </a:srgbClr>
                  </a:outerShdw>
                </a:effectLst>
                <a:ea typeface="宋体" charset="-122"/>
              </a:rPr>
              <a:t>访问</a:t>
            </a:r>
            <a:r>
              <a:rPr lang="en-US" altLang="zh-CN" sz="2000" dirty="0">
                <a:effectLst>
                  <a:outerShdw blurRad="38100" dist="38100" dir="2700000" algn="tl">
                    <a:srgbClr val="000000">
                      <a:alpha val="43137"/>
                    </a:srgbClr>
                  </a:outerShdw>
                </a:effectLst>
                <a:ea typeface="宋体" charset="-122"/>
              </a:rPr>
              <a:t>a</a:t>
            </a:r>
            <a:r>
              <a:rPr lang="zh-CN" altLang="en-US" sz="2000" dirty="0">
                <a:effectLst>
                  <a:outerShdw blurRad="38100" dist="38100" dir="2700000" algn="tl">
                    <a:srgbClr val="000000">
                      <a:alpha val="43137"/>
                    </a:srgbClr>
                  </a:outerShdw>
                </a:effectLst>
                <a:ea typeface="宋体" charset="-122"/>
              </a:rPr>
              <a:t>的成员</a:t>
            </a:r>
            <a:r>
              <a:rPr lang="en-US" altLang="zh-CN" sz="2000" dirty="0">
                <a:effectLst>
                  <a:outerShdw blurRad="38100" dist="38100" dir="2700000" algn="tl">
                    <a:srgbClr val="000000">
                      <a:alpha val="43137"/>
                    </a:srgbClr>
                  </a:outerShdw>
                </a:effectLst>
                <a:ea typeface="宋体" charset="-122"/>
              </a:rPr>
              <a:t>f</a:t>
            </a:r>
          </a:p>
        </p:txBody>
      </p:sp>
      <p:sp>
        <p:nvSpPr>
          <p:cNvPr id="6" name="TextBox 5">
            <a:extLst>
              <a:ext uri="{FF2B5EF4-FFF2-40B4-BE49-F238E27FC236}">
                <a16:creationId xmlns:a16="http://schemas.microsoft.com/office/drawing/2014/main" id="{3FF00663-37CB-5581-78ED-821892E5BF49}"/>
              </a:ext>
            </a:extLst>
          </p:cNvPr>
          <p:cNvSpPr txBox="1"/>
          <p:nvPr/>
        </p:nvSpPr>
        <p:spPr>
          <a:xfrm>
            <a:off x="3708400" y="5300663"/>
            <a:ext cx="923925" cy="400050"/>
          </a:xfrm>
          <a:prstGeom prst="rect">
            <a:avLst/>
          </a:prstGeom>
          <a:solidFill>
            <a:schemeClr val="bg2">
              <a:lumMod val="60000"/>
              <a:lumOff val="40000"/>
            </a:schemeClr>
          </a:solidFill>
        </p:spPr>
        <p:txBody>
          <a:bodyPr wrap="none">
            <a:spAutoFit/>
          </a:bodyPr>
          <a:lstStyle/>
          <a:p>
            <a:pPr eaLnBrk="1" hangingPunct="1">
              <a:defRPr/>
            </a:pPr>
            <a:r>
              <a:rPr lang="en-US" altLang="zh-CN" sz="2000" dirty="0">
                <a:solidFill>
                  <a:srgbClr val="FFC000"/>
                </a:solidFill>
                <a:ea typeface="宋体" charset="-122"/>
              </a:rPr>
              <a:t>p-&gt;z;</a:t>
            </a:r>
            <a:endParaRPr lang="zh-CN" altLang="en-US" sz="2000" dirty="0">
              <a:ea typeface="宋体" charset="-122"/>
            </a:endParaRPr>
          </a:p>
        </p:txBody>
      </p:sp>
      <p:sp>
        <p:nvSpPr>
          <p:cNvPr id="7" name="TextBox 6">
            <a:extLst>
              <a:ext uri="{FF2B5EF4-FFF2-40B4-BE49-F238E27FC236}">
                <a16:creationId xmlns:a16="http://schemas.microsoft.com/office/drawing/2014/main" id="{5672741E-84CC-4BB5-5615-4A3D414860BD}"/>
              </a:ext>
            </a:extLst>
          </p:cNvPr>
          <p:cNvSpPr txBox="1"/>
          <p:nvPr/>
        </p:nvSpPr>
        <p:spPr>
          <a:xfrm>
            <a:off x="8175625" y="1212850"/>
            <a:ext cx="860425" cy="400050"/>
          </a:xfrm>
          <a:prstGeom prst="rect">
            <a:avLst/>
          </a:prstGeom>
          <a:solidFill>
            <a:schemeClr val="bg2">
              <a:lumMod val="60000"/>
              <a:lumOff val="40000"/>
            </a:schemeClr>
          </a:solidFill>
        </p:spPr>
        <p:txBody>
          <a:bodyPr wrap="none">
            <a:spAutoFit/>
          </a:bodyPr>
          <a:lstStyle/>
          <a:p>
            <a:pPr eaLnBrk="1" hangingPunct="1">
              <a:defRPr/>
            </a:pPr>
            <a:r>
              <a:rPr lang="en-US" altLang="zh-CN" sz="2000" dirty="0" err="1">
                <a:solidFill>
                  <a:srgbClr val="FFC000"/>
                </a:solidFill>
                <a:ea typeface="宋体" charset="-122"/>
              </a:rPr>
              <a:t>int</a:t>
            </a:r>
            <a:r>
              <a:rPr lang="en-US" altLang="zh-CN" sz="2000" dirty="0">
                <a:solidFill>
                  <a:srgbClr val="FFC000"/>
                </a:solidFill>
                <a:ea typeface="宋体" charset="-122"/>
              </a:rPr>
              <a:t> z;</a:t>
            </a:r>
            <a:endParaRPr lang="zh-CN" altLang="en-US" sz="2000" dirty="0">
              <a:solidFill>
                <a:srgbClr val="FFC000"/>
              </a:solidFill>
              <a:ea typeface="宋体" charset="-122"/>
            </a:endParaRPr>
          </a:p>
        </p:txBody>
      </p:sp>
      <p:sp>
        <p:nvSpPr>
          <p:cNvPr id="8" name="TextBox 6">
            <a:extLst>
              <a:ext uri="{FF2B5EF4-FFF2-40B4-BE49-F238E27FC236}">
                <a16:creationId xmlns:a16="http://schemas.microsoft.com/office/drawing/2014/main" id="{580F4677-577E-FDC2-0714-54669B640E42}"/>
              </a:ext>
            </a:extLst>
          </p:cNvPr>
          <p:cNvSpPr txBox="1"/>
          <p:nvPr/>
        </p:nvSpPr>
        <p:spPr>
          <a:xfrm>
            <a:off x="533400" y="5692775"/>
            <a:ext cx="4110038" cy="400050"/>
          </a:xfrm>
          <a:prstGeom prst="rect">
            <a:avLst/>
          </a:prstGeom>
          <a:solidFill>
            <a:schemeClr val="bg2">
              <a:lumMod val="60000"/>
              <a:lumOff val="40000"/>
            </a:schemeClr>
          </a:solidFill>
        </p:spPr>
        <p:txBody>
          <a:bodyPr wrap="none">
            <a:spAutoFit/>
          </a:bodyPr>
          <a:lstStyle/>
          <a:p>
            <a:pPr eaLnBrk="1" hangingPunct="1">
              <a:defRPr/>
            </a:pPr>
            <a:r>
              <a:rPr lang="en-US" altLang="zh-CN" sz="2000" dirty="0">
                <a:solidFill>
                  <a:srgbClr val="FFC000"/>
                </a:solidFill>
                <a:ea typeface="宋体" charset="-122"/>
              </a:rPr>
              <a:t>//</a:t>
            </a:r>
            <a:r>
              <a:rPr lang="zh-CN" altLang="en-US" sz="2000" dirty="0">
                <a:solidFill>
                  <a:srgbClr val="FFC000"/>
                </a:solidFill>
                <a:ea typeface="宋体" charset="-122"/>
              </a:rPr>
              <a:t>也能对数据成员的访问进行计数</a:t>
            </a:r>
            <a:r>
              <a:rPr lang="en-US" altLang="zh-CN" sz="2000" dirty="0">
                <a:solidFill>
                  <a:srgbClr val="FFC000"/>
                </a:solidFill>
                <a:ea typeface="宋体" charset="-122"/>
              </a:rPr>
              <a:t>!</a:t>
            </a:r>
            <a:endParaRPr lang="zh-CN" altLang="en-US" sz="2000" dirty="0">
              <a:solidFill>
                <a:srgbClr val="FFC000"/>
              </a:solidFill>
              <a:ea typeface="宋体"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70691">
                                            <p:txEl>
                                              <p:pRg st="15" end="15"/>
                                            </p:txEl>
                                          </p:spTgt>
                                        </p:tgtEl>
                                        <p:attrNameLst>
                                          <p:attrName>style.visibility</p:attrName>
                                        </p:attrNameLst>
                                      </p:cBhvr>
                                      <p:to>
                                        <p:strVal val="visible"/>
                                      </p:to>
                                    </p:set>
                                    <p:anim calcmode="lin" valueType="num">
                                      <p:cBhvr additive="base">
                                        <p:cTn id="7" dur="500" fill="hold"/>
                                        <p:tgtEl>
                                          <p:spTgt spid="370691">
                                            <p:txEl>
                                              <p:pRg st="15" end="1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0691">
                                            <p:txEl>
                                              <p:pRg st="15" end="1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70691">
                                            <p:txEl>
                                              <p:pRg st="16" end="16"/>
                                            </p:txEl>
                                          </p:spTgt>
                                        </p:tgtEl>
                                        <p:attrNameLst>
                                          <p:attrName>style.visibility</p:attrName>
                                        </p:attrNameLst>
                                      </p:cBhvr>
                                      <p:to>
                                        <p:strVal val="visible"/>
                                      </p:to>
                                    </p:set>
                                    <p:anim calcmode="lin" valueType="num">
                                      <p:cBhvr additive="base">
                                        <p:cTn id="11" dur="500" fill="hold"/>
                                        <p:tgtEl>
                                          <p:spTgt spid="370691">
                                            <p:txEl>
                                              <p:pRg st="16" end="1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70691">
                                            <p:txEl>
                                              <p:pRg st="16" end="1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70691">
                                            <p:txEl>
                                              <p:pRg st="17" end="17"/>
                                            </p:txEl>
                                          </p:spTgt>
                                        </p:tgtEl>
                                        <p:attrNameLst>
                                          <p:attrName>style.visibility</p:attrName>
                                        </p:attrNameLst>
                                      </p:cBhvr>
                                      <p:to>
                                        <p:strVal val="visible"/>
                                      </p:to>
                                    </p:set>
                                    <p:anim calcmode="lin" valueType="num">
                                      <p:cBhvr additive="base">
                                        <p:cTn id="15" dur="500" fill="hold"/>
                                        <p:tgtEl>
                                          <p:spTgt spid="370691">
                                            <p:txEl>
                                              <p:pRg st="17" end="1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70691">
                                            <p:txEl>
                                              <p:pRg st="17" end="1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 calcmode="lin" valueType="num">
                                      <p:cBhvr additive="base">
                                        <p:cTn id="19" dur="7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0" dur="700" fill="hold"/>
                                        <p:tgtEl>
                                          <p:spTgt spid="4">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anim calcmode="lin" valueType="num">
                                      <p:cBhvr additive="base">
                                        <p:cTn id="2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 calcmode="lin" valueType="num">
                                      <p:cBhvr additive="base">
                                        <p:cTn id="2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ppt_x"/>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ppt_x"/>
                                          </p:val>
                                        </p:tav>
                                        <p:tav tm="100000">
                                          <p:val>
                                            <p:strVal val="#ppt_x"/>
                                          </p:val>
                                        </p:tav>
                                      </p:tavLst>
                                    </p:anim>
                                    <p:anim calcmode="lin" valueType="num">
                                      <p:cBhvr additive="base">
                                        <p:cTn id="38" dur="500" fill="hold"/>
                                        <p:tgtEl>
                                          <p:spTgt spid="7"/>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additive="base">
                                        <p:cTn id="41" dur="500" fill="hold"/>
                                        <p:tgtEl>
                                          <p:spTgt spid="8"/>
                                        </p:tgtEl>
                                        <p:attrNameLst>
                                          <p:attrName>ppt_x</p:attrName>
                                        </p:attrNameLst>
                                      </p:cBhvr>
                                      <p:tavLst>
                                        <p:tav tm="0">
                                          <p:val>
                                            <p:strVal val="#ppt_x"/>
                                          </p:val>
                                        </p:tav>
                                        <p:tav tm="100000">
                                          <p:val>
                                            <p:strVal val="#ppt_x"/>
                                          </p:val>
                                        </p:tav>
                                      </p:tavLst>
                                    </p:anim>
                                    <p:anim calcmode="lin" valueType="num">
                                      <p:cBhvr additive="base">
                                        <p:cTn id="4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anim calcmode="lin" valueType="num">
                                      <p:cBhvr additive="base">
                                        <p:cTn id="47"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txEl>
                                              <p:pRg st="9" end="9"/>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4">
                                            <p:txEl>
                                              <p:pRg st="10" end="10"/>
                                            </p:txEl>
                                          </p:spTgt>
                                        </p:tgtEl>
                                        <p:attrNameLst>
                                          <p:attrName>style.visibility</p:attrName>
                                        </p:attrNameLst>
                                      </p:cBhvr>
                                      <p:to>
                                        <p:strVal val="visible"/>
                                      </p:to>
                                    </p:set>
                                    <p:anim calcmode="lin" valueType="num">
                                      <p:cBhvr additive="base">
                                        <p:cTn id="51"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DBA35AF-5B4E-FEA4-66D4-AC2B8DAF165D}"/>
              </a:ext>
            </a:extLst>
          </p:cNvPr>
          <p:cNvSpPr>
            <a:spLocks noGrp="1"/>
          </p:cNvSpPr>
          <p:nvPr>
            <p:ph idx="1"/>
          </p:nvPr>
        </p:nvSpPr>
        <p:spPr>
          <a:xfrm>
            <a:off x="107950" y="188913"/>
            <a:ext cx="8578850" cy="6553200"/>
          </a:xfrm>
        </p:spPr>
        <p:txBody>
          <a:bodyPr>
            <a:normAutofit fontScale="85000" lnSpcReduction="20000"/>
          </a:bodyPr>
          <a:lstStyle/>
          <a:p>
            <a:pPr eaLnBrk="1" hangingPunct="1">
              <a:lnSpc>
                <a:spcPct val="120000"/>
              </a:lnSpc>
              <a:defRPr/>
            </a:pPr>
            <a:r>
              <a:rPr lang="zh-CN" altLang="en-US" dirty="0"/>
              <a:t>为了完全模拟普通指针的功能，针对指针类，还可以重载“</a:t>
            </a:r>
            <a:r>
              <a:rPr lang="en-US" altLang="zh-CN" dirty="0"/>
              <a:t>*</a:t>
            </a:r>
            <a:r>
              <a:rPr lang="zh-CN" altLang="en-US" dirty="0"/>
              <a:t>”（对象间接访问）、“</a:t>
            </a:r>
            <a:r>
              <a:rPr lang="en-US" altLang="zh-CN" dirty="0"/>
              <a:t>[]</a:t>
            </a:r>
            <a:r>
              <a:rPr lang="zh-CN" altLang="en-US" dirty="0"/>
              <a:t>”、“</a:t>
            </a:r>
            <a:r>
              <a:rPr lang="en-US" altLang="zh-CN" dirty="0"/>
              <a:t>+</a:t>
            </a:r>
            <a:r>
              <a:rPr lang="zh-CN" altLang="en-US" dirty="0"/>
              <a:t>”、“</a:t>
            </a:r>
            <a:r>
              <a:rPr lang="en-US" altLang="zh-CN" dirty="0"/>
              <a:t>-</a:t>
            </a:r>
            <a:r>
              <a:rPr lang="zh-CN" altLang="en-US" dirty="0"/>
              <a:t>”、“</a:t>
            </a:r>
            <a:r>
              <a:rPr lang="en-US" altLang="zh-CN" dirty="0"/>
              <a:t>++</a:t>
            </a:r>
            <a:r>
              <a:rPr lang="zh-CN" altLang="en-US" dirty="0"/>
              <a:t>”、“</a:t>
            </a:r>
            <a:r>
              <a:rPr lang="en-US" altLang="zh-CN" dirty="0"/>
              <a:t>--</a:t>
            </a:r>
            <a:r>
              <a:rPr lang="zh-CN" altLang="en-US" dirty="0"/>
              <a:t>”、“</a:t>
            </a:r>
            <a:r>
              <a:rPr lang="en-US" altLang="zh-CN" dirty="0"/>
              <a:t>=</a:t>
            </a:r>
            <a:r>
              <a:rPr lang="zh-CN" altLang="en-US" dirty="0"/>
              <a:t>”等操作符：</a:t>
            </a:r>
            <a:endParaRPr lang="en-US" altLang="zh-CN" dirty="0"/>
          </a:p>
          <a:p>
            <a:pPr lvl="1" eaLnBrk="1" hangingPunct="1">
              <a:lnSpc>
                <a:spcPct val="120000"/>
              </a:lnSpc>
              <a:buFont typeface="Wingdings" pitchFamily="2" charset="2"/>
              <a:buNone/>
              <a:defRPr/>
            </a:pPr>
            <a:endParaRPr lang="en-GB" altLang="zh-CN" sz="2400" dirty="0"/>
          </a:p>
          <a:p>
            <a:pPr lvl="1" eaLnBrk="1" hangingPunct="1">
              <a:lnSpc>
                <a:spcPct val="120000"/>
              </a:lnSpc>
              <a:buFont typeface="Wingdings" pitchFamily="2" charset="2"/>
              <a:buNone/>
              <a:defRPr/>
            </a:pPr>
            <a:r>
              <a:rPr lang="en-GB" altLang="zh-CN" sz="2400" dirty="0"/>
              <a:t>class </a:t>
            </a:r>
            <a:r>
              <a:rPr lang="en-GB" altLang="zh-CN" sz="2400" dirty="0" err="1"/>
              <a:t>PtrA</a:t>
            </a:r>
            <a:r>
              <a:rPr lang="en-GB" altLang="zh-CN" sz="2400" dirty="0"/>
              <a:t>  //</a:t>
            </a:r>
            <a:r>
              <a:rPr lang="zh-CN" altLang="en-GB" sz="2400" dirty="0">
                <a:solidFill>
                  <a:srgbClr val="FFC000"/>
                </a:solidFill>
              </a:rPr>
              <a:t>指针类</a:t>
            </a:r>
          </a:p>
          <a:p>
            <a:pPr lvl="1" eaLnBrk="1" hangingPunct="1">
              <a:lnSpc>
                <a:spcPct val="120000"/>
              </a:lnSpc>
              <a:buFont typeface="Wingdings" pitchFamily="2" charset="2"/>
              <a:buNone/>
              <a:defRPr/>
            </a:pPr>
            <a:r>
              <a:rPr lang="en-GB" altLang="zh-CN" sz="2400" dirty="0"/>
              <a:t>{		 A *</a:t>
            </a:r>
            <a:r>
              <a:rPr lang="en-GB" altLang="zh-CN" sz="2400" dirty="0" err="1"/>
              <a:t>p_a</a:t>
            </a:r>
            <a:r>
              <a:rPr lang="en-GB" altLang="zh-CN" sz="2400" dirty="0"/>
              <a:t>;</a:t>
            </a:r>
          </a:p>
          <a:p>
            <a:pPr lvl="1" eaLnBrk="1" hangingPunct="1">
              <a:lnSpc>
                <a:spcPct val="120000"/>
              </a:lnSpc>
              <a:buFont typeface="Wingdings" pitchFamily="2" charset="2"/>
              <a:buNone/>
              <a:defRPr/>
            </a:pPr>
            <a:r>
              <a:rPr lang="en-GB" altLang="zh-CN" sz="2400" dirty="0"/>
              <a:t>  public:</a:t>
            </a:r>
          </a:p>
          <a:p>
            <a:pPr lvl="1" eaLnBrk="1" hangingPunct="1">
              <a:lnSpc>
                <a:spcPct val="120000"/>
              </a:lnSpc>
              <a:buFont typeface="Wingdings" pitchFamily="2" charset="2"/>
              <a:buNone/>
              <a:defRPr/>
            </a:pPr>
            <a:r>
              <a:rPr lang="en-GB" altLang="zh-CN" sz="2400" dirty="0"/>
              <a:t>		</a:t>
            </a:r>
            <a:r>
              <a:rPr lang="en-US" altLang="zh-CN" sz="2400" dirty="0" err="1"/>
              <a:t>PtrA</a:t>
            </a:r>
            <a:r>
              <a:rPr lang="en-US" altLang="zh-CN" sz="2400" dirty="0"/>
              <a:t>(A *p) { </a:t>
            </a:r>
            <a:r>
              <a:rPr lang="en-US" altLang="zh-CN" sz="2400" dirty="0" err="1"/>
              <a:t>p_a</a:t>
            </a:r>
            <a:r>
              <a:rPr lang="en-US" altLang="zh-CN" sz="2400" dirty="0"/>
              <a:t> = p; }</a:t>
            </a:r>
          </a:p>
          <a:p>
            <a:pPr lvl="1" eaLnBrk="1" hangingPunct="1">
              <a:lnSpc>
                <a:spcPct val="120000"/>
              </a:lnSpc>
              <a:buFont typeface="Wingdings" pitchFamily="2" charset="2"/>
              <a:buNone/>
              <a:defRPr/>
            </a:pPr>
            <a:r>
              <a:rPr lang="en-US" altLang="zh-CN" sz="2400" dirty="0"/>
              <a:t>		A *operator -&gt;() { return </a:t>
            </a:r>
            <a:r>
              <a:rPr lang="en-US" altLang="zh-CN" sz="2400" dirty="0" err="1"/>
              <a:t>p_a</a:t>
            </a:r>
            <a:r>
              <a:rPr lang="en-US" altLang="zh-CN" sz="2400" dirty="0"/>
              <a:t>; }</a:t>
            </a:r>
          </a:p>
          <a:p>
            <a:pPr lvl="1" eaLnBrk="1" hangingPunct="1">
              <a:lnSpc>
                <a:spcPct val="120000"/>
              </a:lnSpc>
              <a:buFont typeface="Wingdings" pitchFamily="2" charset="2"/>
              <a:buNone/>
              <a:defRPr/>
            </a:pPr>
            <a:r>
              <a:rPr lang="en-GB" altLang="zh-CN" sz="2400" dirty="0">
                <a:solidFill>
                  <a:schemeClr val="folHlink"/>
                </a:solidFill>
              </a:rPr>
              <a:t>		</a:t>
            </a:r>
            <a:r>
              <a:rPr lang="en-GB" altLang="zh-CN" sz="2400" dirty="0"/>
              <a:t>A&amp;</a:t>
            </a:r>
            <a:r>
              <a:rPr lang="en-GB" altLang="zh-CN" sz="2400" dirty="0">
                <a:solidFill>
                  <a:schemeClr val="folHlink"/>
                </a:solidFill>
              </a:rPr>
              <a:t> operator *</a:t>
            </a:r>
            <a:r>
              <a:rPr lang="en-GB" altLang="zh-CN" sz="2400" dirty="0"/>
              <a:t>()</a:t>
            </a:r>
            <a:endParaRPr lang="zh-CN" altLang="en-GB" sz="2400" dirty="0"/>
          </a:p>
          <a:p>
            <a:pPr lvl="1" eaLnBrk="1" hangingPunct="1">
              <a:lnSpc>
                <a:spcPct val="120000"/>
              </a:lnSpc>
              <a:buFont typeface="Wingdings" pitchFamily="2" charset="2"/>
              <a:buNone/>
              <a:defRPr/>
            </a:pPr>
            <a:r>
              <a:rPr lang="zh-CN" altLang="en-GB" sz="2400" dirty="0"/>
              <a:t>		</a:t>
            </a:r>
            <a:r>
              <a:rPr lang="en-GB" altLang="zh-CN" sz="2400" dirty="0"/>
              <a:t>{ return *</a:t>
            </a:r>
            <a:r>
              <a:rPr lang="en-GB" altLang="zh-CN" sz="2400" dirty="0" err="1"/>
              <a:t>p_a</a:t>
            </a:r>
            <a:r>
              <a:rPr lang="en-GB" altLang="zh-CN" sz="2400" dirty="0"/>
              <a:t>; </a:t>
            </a:r>
          </a:p>
          <a:p>
            <a:pPr lvl="1" eaLnBrk="1" hangingPunct="1">
              <a:lnSpc>
                <a:spcPct val="120000"/>
              </a:lnSpc>
              <a:buFont typeface="Wingdings" pitchFamily="2" charset="2"/>
              <a:buNone/>
              <a:defRPr/>
            </a:pPr>
            <a:r>
              <a:rPr lang="en-GB" altLang="zh-CN" sz="2400" dirty="0"/>
              <a:t>		}</a:t>
            </a:r>
          </a:p>
          <a:p>
            <a:pPr lvl="1" eaLnBrk="1" hangingPunct="1">
              <a:lnSpc>
                <a:spcPct val="120000"/>
              </a:lnSpc>
              <a:buFont typeface="Wingdings" pitchFamily="2" charset="2"/>
              <a:buNone/>
              <a:defRPr/>
            </a:pPr>
            <a:r>
              <a:rPr lang="en-GB" altLang="zh-CN" sz="2400" dirty="0"/>
              <a:t>		A&amp;</a:t>
            </a:r>
            <a:r>
              <a:rPr lang="en-GB" altLang="zh-CN" sz="2400" dirty="0">
                <a:solidFill>
                  <a:schemeClr val="folHlink"/>
                </a:solidFill>
              </a:rPr>
              <a:t> operator []</a:t>
            </a:r>
            <a:r>
              <a:rPr lang="en-GB" altLang="zh-CN" sz="2400" dirty="0"/>
              <a:t>(</a:t>
            </a:r>
            <a:r>
              <a:rPr lang="en-GB" altLang="zh-CN" sz="2400" dirty="0" err="1"/>
              <a:t>int</a:t>
            </a:r>
            <a:r>
              <a:rPr lang="en-GB" altLang="zh-CN" sz="2400" dirty="0"/>
              <a:t> </a:t>
            </a:r>
            <a:r>
              <a:rPr lang="en-GB" altLang="zh-CN" sz="2400" dirty="0" err="1"/>
              <a:t>i</a:t>
            </a:r>
            <a:r>
              <a:rPr lang="en-GB" altLang="zh-CN" sz="2400" dirty="0"/>
              <a:t>)</a:t>
            </a:r>
            <a:endParaRPr lang="zh-CN" altLang="en-GB" sz="2400" dirty="0"/>
          </a:p>
          <a:p>
            <a:pPr lvl="1" eaLnBrk="1" hangingPunct="1">
              <a:lnSpc>
                <a:spcPct val="120000"/>
              </a:lnSpc>
              <a:buFont typeface="Wingdings" pitchFamily="2" charset="2"/>
              <a:buNone/>
              <a:defRPr/>
            </a:pPr>
            <a:r>
              <a:rPr lang="zh-CN" altLang="en-GB" sz="2400" dirty="0"/>
              <a:t>		</a:t>
            </a:r>
            <a:r>
              <a:rPr lang="en-GB" altLang="zh-CN" sz="2400" dirty="0"/>
              <a:t>{ return </a:t>
            </a:r>
            <a:r>
              <a:rPr lang="en-GB" altLang="zh-CN" sz="2400" dirty="0" err="1"/>
              <a:t>p_a</a:t>
            </a:r>
            <a:r>
              <a:rPr lang="en-GB" altLang="zh-CN" sz="2400" dirty="0"/>
              <a:t>[</a:t>
            </a:r>
            <a:r>
              <a:rPr lang="en-GB" altLang="zh-CN" sz="2400" dirty="0" err="1"/>
              <a:t>i</a:t>
            </a:r>
            <a:r>
              <a:rPr lang="en-GB" altLang="zh-CN" sz="2400" dirty="0"/>
              <a:t>]; </a:t>
            </a:r>
          </a:p>
          <a:p>
            <a:pPr lvl="1" eaLnBrk="1" hangingPunct="1">
              <a:lnSpc>
                <a:spcPct val="120000"/>
              </a:lnSpc>
              <a:buFont typeface="Wingdings" pitchFamily="2" charset="2"/>
              <a:buNone/>
              <a:defRPr/>
            </a:pPr>
            <a:r>
              <a:rPr lang="en-GB" altLang="zh-CN" sz="2400" dirty="0"/>
              <a:t>		}</a:t>
            </a:r>
          </a:p>
          <a:p>
            <a:pPr lvl="1" eaLnBrk="1" hangingPunct="1">
              <a:lnSpc>
                <a:spcPct val="120000"/>
              </a:lnSpc>
              <a:buFont typeface="Wingdings" pitchFamily="2" charset="2"/>
              <a:buNone/>
              <a:defRPr/>
            </a:pPr>
            <a:r>
              <a:rPr lang="en-GB" altLang="zh-CN" sz="2400" dirty="0"/>
              <a:t>		</a:t>
            </a:r>
            <a:r>
              <a:rPr lang="en-US" altLang="zh-CN" sz="2400" dirty="0">
                <a:solidFill>
                  <a:schemeClr val="folHlink"/>
                </a:solidFill>
              </a:rPr>
              <a:t>......</a:t>
            </a:r>
            <a:endParaRPr lang="en-GB" altLang="zh-CN" sz="2400" dirty="0"/>
          </a:p>
          <a:p>
            <a:pPr lvl="1" eaLnBrk="1" hangingPunct="1">
              <a:lnSpc>
                <a:spcPct val="120000"/>
              </a:lnSpc>
              <a:buFont typeface="Wingdings" pitchFamily="2" charset="2"/>
              <a:buNone/>
              <a:defRPr/>
            </a:pPr>
            <a:r>
              <a:rPr lang="en-GB" altLang="zh-CN" sz="2400" dirty="0"/>
              <a:t>};</a:t>
            </a:r>
          </a:p>
          <a:p>
            <a:pPr lvl="1" eaLnBrk="1" hangingPunct="1">
              <a:lnSpc>
                <a:spcPct val="120000"/>
              </a:lnSpc>
              <a:defRPr/>
            </a:pPr>
            <a:endParaRPr lang="zh-CN" altLang="en-US" dirty="0"/>
          </a:p>
        </p:txBody>
      </p:sp>
      <p:sp>
        <p:nvSpPr>
          <p:cNvPr id="4" name="Text Box 0">
            <a:extLst>
              <a:ext uri="{FF2B5EF4-FFF2-40B4-BE49-F238E27FC236}">
                <a16:creationId xmlns:a16="http://schemas.microsoft.com/office/drawing/2014/main" id="{C2FA9430-2989-5673-98A8-4F6E5867B37F}"/>
              </a:ext>
            </a:extLst>
          </p:cNvPr>
          <p:cNvSpPr txBox="1">
            <a:spLocks noChangeArrowheads="1"/>
          </p:cNvSpPr>
          <p:nvPr/>
        </p:nvSpPr>
        <p:spPr bwMode="auto">
          <a:xfrm>
            <a:off x="5580063" y="1889125"/>
            <a:ext cx="3492500" cy="4484688"/>
          </a:xfrm>
          <a:prstGeom prst="rect">
            <a:avLst/>
          </a:prstGeom>
          <a:solidFill>
            <a:schemeClr val="bg1">
              <a:lumMod val="50000"/>
            </a:schemeClr>
          </a:solidFill>
          <a:ln w="9525">
            <a:noFill/>
            <a:miter lim="800000"/>
            <a:headEnd/>
            <a:tailEnd/>
          </a:ln>
          <a:effectLst/>
        </p:spPr>
        <p:txBody>
          <a:bodyPr>
            <a:spAutoFit/>
          </a:bodyPr>
          <a:lstStyle/>
          <a:p>
            <a:pPr defTabSz="527050" eaLnBrk="1" hangingPunct="1">
              <a:lnSpc>
                <a:spcPct val="120000"/>
              </a:lnSpc>
              <a:buFont typeface="Wingdings" pitchFamily="2" charset="2"/>
              <a:buNone/>
              <a:defRPr/>
            </a:pPr>
            <a:r>
              <a:rPr lang="en-GB" altLang="zh-CN" sz="2000" dirty="0">
                <a:effectLst>
                  <a:outerShdw blurRad="38100" dist="38100" dir="2700000" algn="tl">
                    <a:srgbClr val="000000">
                      <a:alpha val="43137"/>
                    </a:srgbClr>
                  </a:outerShdw>
                </a:effectLst>
                <a:ea typeface="宋体" charset="-122"/>
              </a:rPr>
              <a:t>A a[10];</a:t>
            </a:r>
          </a:p>
          <a:p>
            <a:pPr defTabSz="527050" eaLnBrk="1" hangingPunct="1">
              <a:lnSpc>
                <a:spcPct val="120000"/>
              </a:lnSpc>
              <a:buFont typeface="Wingdings" pitchFamily="2" charset="2"/>
              <a:buNone/>
              <a:defRPr/>
            </a:pPr>
            <a:r>
              <a:rPr lang="en-GB" altLang="zh-CN" sz="2000" dirty="0">
                <a:effectLst>
                  <a:outerShdw blurRad="38100" dist="38100" dir="2700000" algn="tl">
                    <a:srgbClr val="000000">
                      <a:alpha val="43137"/>
                    </a:srgbClr>
                  </a:outerShdw>
                </a:effectLst>
                <a:ea typeface="宋体" charset="-122"/>
              </a:rPr>
              <a:t>A *p=&amp;a[0]; //</a:t>
            </a:r>
            <a:r>
              <a:rPr lang="zh-CN" altLang="en-US" sz="2000" dirty="0">
                <a:effectLst>
                  <a:outerShdw blurRad="38100" dist="38100" dir="2700000" algn="tl">
                    <a:srgbClr val="000000">
                      <a:alpha val="43137"/>
                    </a:srgbClr>
                  </a:outerShdw>
                </a:effectLst>
                <a:ea typeface="宋体" charset="-122"/>
              </a:rPr>
              <a:t>普通指针</a:t>
            </a:r>
            <a:endParaRPr lang="en-GB" altLang="zh-CN" sz="2000" dirty="0">
              <a:effectLst>
                <a:outerShdw blurRad="38100" dist="38100" dir="2700000" algn="tl">
                  <a:srgbClr val="000000">
                    <a:alpha val="43137"/>
                  </a:srgbClr>
                </a:outerShdw>
              </a:effectLst>
              <a:ea typeface="宋体" charset="-122"/>
            </a:endParaRPr>
          </a:p>
          <a:p>
            <a:pPr defTabSz="527050" eaLnBrk="1" hangingPunct="1">
              <a:lnSpc>
                <a:spcPct val="120000"/>
              </a:lnSpc>
              <a:buFont typeface="Wingdings" pitchFamily="2" charset="2"/>
              <a:buNone/>
              <a:defRPr/>
            </a:pPr>
            <a:r>
              <a:rPr lang="en-GB" altLang="zh-CN" sz="2000" dirty="0">
                <a:effectLst>
                  <a:outerShdw blurRad="38100" dist="38100" dir="2700000" algn="tl">
                    <a:srgbClr val="000000">
                      <a:alpha val="43137"/>
                    </a:srgbClr>
                  </a:outerShdw>
                </a:effectLst>
                <a:ea typeface="宋体" charset="-122"/>
              </a:rPr>
              <a:t>p-&gt;f();</a:t>
            </a:r>
            <a:r>
              <a:rPr lang="en-US" altLang="zh-CN" sz="2000" dirty="0">
                <a:effectLst>
                  <a:outerShdw blurRad="38100" dist="38100" dir="2700000" algn="tl">
                    <a:srgbClr val="000000">
                      <a:alpha val="43137"/>
                    </a:srgbClr>
                  </a:outerShdw>
                </a:effectLst>
                <a:ea typeface="宋体" charset="-122"/>
              </a:rPr>
              <a:t> //a[0].f();</a:t>
            </a:r>
            <a:endParaRPr lang="en-GB" altLang="zh-CN" sz="2000" dirty="0">
              <a:effectLst>
                <a:outerShdw blurRad="38100" dist="38100" dir="2700000" algn="tl">
                  <a:srgbClr val="000000">
                    <a:alpha val="43137"/>
                  </a:srgbClr>
                </a:outerShdw>
              </a:effectLst>
              <a:ea typeface="宋体" charset="-122"/>
            </a:endParaRPr>
          </a:p>
          <a:p>
            <a:pPr defTabSz="527050" eaLnBrk="1" hangingPunct="1">
              <a:lnSpc>
                <a:spcPct val="120000"/>
              </a:lnSpc>
              <a:buFont typeface="Wingdings" pitchFamily="2" charset="2"/>
              <a:buNone/>
              <a:defRPr/>
            </a:pPr>
            <a:r>
              <a:rPr lang="en-GB" altLang="zh-CN" sz="2000" dirty="0">
                <a:effectLst>
                  <a:outerShdw blurRad="38100" dist="38100" dir="2700000" algn="tl">
                    <a:srgbClr val="000000">
                      <a:alpha val="43137"/>
                    </a:srgbClr>
                  </a:outerShdw>
                </a:effectLst>
                <a:ea typeface="宋体" charset="-122"/>
              </a:rPr>
              <a:t>(*p).f();</a:t>
            </a:r>
            <a:r>
              <a:rPr lang="en-US" altLang="zh-CN" sz="2000" dirty="0">
                <a:effectLst>
                  <a:outerShdw blurRad="38100" dist="38100" dir="2700000" algn="tl">
                    <a:srgbClr val="000000">
                      <a:alpha val="43137"/>
                    </a:srgbClr>
                  </a:outerShdw>
                </a:effectLst>
                <a:ea typeface="宋体" charset="-122"/>
              </a:rPr>
              <a:t> //a[0].f();</a:t>
            </a:r>
            <a:endParaRPr lang="en-GB" altLang="zh-CN" sz="2000" dirty="0">
              <a:effectLst>
                <a:outerShdw blurRad="38100" dist="38100" dir="2700000" algn="tl">
                  <a:srgbClr val="000000">
                    <a:alpha val="43137"/>
                  </a:srgbClr>
                </a:outerShdw>
              </a:effectLst>
              <a:ea typeface="宋体" charset="-122"/>
            </a:endParaRPr>
          </a:p>
          <a:p>
            <a:pPr defTabSz="527050" eaLnBrk="1" hangingPunct="1">
              <a:lnSpc>
                <a:spcPct val="120000"/>
              </a:lnSpc>
              <a:buFont typeface="Wingdings" pitchFamily="2" charset="2"/>
              <a:buNone/>
              <a:defRPr/>
            </a:pPr>
            <a:r>
              <a:rPr lang="en-GB" altLang="zh-CN" sz="2000" dirty="0">
                <a:effectLst>
                  <a:outerShdw blurRad="38100" dist="38100" dir="2700000" algn="tl">
                    <a:srgbClr val="000000">
                      <a:alpha val="43137"/>
                    </a:srgbClr>
                  </a:outerShdw>
                </a:effectLst>
                <a:ea typeface="宋体" charset="-122"/>
              </a:rPr>
              <a:t>p[2].f();</a:t>
            </a:r>
            <a:r>
              <a:rPr lang="en-US" altLang="zh-CN" sz="2000" dirty="0">
                <a:effectLst>
                  <a:outerShdw blurRad="38100" dist="38100" dir="2700000" algn="tl">
                    <a:srgbClr val="000000">
                      <a:alpha val="43137"/>
                    </a:srgbClr>
                  </a:outerShdw>
                </a:effectLst>
                <a:ea typeface="宋体" charset="-122"/>
              </a:rPr>
              <a:t> //a[2].f();</a:t>
            </a:r>
          </a:p>
          <a:p>
            <a:pPr defTabSz="527050" eaLnBrk="1" hangingPunct="1">
              <a:lnSpc>
                <a:spcPct val="120000"/>
              </a:lnSpc>
              <a:buFont typeface="Wingdings" pitchFamily="2" charset="2"/>
              <a:buNone/>
              <a:defRPr/>
            </a:pPr>
            <a:r>
              <a:rPr lang="en-US" altLang="zh-CN" sz="2000" dirty="0">
                <a:effectLst>
                  <a:outerShdw blurRad="38100" dist="38100" dir="2700000" algn="tl">
                    <a:srgbClr val="000000">
                      <a:alpha val="43137"/>
                    </a:srgbClr>
                  </a:outerShdw>
                </a:effectLst>
                <a:ea typeface="宋体" charset="-122"/>
              </a:rPr>
              <a:t>......</a:t>
            </a:r>
            <a:r>
              <a:rPr lang="en-GB" altLang="zh-CN" sz="2000" dirty="0">
                <a:effectLst>
                  <a:outerShdw blurRad="38100" dist="38100" dir="2700000" algn="tl">
                    <a:srgbClr val="000000">
                      <a:alpha val="43137"/>
                    </a:srgbClr>
                  </a:outerShdw>
                </a:effectLst>
                <a:ea typeface="宋体" charset="-122"/>
              </a:rPr>
              <a:t> </a:t>
            </a:r>
          </a:p>
          <a:p>
            <a:pPr defTabSz="527050" eaLnBrk="1" hangingPunct="1">
              <a:lnSpc>
                <a:spcPct val="120000"/>
              </a:lnSpc>
              <a:buFont typeface="Wingdings" pitchFamily="2" charset="2"/>
              <a:buNone/>
              <a:defRPr/>
            </a:pPr>
            <a:endParaRPr lang="en-GB" altLang="zh-CN" sz="2000" dirty="0">
              <a:effectLst>
                <a:outerShdw blurRad="38100" dist="38100" dir="2700000" algn="tl">
                  <a:srgbClr val="000000">
                    <a:alpha val="43137"/>
                  </a:srgbClr>
                </a:outerShdw>
              </a:effectLst>
              <a:ea typeface="宋体" charset="-122"/>
            </a:endParaRPr>
          </a:p>
          <a:p>
            <a:pPr defTabSz="527050" eaLnBrk="1" hangingPunct="1">
              <a:lnSpc>
                <a:spcPct val="120000"/>
              </a:lnSpc>
              <a:buFont typeface="Wingdings" pitchFamily="2" charset="2"/>
              <a:buNone/>
              <a:defRPr/>
            </a:pPr>
            <a:r>
              <a:rPr lang="en-GB" altLang="zh-CN" sz="2000" dirty="0" err="1">
                <a:effectLst>
                  <a:outerShdw blurRad="38100" dist="38100" dir="2700000" algn="tl">
                    <a:srgbClr val="000000">
                      <a:alpha val="43137"/>
                    </a:srgbClr>
                  </a:outerShdw>
                </a:effectLst>
                <a:ea typeface="宋体" charset="-122"/>
              </a:rPr>
              <a:t>PtrA</a:t>
            </a:r>
            <a:r>
              <a:rPr lang="en-GB" altLang="zh-CN" sz="2000" dirty="0">
                <a:effectLst>
                  <a:outerShdw blurRad="38100" dist="38100" dir="2700000" algn="tl">
                    <a:srgbClr val="000000">
                      <a:alpha val="43137"/>
                    </a:srgbClr>
                  </a:outerShdw>
                </a:effectLst>
                <a:ea typeface="宋体" charset="-122"/>
              </a:rPr>
              <a:t> </a:t>
            </a:r>
            <a:r>
              <a:rPr lang="en-GB" altLang="zh-CN" sz="2000" dirty="0">
                <a:solidFill>
                  <a:srgbClr val="FFC000"/>
                </a:solidFill>
                <a:effectLst>
                  <a:outerShdw blurRad="38100" dist="38100" dir="2700000" algn="tl">
                    <a:srgbClr val="000000">
                      <a:alpha val="43137"/>
                    </a:srgbClr>
                  </a:outerShdw>
                </a:effectLst>
                <a:ea typeface="宋体" charset="-122"/>
              </a:rPr>
              <a:t>b</a:t>
            </a:r>
            <a:r>
              <a:rPr lang="en-GB" altLang="zh-CN" sz="2000" dirty="0">
                <a:effectLst>
                  <a:outerShdw blurRad="38100" dist="38100" dir="2700000" algn="tl">
                    <a:srgbClr val="000000">
                      <a:alpha val="43137"/>
                    </a:srgbClr>
                  </a:outerShdw>
                </a:effectLst>
                <a:ea typeface="宋体" charset="-122"/>
              </a:rPr>
              <a:t>=&amp;a[0]; //</a:t>
            </a:r>
            <a:r>
              <a:rPr lang="zh-CN" altLang="en-US" sz="2000" dirty="0">
                <a:effectLst>
                  <a:outerShdw blurRad="38100" dist="38100" dir="2700000" algn="tl">
                    <a:srgbClr val="000000">
                      <a:alpha val="43137"/>
                    </a:srgbClr>
                  </a:outerShdw>
                </a:effectLst>
                <a:ea typeface="宋体" charset="-122"/>
              </a:rPr>
              <a:t>指针对象</a:t>
            </a:r>
            <a:endParaRPr lang="en-US" altLang="zh-CN" sz="2000" dirty="0">
              <a:effectLst>
                <a:outerShdw blurRad="38100" dist="38100" dir="2700000" algn="tl">
                  <a:srgbClr val="000000">
                    <a:alpha val="43137"/>
                  </a:srgbClr>
                </a:outerShdw>
              </a:effectLst>
              <a:ea typeface="宋体" charset="-122"/>
            </a:endParaRPr>
          </a:p>
          <a:p>
            <a:pPr defTabSz="527050" eaLnBrk="1" hangingPunct="1">
              <a:lnSpc>
                <a:spcPct val="120000"/>
              </a:lnSpc>
              <a:buFont typeface="Wingdings" pitchFamily="2" charset="2"/>
              <a:buNone/>
              <a:defRPr/>
            </a:pPr>
            <a:r>
              <a:rPr lang="en-GB" altLang="zh-CN" sz="2000" dirty="0">
                <a:solidFill>
                  <a:srgbClr val="FFC000"/>
                </a:solidFill>
                <a:effectLst>
                  <a:outerShdw blurRad="38100" dist="38100" dir="2700000" algn="tl">
                    <a:srgbClr val="000000">
                      <a:alpha val="43137"/>
                    </a:srgbClr>
                  </a:outerShdw>
                </a:effectLst>
                <a:ea typeface="宋体" charset="-122"/>
              </a:rPr>
              <a:t>b-&gt;</a:t>
            </a:r>
            <a:r>
              <a:rPr lang="en-GB" altLang="zh-CN" sz="2000" dirty="0">
                <a:effectLst>
                  <a:outerShdw blurRad="38100" dist="38100" dir="2700000" algn="tl">
                    <a:srgbClr val="000000">
                      <a:alpha val="43137"/>
                    </a:srgbClr>
                  </a:outerShdw>
                </a:effectLst>
                <a:ea typeface="宋体" charset="-122"/>
              </a:rPr>
              <a:t>f();</a:t>
            </a:r>
            <a:r>
              <a:rPr lang="en-US" altLang="zh-CN" sz="2000" dirty="0">
                <a:effectLst>
                  <a:outerShdw blurRad="38100" dist="38100" dir="2700000" algn="tl">
                    <a:srgbClr val="000000">
                      <a:alpha val="43137"/>
                    </a:srgbClr>
                  </a:outerShdw>
                </a:effectLst>
                <a:ea typeface="宋体" charset="-122"/>
              </a:rPr>
              <a:t> //a[0].f();</a:t>
            </a:r>
            <a:endParaRPr lang="en-GB" altLang="zh-CN" sz="2000" dirty="0">
              <a:effectLst>
                <a:outerShdw blurRad="38100" dist="38100" dir="2700000" algn="tl">
                  <a:srgbClr val="000000">
                    <a:alpha val="43137"/>
                  </a:srgbClr>
                </a:outerShdw>
              </a:effectLst>
              <a:ea typeface="宋体" charset="-122"/>
            </a:endParaRPr>
          </a:p>
          <a:p>
            <a:pPr defTabSz="527050" eaLnBrk="1" hangingPunct="1">
              <a:lnSpc>
                <a:spcPct val="120000"/>
              </a:lnSpc>
              <a:buFont typeface="Wingdings" pitchFamily="2" charset="2"/>
              <a:buNone/>
              <a:defRPr/>
            </a:pPr>
            <a:r>
              <a:rPr lang="en-US" altLang="zh-CN" sz="2000" dirty="0">
                <a:effectLst>
                  <a:outerShdw blurRad="38100" dist="38100" dir="2700000" algn="tl">
                    <a:srgbClr val="000000">
                      <a:alpha val="43137"/>
                    </a:srgbClr>
                  </a:outerShdw>
                </a:effectLst>
                <a:ea typeface="宋体" charset="-122"/>
              </a:rPr>
              <a:t>(</a:t>
            </a:r>
            <a:r>
              <a:rPr lang="zh-CN" altLang="en-US" sz="2000" dirty="0">
                <a:solidFill>
                  <a:srgbClr val="FFC000"/>
                </a:solidFill>
                <a:effectLst>
                  <a:outerShdw blurRad="38100" dist="38100" dir="2700000" algn="tl">
                    <a:srgbClr val="000000">
                      <a:alpha val="43137"/>
                    </a:srgbClr>
                  </a:outerShdw>
                </a:effectLst>
                <a:ea typeface="宋体" charset="-122"/>
              </a:rPr>
              <a:t>*</a:t>
            </a:r>
            <a:r>
              <a:rPr lang="en-US" altLang="zh-CN" sz="2000" dirty="0">
                <a:solidFill>
                  <a:srgbClr val="FFC000"/>
                </a:solidFill>
                <a:effectLst>
                  <a:outerShdw blurRad="38100" dist="38100" dir="2700000" algn="tl">
                    <a:srgbClr val="000000">
                      <a:alpha val="43137"/>
                    </a:srgbClr>
                  </a:outerShdw>
                </a:effectLst>
                <a:ea typeface="宋体" charset="-122"/>
              </a:rPr>
              <a:t>b</a:t>
            </a:r>
            <a:r>
              <a:rPr lang="en-US" altLang="zh-CN" sz="2000" dirty="0">
                <a:effectLst>
                  <a:outerShdw blurRad="38100" dist="38100" dir="2700000" algn="tl">
                    <a:srgbClr val="000000">
                      <a:alpha val="43137"/>
                    </a:srgbClr>
                  </a:outerShdw>
                </a:effectLst>
                <a:ea typeface="宋体" charset="-122"/>
              </a:rPr>
              <a:t>).f(); //a[0].f();</a:t>
            </a:r>
          </a:p>
          <a:p>
            <a:pPr defTabSz="527050" eaLnBrk="1" hangingPunct="1">
              <a:lnSpc>
                <a:spcPct val="120000"/>
              </a:lnSpc>
              <a:defRPr/>
            </a:pPr>
            <a:r>
              <a:rPr lang="en-GB" altLang="zh-CN" sz="2000" dirty="0">
                <a:solidFill>
                  <a:srgbClr val="FFC000"/>
                </a:solidFill>
                <a:effectLst>
                  <a:outerShdw blurRad="38100" dist="38100" dir="2700000" algn="tl">
                    <a:srgbClr val="000000">
                      <a:alpha val="43137"/>
                    </a:srgbClr>
                  </a:outerShdw>
                </a:effectLst>
                <a:ea typeface="宋体" charset="-122"/>
              </a:rPr>
              <a:t>b[2]</a:t>
            </a:r>
            <a:r>
              <a:rPr lang="en-GB" altLang="zh-CN" sz="2000" dirty="0">
                <a:effectLst>
                  <a:outerShdw blurRad="38100" dist="38100" dir="2700000" algn="tl">
                    <a:srgbClr val="000000">
                      <a:alpha val="43137"/>
                    </a:srgbClr>
                  </a:outerShdw>
                </a:effectLst>
                <a:ea typeface="宋体" charset="-122"/>
              </a:rPr>
              <a:t>.f(); //a[2].f();</a:t>
            </a:r>
          </a:p>
          <a:p>
            <a:pPr defTabSz="527050" eaLnBrk="1" hangingPunct="1">
              <a:lnSpc>
                <a:spcPct val="120000"/>
              </a:lnSpc>
              <a:buFont typeface="Wingdings" pitchFamily="2" charset="2"/>
              <a:buNone/>
              <a:defRPr/>
            </a:pPr>
            <a:r>
              <a:rPr lang="en-GB" altLang="zh-CN" sz="2000" dirty="0">
                <a:effectLst>
                  <a:outerShdw blurRad="38100" dist="38100" dir="2700000" algn="tl">
                    <a:srgbClr val="000000">
                      <a:alpha val="43137"/>
                    </a:srgbClr>
                  </a:outerShdw>
                </a:effectLst>
                <a:ea typeface="宋体" charset="-122"/>
              </a:rPr>
              <a:t>......</a:t>
            </a: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2434" name="Rectangle 2">
            <a:extLst>
              <a:ext uri="{FF2B5EF4-FFF2-40B4-BE49-F238E27FC236}">
                <a16:creationId xmlns:a16="http://schemas.microsoft.com/office/drawing/2014/main" id="{8534B588-862B-F8C4-A920-5075EC1718E6}"/>
              </a:ext>
            </a:extLst>
          </p:cNvPr>
          <p:cNvSpPr>
            <a:spLocks noGrp="1" noChangeArrowheads="1"/>
          </p:cNvSpPr>
          <p:nvPr>
            <p:ph type="title"/>
          </p:nvPr>
        </p:nvSpPr>
        <p:spPr>
          <a:xfrm>
            <a:off x="457200" y="44450"/>
            <a:ext cx="8229600" cy="1139825"/>
          </a:xfrm>
        </p:spPr>
        <p:txBody>
          <a:bodyPr/>
          <a:lstStyle/>
          <a:p>
            <a:pPr eaLnBrk="1" hangingPunct="1">
              <a:defRPr/>
            </a:pPr>
            <a:r>
              <a:rPr lang="zh-CN" altLang="en-GB" dirty="0"/>
              <a:t>自定义类型转换操作符</a:t>
            </a:r>
            <a:r>
              <a:rPr lang="zh-CN" altLang="en-US" dirty="0"/>
              <a:t> </a:t>
            </a:r>
          </a:p>
        </p:txBody>
      </p:sp>
      <p:sp>
        <p:nvSpPr>
          <p:cNvPr id="402435" name="Rectangle 3">
            <a:extLst>
              <a:ext uri="{FF2B5EF4-FFF2-40B4-BE49-F238E27FC236}">
                <a16:creationId xmlns:a16="http://schemas.microsoft.com/office/drawing/2014/main" id="{3C70F95A-5FE4-1507-609C-991CE87617AB}"/>
              </a:ext>
            </a:extLst>
          </p:cNvPr>
          <p:cNvSpPr>
            <a:spLocks noGrp="1" noChangeArrowheads="1"/>
          </p:cNvSpPr>
          <p:nvPr>
            <p:ph type="body" idx="1"/>
          </p:nvPr>
        </p:nvSpPr>
        <p:spPr>
          <a:xfrm>
            <a:off x="0" y="1196975"/>
            <a:ext cx="9036050" cy="5256213"/>
          </a:xfrm>
        </p:spPr>
        <p:txBody>
          <a:bodyPr>
            <a:normAutofit fontScale="92500" lnSpcReduction="10000"/>
          </a:bodyPr>
          <a:lstStyle/>
          <a:p>
            <a:pPr defTabSz="527050" eaLnBrk="1" hangingPunct="1">
              <a:defRPr/>
            </a:pPr>
            <a:r>
              <a:rPr lang="zh-CN" altLang="en-US" sz="2600" dirty="0"/>
              <a:t>类中</a:t>
            </a:r>
            <a:r>
              <a:rPr lang="zh-CN" altLang="en-GB" sz="2600" dirty="0"/>
              <a:t>带</a:t>
            </a:r>
            <a:r>
              <a:rPr lang="zh-CN" altLang="en-GB" sz="2600" dirty="0">
                <a:solidFill>
                  <a:schemeClr val="folHlink"/>
                </a:solidFill>
              </a:rPr>
              <a:t>一个参数</a:t>
            </a:r>
            <a:r>
              <a:rPr lang="zh-CN" altLang="en-GB" sz="2600" dirty="0"/>
              <a:t>的</a:t>
            </a:r>
            <a:r>
              <a:rPr lang="zh-CN" altLang="en-GB" sz="2600" dirty="0">
                <a:solidFill>
                  <a:schemeClr val="folHlink"/>
                </a:solidFill>
              </a:rPr>
              <a:t>构造函数</a:t>
            </a:r>
            <a:r>
              <a:rPr lang="zh-CN" altLang="en-GB" sz="2600" dirty="0"/>
              <a:t>可以用作从</a:t>
            </a:r>
            <a:r>
              <a:rPr lang="zh-CN" altLang="en-GB" sz="2600" dirty="0">
                <a:solidFill>
                  <a:schemeClr val="folHlink"/>
                </a:solidFill>
              </a:rPr>
              <a:t>其它类</a:t>
            </a:r>
            <a:r>
              <a:rPr lang="zh-CN" altLang="en-US" sz="2600" dirty="0">
                <a:solidFill>
                  <a:schemeClr val="folHlink"/>
                </a:solidFill>
              </a:rPr>
              <a:t>型</a:t>
            </a:r>
            <a:r>
              <a:rPr lang="zh-CN" altLang="en-GB" sz="2600" dirty="0"/>
              <a:t>到</a:t>
            </a:r>
            <a:r>
              <a:rPr lang="zh-CN" altLang="en-US" sz="2600" dirty="0"/>
              <a:t>该</a:t>
            </a:r>
            <a:r>
              <a:rPr lang="zh-CN" altLang="en-GB" sz="2600" dirty="0">
                <a:solidFill>
                  <a:schemeClr val="folHlink"/>
                </a:solidFill>
              </a:rPr>
              <a:t>类</a:t>
            </a:r>
            <a:r>
              <a:rPr lang="zh-CN" altLang="en-GB" sz="2600" dirty="0"/>
              <a:t>的</a:t>
            </a:r>
            <a:r>
              <a:rPr lang="zh-CN" altLang="en-GB" sz="2600" dirty="0">
                <a:solidFill>
                  <a:schemeClr val="folHlink"/>
                </a:solidFill>
              </a:rPr>
              <a:t>转换</a:t>
            </a:r>
            <a:r>
              <a:rPr lang="zh-CN" altLang="en-GB" sz="2600" dirty="0"/>
              <a:t>。</a:t>
            </a:r>
            <a:r>
              <a:rPr lang="zh-CN" altLang="en-US" sz="2600" dirty="0"/>
              <a:t> 例如：</a:t>
            </a:r>
          </a:p>
          <a:p>
            <a:pPr defTabSz="527050" eaLnBrk="1" hangingPunct="1">
              <a:lnSpc>
                <a:spcPct val="120000"/>
              </a:lnSpc>
              <a:buFont typeface="Wingdings" panose="05000000000000000000" pitchFamily="2" charset="2"/>
              <a:buNone/>
              <a:defRPr/>
            </a:pPr>
            <a:r>
              <a:rPr lang="en-GB" altLang="zh-CN" sz="2200" dirty="0"/>
              <a:t>class Complex</a:t>
            </a:r>
          </a:p>
          <a:p>
            <a:pPr defTabSz="527050" eaLnBrk="1" hangingPunct="1">
              <a:lnSpc>
                <a:spcPct val="80000"/>
              </a:lnSpc>
              <a:buFont typeface="Wingdings" panose="05000000000000000000" pitchFamily="2" charset="2"/>
              <a:buNone/>
              <a:defRPr/>
            </a:pPr>
            <a:r>
              <a:rPr lang="en-GB" altLang="zh-CN" sz="2200" dirty="0"/>
              <a:t>{		double real, </a:t>
            </a:r>
            <a:r>
              <a:rPr lang="en-GB" altLang="zh-CN" sz="2200" dirty="0" err="1"/>
              <a:t>imag</a:t>
            </a:r>
            <a:r>
              <a:rPr lang="en-GB" altLang="zh-CN" sz="2200" dirty="0"/>
              <a:t>;</a:t>
            </a:r>
          </a:p>
          <a:p>
            <a:pPr defTabSz="527050" eaLnBrk="1" hangingPunct="1">
              <a:lnSpc>
                <a:spcPct val="80000"/>
              </a:lnSpc>
              <a:buFont typeface="Wingdings" panose="05000000000000000000" pitchFamily="2" charset="2"/>
              <a:buNone/>
              <a:defRPr/>
            </a:pPr>
            <a:r>
              <a:rPr lang="en-GB" altLang="zh-CN" sz="2200" dirty="0"/>
              <a:t>	public:</a:t>
            </a:r>
          </a:p>
          <a:p>
            <a:pPr defTabSz="527050" eaLnBrk="1" hangingPunct="1">
              <a:lnSpc>
                <a:spcPct val="80000"/>
              </a:lnSpc>
              <a:buFont typeface="Wingdings" panose="05000000000000000000" pitchFamily="2" charset="2"/>
              <a:buNone/>
              <a:defRPr/>
            </a:pPr>
            <a:r>
              <a:rPr lang="en-GB" altLang="zh-CN" sz="2200" dirty="0"/>
              <a:t>		Complex() { real = 0; </a:t>
            </a:r>
            <a:r>
              <a:rPr lang="en-GB" altLang="zh-CN" sz="2200" dirty="0" err="1"/>
              <a:t>imag</a:t>
            </a:r>
            <a:r>
              <a:rPr lang="en-GB" altLang="zh-CN" sz="2200" dirty="0"/>
              <a:t> = 0; }</a:t>
            </a:r>
          </a:p>
          <a:p>
            <a:pPr defTabSz="527050" eaLnBrk="1" hangingPunct="1">
              <a:lnSpc>
                <a:spcPct val="80000"/>
              </a:lnSpc>
              <a:buFont typeface="Wingdings" panose="05000000000000000000" pitchFamily="2" charset="2"/>
              <a:buNone/>
              <a:defRPr/>
            </a:pPr>
            <a:r>
              <a:rPr lang="en-GB" altLang="zh-CN" sz="2200" dirty="0"/>
              <a:t>		</a:t>
            </a:r>
            <a:r>
              <a:rPr lang="en-GB" altLang="zh-CN" sz="2200" dirty="0">
                <a:solidFill>
                  <a:srgbClr val="FFC000"/>
                </a:solidFill>
              </a:rPr>
              <a:t>Complex(double r)</a:t>
            </a:r>
            <a:r>
              <a:rPr lang="en-GB" altLang="zh-CN" sz="2200" dirty="0"/>
              <a:t>  {	real = r; </a:t>
            </a:r>
            <a:r>
              <a:rPr lang="en-GB" altLang="zh-CN" sz="2200" dirty="0" err="1"/>
              <a:t>imag</a:t>
            </a:r>
            <a:r>
              <a:rPr lang="en-GB" altLang="zh-CN" sz="2200" dirty="0"/>
              <a:t> = 0; }</a:t>
            </a:r>
          </a:p>
          <a:p>
            <a:pPr defTabSz="527050" eaLnBrk="1" hangingPunct="1">
              <a:lnSpc>
                <a:spcPct val="80000"/>
              </a:lnSpc>
              <a:buFont typeface="Wingdings" panose="05000000000000000000" pitchFamily="2" charset="2"/>
              <a:buNone/>
              <a:defRPr/>
            </a:pPr>
            <a:r>
              <a:rPr lang="en-GB" altLang="zh-CN" sz="2200" dirty="0"/>
              <a:t>		Complex(double r, double </a:t>
            </a:r>
            <a:r>
              <a:rPr lang="en-GB" altLang="zh-CN" sz="2200" dirty="0" err="1"/>
              <a:t>i</a:t>
            </a:r>
            <a:r>
              <a:rPr lang="en-GB" altLang="zh-CN" sz="2200" dirty="0"/>
              <a:t>) { real = r; </a:t>
            </a:r>
            <a:r>
              <a:rPr lang="en-GB" altLang="zh-CN" sz="2200" dirty="0" err="1"/>
              <a:t>imag</a:t>
            </a:r>
            <a:r>
              <a:rPr lang="en-GB" altLang="zh-CN" sz="2200" dirty="0"/>
              <a:t> = </a:t>
            </a:r>
            <a:r>
              <a:rPr lang="en-GB" altLang="zh-CN" sz="2200" dirty="0" err="1"/>
              <a:t>i</a:t>
            </a:r>
            <a:r>
              <a:rPr lang="en-GB" altLang="zh-CN" sz="2200" dirty="0"/>
              <a:t>; }</a:t>
            </a:r>
          </a:p>
          <a:p>
            <a:pPr defTabSz="527050" eaLnBrk="1" hangingPunct="1">
              <a:lnSpc>
                <a:spcPct val="80000"/>
              </a:lnSpc>
              <a:buFont typeface="Wingdings" panose="05000000000000000000" pitchFamily="2" charset="2"/>
              <a:buNone/>
              <a:defRPr/>
            </a:pPr>
            <a:r>
              <a:rPr lang="en-GB" altLang="zh-CN" sz="2200" dirty="0"/>
              <a:t>		......</a:t>
            </a:r>
          </a:p>
          <a:p>
            <a:pPr defTabSz="527050" eaLnBrk="1" hangingPunct="1">
              <a:lnSpc>
                <a:spcPct val="80000"/>
              </a:lnSpc>
              <a:buFont typeface="Wingdings" panose="05000000000000000000" pitchFamily="2" charset="2"/>
              <a:buNone/>
              <a:defRPr/>
            </a:pPr>
            <a:r>
              <a:rPr lang="en-GB" altLang="zh-CN" sz="2200" dirty="0"/>
              <a:t>  friend Complex operator + (</a:t>
            </a:r>
            <a:r>
              <a:rPr lang="en-GB" altLang="zh-CN" sz="2200" dirty="0" err="1"/>
              <a:t>const</a:t>
            </a:r>
            <a:r>
              <a:rPr lang="en-GB" altLang="zh-CN" sz="2200" dirty="0"/>
              <a:t> Complex&amp; x, </a:t>
            </a:r>
            <a:r>
              <a:rPr lang="en-GB" altLang="zh-CN" sz="2200" dirty="0" err="1"/>
              <a:t>const</a:t>
            </a:r>
            <a:r>
              <a:rPr lang="en-GB" altLang="zh-CN" sz="2200" dirty="0"/>
              <a:t> Complex&amp; y);</a:t>
            </a:r>
          </a:p>
          <a:p>
            <a:pPr defTabSz="527050" eaLnBrk="1" hangingPunct="1">
              <a:lnSpc>
                <a:spcPct val="80000"/>
              </a:lnSpc>
              <a:buFont typeface="Wingdings" panose="05000000000000000000" pitchFamily="2" charset="2"/>
              <a:buNone/>
              <a:defRPr/>
            </a:pPr>
            <a:r>
              <a:rPr lang="en-GB" altLang="zh-CN" sz="2200" dirty="0"/>
              <a:t>};</a:t>
            </a:r>
            <a:r>
              <a:rPr lang="en-US" altLang="zh-CN" sz="2200" dirty="0"/>
              <a:t> </a:t>
            </a:r>
          </a:p>
          <a:p>
            <a:pPr eaLnBrk="1" hangingPunct="1">
              <a:buFont typeface="Wingdings" panose="05000000000000000000" pitchFamily="2" charset="2"/>
              <a:buNone/>
              <a:defRPr/>
            </a:pPr>
            <a:r>
              <a:rPr lang="en-GB" altLang="zh-CN" sz="2400" dirty="0"/>
              <a:t>......</a:t>
            </a:r>
          </a:p>
          <a:p>
            <a:pPr eaLnBrk="1" hangingPunct="1">
              <a:buFont typeface="Wingdings" panose="05000000000000000000" pitchFamily="2" charset="2"/>
              <a:buNone/>
              <a:defRPr/>
            </a:pPr>
            <a:r>
              <a:rPr lang="en-GB" altLang="zh-CN" sz="2400" dirty="0"/>
              <a:t>Complex c(1,2);</a:t>
            </a:r>
          </a:p>
          <a:p>
            <a:pPr eaLnBrk="1" hangingPunct="1">
              <a:buFont typeface="Wingdings" panose="05000000000000000000" pitchFamily="2" charset="2"/>
              <a:buNone/>
              <a:defRPr/>
            </a:pPr>
            <a:r>
              <a:rPr lang="en-GB" altLang="zh-CN" sz="2400" dirty="0"/>
              <a:t>.</a:t>
            </a:r>
            <a:r>
              <a:rPr lang="en-US" altLang="zh-CN" sz="2400" dirty="0"/>
              <a:t>.. (</a:t>
            </a:r>
            <a:r>
              <a:rPr lang="en-GB" altLang="zh-CN" sz="2400" dirty="0"/>
              <a:t>c + </a:t>
            </a:r>
            <a:r>
              <a:rPr lang="en-GB" altLang="zh-CN" sz="2400" dirty="0">
                <a:solidFill>
                  <a:srgbClr val="FFC000"/>
                </a:solidFill>
              </a:rPr>
              <a:t>1.7</a:t>
            </a:r>
            <a:r>
              <a:rPr lang="en-GB" altLang="zh-CN" sz="2400" dirty="0"/>
              <a:t>)</a:t>
            </a:r>
            <a:r>
              <a:rPr lang="en-GB" altLang="zh-CN" sz="2400" dirty="0">
                <a:solidFill>
                  <a:srgbClr val="FFC000"/>
                </a:solidFill>
              </a:rPr>
              <a:t> </a:t>
            </a:r>
            <a:r>
              <a:rPr lang="en-GB" altLang="zh-CN" sz="2400" dirty="0"/>
              <a:t>...  //1.7</a:t>
            </a:r>
            <a:r>
              <a:rPr lang="zh-CN" altLang="en-GB" sz="2400" dirty="0"/>
              <a:t>隐式转换成一个复数对象</a:t>
            </a:r>
            <a:r>
              <a:rPr lang="en-GB" altLang="zh-CN" sz="2400" dirty="0"/>
              <a:t>Complex(1.7)</a:t>
            </a:r>
          </a:p>
          <a:p>
            <a:pPr eaLnBrk="1" hangingPunct="1">
              <a:buFont typeface="Wingdings" panose="05000000000000000000" pitchFamily="2" charset="2"/>
              <a:buNone/>
              <a:defRPr/>
            </a:pPr>
            <a:r>
              <a:rPr lang="en-GB" altLang="zh-CN" sz="2400" dirty="0"/>
              <a:t>... (</a:t>
            </a:r>
            <a:r>
              <a:rPr lang="en-GB" altLang="zh-CN" sz="2400" dirty="0">
                <a:solidFill>
                  <a:srgbClr val="FFC000"/>
                </a:solidFill>
              </a:rPr>
              <a:t>2.5</a:t>
            </a:r>
            <a:r>
              <a:rPr lang="en-GB" altLang="zh-CN" sz="2400" dirty="0"/>
              <a:t> + c) ...  //2.5</a:t>
            </a:r>
            <a:r>
              <a:rPr lang="zh-CN" altLang="en-GB" sz="2400" dirty="0"/>
              <a:t>隐式转换成一个复数对象</a:t>
            </a:r>
            <a:r>
              <a:rPr lang="en-GB" altLang="zh-CN" sz="2400" dirty="0"/>
              <a:t>Complex(2.5)</a:t>
            </a:r>
            <a:endParaRPr lang="en-US" altLang="zh-CN" sz="2400" dirty="0"/>
          </a:p>
          <a:p>
            <a:pPr defTabSz="527050" eaLnBrk="1" hangingPunct="1">
              <a:lnSpc>
                <a:spcPct val="80000"/>
              </a:lnSpc>
              <a:buFont typeface="Wingdings" panose="05000000000000000000" pitchFamily="2" charset="2"/>
              <a:buNone/>
              <a:defRPr/>
            </a:pPr>
            <a:endParaRPr lang="en-US" altLang="zh-CN" sz="2400" dirty="0"/>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4483" name="Rectangle 3">
            <a:extLst>
              <a:ext uri="{FF2B5EF4-FFF2-40B4-BE49-F238E27FC236}">
                <a16:creationId xmlns:a16="http://schemas.microsoft.com/office/drawing/2014/main" id="{571E8D33-E2B4-6918-A685-0E6F7BCE15BC}"/>
              </a:ext>
            </a:extLst>
          </p:cNvPr>
          <p:cNvSpPr>
            <a:spLocks noGrp="1" noChangeArrowheads="1"/>
          </p:cNvSpPr>
          <p:nvPr>
            <p:ph type="body" idx="1"/>
          </p:nvPr>
        </p:nvSpPr>
        <p:spPr>
          <a:xfrm>
            <a:off x="457200" y="333375"/>
            <a:ext cx="8229600" cy="6265863"/>
          </a:xfrm>
        </p:spPr>
        <p:txBody>
          <a:bodyPr>
            <a:normAutofit/>
          </a:bodyPr>
          <a:lstStyle/>
          <a:p>
            <a:pPr eaLnBrk="1" hangingPunct="1">
              <a:defRPr/>
            </a:pPr>
            <a:r>
              <a:rPr lang="zh-CN" altLang="en-US" sz="2800" dirty="0"/>
              <a:t>也可以</a:t>
            </a:r>
            <a:r>
              <a:rPr lang="zh-CN" altLang="en-GB" sz="2800" dirty="0"/>
              <a:t>定义</a:t>
            </a:r>
            <a:r>
              <a:rPr lang="zh-CN" altLang="en-US" sz="2800" dirty="0"/>
              <a:t>从一个</a:t>
            </a:r>
            <a:r>
              <a:rPr lang="zh-CN" altLang="en-US" sz="2800" dirty="0">
                <a:solidFill>
                  <a:srgbClr val="FFC000"/>
                </a:solidFill>
              </a:rPr>
              <a:t>类</a:t>
            </a:r>
            <a:r>
              <a:rPr lang="zh-CN" altLang="en-US" sz="2800" dirty="0"/>
              <a:t>到</a:t>
            </a:r>
            <a:r>
              <a:rPr lang="zh-CN" altLang="en-US" sz="2800" dirty="0">
                <a:solidFill>
                  <a:srgbClr val="FFC000"/>
                </a:solidFill>
              </a:rPr>
              <a:t>其它类型</a:t>
            </a:r>
            <a:r>
              <a:rPr lang="zh-CN" altLang="en-US" sz="2800" dirty="0"/>
              <a:t>的</a:t>
            </a:r>
            <a:r>
              <a:rPr lang="zh-CN" altLang="en-GB" sz="2800" dirty="0"/>
              <a:t>转换</a:t>
            </a:r>
            <a:r>
              <a:rPr lang="zh-CN" altLang="en-US" sz="2800" dirty="0"/>
              <a:t>。例如：</a:t>
            </a:r>
          </a:p>
          <a:p>
            <a:pPr lvl="1" eaLnBrk="1" hangingPunct="1">
              <a:lnSpc>
                <a:spcPct val="70000"/>
              </a:lnSpc>
              <a:buFontTx/>
              <a:buNone/>
              <a:defRPr/>
            </a:pPr>
            <a:r>
              <a:rPr lang="en-US" altLang="zh-CN" sz="2400" dirty="0"/>
              <a:t>class A</a:t>
            </a:r>
          </a:p>
          <a:p>
            <a:pPr lvl="1" eaLnBrk="1" hangingPunct="1">
              <a:lnSpc>
                <a:spcPct val="70000"/>
              </a:lnSpc>
              <a:buFontTx/>
              <a:buNone/>
              <a:defRPr/>
            </a:pPr>
            <a:r>
              <a:rPr lang="en-US" altLang="zh-CN" sz="2400" dirty="0"/>
              <a:t>{  </a:t>
            </a:r>
            <a:r>
              <a:rPr lang="en-US" altLang="zh-CN" sz="2400" dirty="0" err="1"/>
              <a:t>int</a:t>
            </a:r>
            <a:r>
              <a:rPr lang="en-US" altLang="zh-CN" sz="2400" dirty="0"/>
              <a:t> </a:t>
            </a:r>
            <a:r>
              <a:rPr lang="en-US" altLang="zh-CN" sz="2400" dirty="0" err="1"/>
              <a:t>x,y</a:t>
            </a:r>
            <a:r>
              <a:rPr lang="en-US" altLang="zh-CN" sz="2400" dirty="0"/>
              <a:t>;</a:t>
            </a:r>
          </a:p>
          <a:p>
            <a:pPr lvl="1" eaLnBrk="1" hangingPunct="1">
              <a:lnSpc>
                <a:spcPct val="70000"/>
              </a:lnSpc>
              <a:buFontTx/>
              <a:buNone/>
              <a:defRPr/>
            </a:pPr>
            <a:r>
              <a:rPr lang="en-US" altLang="zh-CN" sz="2400" dirty="0"/>
              <a:t>  public:</a:t>
            </a:r>
          </a:p>
          <a:p>
            <a:pPr lvl="1" eaLnBrk="1" hangingPunct="1">
              <a:lnSpc>
                <a:spcPct val="70000"/>
              </a:lnSpc>
              <a:buFontTx/>
              <a:buNone/>
              <a:defRPr/>
            </a:pPr>
            <a:r>
              <a:rPr lang="en-US" altLang="zh-CN" sz="2400" dirty="0"/>
              <a:t>   ......</a:t>
            </a:r>
          </a:p>
          <a:p>
            <a:pPr lvl="1" eaLnBrk="1" hangingPunct="1">
              <a:lnSpc>
                <a:spcPct val="70000"/>
              </a:lnSpc>
              <a:buFontTx/>
              <a:buNone/>
              <a:defRPr/>
            </a:pPr>
            <a:r>
              <a:rPr lang="en-US" altLang="zh-CN" sz="2400" dirty="0"/>
              <a:t>   </a:t>
            </a:r>
            <a:r>
              <a:rPr lang="en-US" altLang="zh-CN" sz="2400" dirty="0">
                <a:solidFill>
                  <a:srgbClr val="FFC000"/>
                </a:solidFill>
              </a:rPr>
              <a:t>operator </a:t>
            </a:r>
            <a:r>
              <a:rPr lang="en-US" altLang="zh-CN" sz="2400" dirty="0" err="1">
                <a:solidFill>
                  <a:srgbClr val="FFC000"/>
                </a:solidFill>
              </a:rPr>
              <a:t>int</a:t>
            </a:r>
            <a:r>
              <a:rPr lang="en-US" altLang="zh-CN" sz="2400" dirty="0"/>
              <a:t>() //</a:t>
            </a:r>
            <a:r>
              <a:rPr lang="zh-CN" altLang="zh-CN" sz="2400" dirty="0"/>
              <a:t>类型转换操作符</a:t>
            </a:r>
            <a:r>
              <a:rPr lang="en-US" altLang="zh-CN" sz="2400" dirty="0" err="1"/>
              <a:t>int</a:t>
            </a:r>
            <a:r>
              <a:rPr lang="zh-CN" altLang="zh-CN" sz="2400" dirty="0"/>
              <a:t>的重载函数</a:t>
            </a:r>
            <a:endParaRPr lang="en-US" altLang="zh-CN" sz="2400" dirty="0"/>
          </a:p>
          <a:p>
            <a:pPr lvl="1" eaLnBrk="1" hangingPunct="1">
              <a:lnSpc>
                <a:spcPct val="70000"/>
              </a:lnSpc>
              <a:buFontTx/>
              <a:buNone/>
              <a:defRPr/>
            </a:pPr>
            <a:r>
              <a:rPr lang="en-US" altLang="zh-CN" sz="2400" dirty="0"/>
              <a:t>   { return </a:t>
            </a:r>
            <a:r>
              <a:rPr lang="en-US" altLang="zh-CN" sz="2400" dirty="0" err="1"/>
              <a:t>x+y</a:t>
            </a:r>
            <a:r>
              <a:rPr lang="en-US" altLang="zh-CN" sz="2400" dirty="0"/>
              <a:t>; </a:t>
            </a:r>
          </a:p>
          <a:p>
            <a:pPr lvl="1" eaLnBrk="1" hangingPunct="1">
              <a:lnSpc>
                <a:spcPct val="70000"/>
              </a:lnSpc>
              <a:buFontTx/>
              <a:buNone/>
              <a:defRPr/>
            </a:pPr>
            <a:r>
              <a:rPr lang="en-US" altLang="zh-CN" sz="2400" dirty="0"/>
              <a:t>   }</a:t>
            </a:r>
          </a:p>
          <a:p>
            <a:pPr lvl="1" eaLnBrk="1" hangingPunct="1">
              <a:lnSpc>
                <a:spcPct val="70000"/>
              </a:lnSpc>
              <a:buFontTx/>
              <a:buNone/>
              <a:defRPr/>
            </a:pPr>
            <a:r>
              <a:rPr lang="en-US" altLang="zh-CN" sz="2400" dirty="0"/>
              <a:t>};</a:t>
            </a:r>
          </a:p>
          <a:p>
            <a:pPr lvl="1" eaLnBrk="1" hangingPunct="1">
              <a:lnSpc>
                <a:spcPct val="70000"/>
              </a:lnSpc>
              <a:buFontTx/>
              <a:buNone/>
              <a:defRPr/>
            </a:pPr>
            <a:r>
              <a:rPr lang="en-US" altLang="zh-CN" sz="2400" dirty="0"/>
              <a:t>...</a:t>
            </a:r>
            <a:r>
              <a:rPr lang="en-US" altLang="zh-CN" sz="2400" dirty="0">
                <a:latin typeface="Arial" charset="0"/>
              </a:rPr>
              <a:t>…</a:t>
            </a:r>
            <a:endParaRPr lang="en-US" altLang="zh-CN" sz="2400" dirty="0"/>
          </a:p>
          <a:p>
            <a:pPr lvl="1" eaLnBrk="1" hangingPunct="1">
              <a:lnSpc>
                <a:spcPct val="70000"/>
              </a:lnSpc>
              <a:buFontTx/>
              <a:buNone/>
              <a:defRPr/>
            </a:pPr>
            <a:r>
              <a:rPr lang="en-US" altLang="zh-CN" sz="2400" dirty="0"/>
              <a:t>A </a:t>
            </a:r>
            <a:r>
              <a:rPr lang="en-US" altLang="zh-CN" sz="2400" dirty="0" err="1"/>
              <a:t>a</a:t>
            </a:r>
            <a:r>
              <a:rPr lang="en-US" altLang="zh-CN" sz="2400" dirty="0"/>
              <a:t>;</a:t>
            </a:r>
          </a:p>
          <a:p>
            <a:pPr lvl="1" eaLnBrk="1" hangingPunct="1">
              <a:lnSpc>
                <a:spcPct val="70000"/>
              </a:lnSpc>
              <a:buFontTx/>
              <a:buNone/>
              <a:defRPr/>
            </a:pPr>
            <a:r>
              <a:rPr lang="en-US" altLang="zh-CN" sz="2400" dirty="0" err="1"/>
              <a:t>int</a:t>
            </a:r>
            <a:r>
              <a:rPr lang="en-US" altLang="zh-CN" sz="2400" dirty="0"/>
              <a:t> </a:t>
            </a:r>
            <a:r>
              <a:rPr lang="en-US" altLang="zh-CN" sz="2400" dirty="0" err="1"/>
              <a:t>i</a:t>
            </a:r>
            <a:r>
              <a:rPr lang="en-US" altLang="zh-CN" sz="2400" dirty="0"/>
              <a:t>=1;</a:t>
            </a:r>
          </a:p>
          <a:p>
            <a:pPr lvl="1" eaLnBrk="1" hangingPunct="1">
              <a:lnSpc>
                <a:spcPct val="70000"/>
              </a:lnSpc>
              <a:buFontTx/>
              <a:buNone/>
              <a:defRPr/>
            </a:pPr>
            <a:r>
              <a:rPr lang="en-US" altLang="zh-CN" sz="2400" dirty="0"/>
              <a:t>... (</a:t>
            </a:r>
            <a:r>
              <a:rPr lang="en-US" altLang="zh-CN" sz="2400" dirty="0" err="1"/>
              <a:t>i</a:t>
            </a:r>
            <a:r>
              <a:rPr lang="en-US" altLang="zh-CN" sz="2400" dirty="0"/>
              <a:t> + </a:t>
            </a:r>
            <a:r>
              <a:rPr lang="en-US" altLang="zh-CN" sz="2400" dirty="0">
                <a:solidFill>
                  <a:schemeClr val="folHlink"/>
                </a:solidFill>
              </a:rPr>
              <a:t>a</a:t>
            </a:r>
            <a:r>
              <a:rPr lang="en-US" altLang="zh-CN" sz="2400" dirty="0"/>
              <a:t>) ... //</a:t>
            </a:r>
            <a:r>
              <a:rPr lang="zh-CN" altLang="en-US" sz="2400" dirty="0"/>
              <a:t>将调用类型转换操作符</a:t>
            </a:r>
            <a:r>
              <a:rPr lang="en-US" altLang="zh-CN" sz="2400" dirty="0" err="1"/>
              <a:t>int</a:t>
            </a:r>
            <a:r>
              <a:rPr lang="zh-CN" altLang="en-US" sz="2400" dirty="0"/>
              <a:t>的重载函数</a:t>
            </a:r>
          </a:p>
          <a:p>
            <a:pPr lvl="1" eaLnBrk="1" hangingPunct="1">
              <a:lnSpc>
                <a:spcPct val="70000"/>
              </a:lnSpc>
              <a:buFontTx/>
              <a:buNone/>
              <a:defRPr/>
            </a:pPr>
            <a:r>
              <a:rPr lang="zh-CN" altLang="en-US" sz="2400" dirty="0"/>
              <a:t>			      </a:t>
            </a:r>
            <a:r>
              <a:rPr lang="en-US" altLang="zh-CN" sz="2400" dirty="0"/>
              <a:t>//</a:t>
            </a:r>
            <a:r>
              <a:rPr lang="zh-CN" altLang="en-US" sz="2400" dirty="0"/>
              <a:t>把对象</a:t>
            </a:r>
            <a:r>
              <a:rPr lang="en-US" altLang="zh-CN" sz="2400" dirty="0"/>
              <a:t>a</a:t>
            </a:r>
            <a:r>
              <a:rPr lang="zh-CN" altLang="en-US" sz="2400" dirty="0"/>
              <a:t>隐式转换成</a:t>
            </a:r>
            <a:r>
              <a:rPr lang="en-US" altLang="zh-CN" sz="2400" dirty="0" err="1"/>
              <a:t>int</a:t>
            </a:r>
            <a:r>
              <a:rPr lang="zh-CN" altLang="en-US" sz="2400" dirty="0"/>
              <a:t>型数据。</a:t>
            </a: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5506" name="Rectangle 2">
            <a:extLst>
              <a:ext uri="{FF2B5EF4-FFF2-40B4-BE49-F238E27FC236}">
                <a16:creationId xmlns:a16="http://schemas.microsoft.com/office/drawing/2014/main" id="{1BA31F92-8F1A-9CF5-771D-59DBCE4B4890}"/>
              </a:ext>
            </a:extLst>
          </p:cNvPr>
          <p:cNvSpPr>
            <a:spLocks noGrp="1" noChangeArrowheads="1"/>
          </p:cNvSpPr>
          <p:nvPr>
            <p:ph type="title"/>
          </p:nvPr>
        </p:nvSpPr>
        <p:spPr>
          <a:xfrm>
            <a:off x="457200" y="44450"/>
            <a:ext cx="8229600" cy="1139825"/>
          </a:xfrm>
        </p:spPr>
        <p:txBody>
          <a:bodyPr/>
          <a:lstStyle/>
          <a:p>
            <a:pPr eaLnBrk="1" hangingPunct="1">
              <a:defRPr/>
            </a:pPr>
            <a:r>
              <a:rPr lang="zh-CN" altLang="en-US" dirty="0"/>
              <a:t>歧义问题</a:t>
            </a:r>
            <a:endParaRPr lang="zh-CN" altLang="zh-CN" dirty="0"/>
          </a:p>
        </p:txBody>
      </p:sp>
      <p:sp>
        <p:nvSpPr>
          <p:cNvPr id="405507" name="Rectangle 3">
            <a:extLst>
              <a:ext uri="{FF2B5EF4-FFF2-40B4-BE49-F238E27FC236}">
                <a16:creationId xmlns:a16="http://schemas.microsoft.com/office/drawing/2014/main" id="{FCE3DB06-85BE-64AC-11F1-A91A5203C5B6}"/>
              </a:ext>
            </a:extLst>
          </p:cNvPr>
          <p:cNvSpPr>
            <a:spLocks noGrp="1" noChangeArrowheads="1"/>
          </p:cNvSpPr>
          <p:nvPr>
            <p:ph type="body" idx="1"/>
          </p:nvPr>
        </p:nvSpPr>
        <p:spPr>
          <a:xfrm>
            <a:off x="457200" y="1268413"/>
            <a:ext cx="8229600" cy="5256212"/>
          </a:xfrm>
        </p:spPr>
        <p:txBody>
          <a:bodyPr>
            <a:normAutofit/>
          </a:bodyPr>
          <a:lstStyle/>
          <a:p>
            <a:pPr defTabSz="620713" eaLnBrk="1" hangingPunct="1">
              <a:lnSpc>
                <a:spcPct val="90000"/>
              </a:lnSpc>
              <a:buFont typeface="Wingdings" panose="05000000000000000000" pitchFamily="2" charset="2"/>
              <a:buNone/>
              <a:defRPr/>
            </a:pPr>
            <a:r>
              <a:rPr lang="en-US" altLang="zh-CN" sz="2400" dirty="0"/>
              <a:t>class A</a:t>
            </a:r>
          </a:p>
          <a:p>
            <a:pPr defTabSz="620713" eaLnBrk="1" hangingPunct="1">
              <a:lnSpc>
                <a:spcPct val="90000"/>
              </a:lnSpc>
              <a:buFont typeface="Wingdings" panose="05000000000000000000" pitchFamily="2" charset="2"/>
              <a:buNone/>
              <a:defRPr/>
            </a:pPr>
            <a:r>
              <a:rPr lang="en-US" altLang="zh-CN" sz="2400" dirty="0"/>
              <a:t>{		</a:t>
            </a:r>
            <a:r>
              <a:rPr lang="en-US" altLang="zh-CN" sz="2400" dirty="0" err="1"/>
              <a:t>int</a:t>
            </a:r>
            <a:r>
              <a:rPr lang="en-US" altLang="zh-CN" sz="2400" dirty="0"/>
              <a:t> </a:t>
            </a:r>
            <a:r>
              <a:rPr lang="en-US" altLang="zh-CN" sz="2400" dirty="0" err="1"/>
              <a:t>x,y</a:t>
            </a:r>
            <a:r>
              <a:rPr lang="en-US" altLang="zh-CN" sz="2400" dirty="0"/>
              <a:t>;</a:t>
            </a:r>
          </a:p>
          <a:p>
            <a:pPr defTabSz="620713" eaLnBrk="1" hangingPunct="1">
              <a:lnSpc>
                <a:spcPct val="90000"/>
              </a:lnSpc>
              <a:buFont typeface="Wingdings" panose="05000000000000000000" pitchFamily="2" charset="2"/>
              <a:buNone/>
              <a:defRPr/>
            </a:pPr>
            <a:r>
              <a:rPr lang="en-US" altLang="zh-CN" sz="2400" dirty="0"/>
              <a:t>	public:</a:t>
            </a:r>
          </a:p>
          <a:p>
            <a:pPr defTabSz="620713" eaLnBrk="1" hangingPunct="1">
              <a:lnSpc>
                <a:spcPct val="90000"/>
              </a:lnSpc>
              <a:buFont typeface="Wingdings" panose="05000000000000000000" pitchFamily="2" charset="2"/>
              <a:buNone/>
              <a:defRPr/>
            </a:pPr>
            <a:r>
              <a:rPr lang="en-US" altLang="zh-CN" sz="2400" dirty="0"/>
              <a:t>		A() { x = 0;  y = 0; }</a:t>
            </a:r>
          </a:p>
          <a:p>
            <a:pPr defTabSz="620713" eaLnBrk="1" hangingPunct="1">
              <a:lnSpc>
                <a:spcPct val="90000"/>
              </a:lnSpc>
              <a:buFont typeface="Wingdings" panose="05000000000000000000" pitchFamily="2" charset="2"/>
              <a:buNone/>
              <a:defRPr/>
            </a:pPr>
            <a:r>
              <a:rPr lang="en-US" altLang="zh-CN" sz="2400" dirty="0"/>
              <a:t>		</a:t>
            </a:r>
            <a:r>
              <a:rPr lang="en-US" altLang="zh-CN" sz="2400" dirty="0">
                <a:solidFill>
                  <a:srgbClr val="FFC000"/>
                </a:solidFill>
              </a:rPr>
              <a:t>A(</a:t>
            </a:r>
            <a:r>
              <a:rPr lang="en-US" altLang="zh-CN" sz="2400" dirty="0" err="1">
                <a:solidFill>
                  <a:srgbClr val="FFC000"/>
                </a:solidFill>
              </a:rPr>
              <a:t>int</a:t>
            </a:r>
            <a:r>
              <a:rPr lang="en-US" altLang="zh-CN" sz="2400" dirty="0">
                <a:solidFill>
                  <a:srgbClr val="FFC000"/>
                </a:solidFill>
              </a:rPr>
              <a:t> </a:t>
            </a:r>
            <a:r>
              <a:rPr lang="en-US" altLang="zh-CN" sz="2400" dirty="0" err="1">
                <a:solidFill>
                  <a:srgbClr val="FFC000"/>
                </a:solidFill>
              </a:rPr>
              <a:t>i</a:t>
            </a:r>
            <a:r>
              <a:rPr lang="en-US" altLang="zh-CN" sz="2400" dirty="0">
                <a:solidFill>
                  <a:srgbClr val="FFC000"/>
                </a:solidFill>
              </a:rPr>
              <a:t>)</a:t>
            </a:r>
            <a:r>
              <a:rPr lang="en-US" altLang="zh-CN" sz="2400" dirty="0"/>
              <a:t> { x = </a:t>
            </a:r>
            <a:r>
              <a:rPr lang="en-US" altLang="zh-CN" sz="2400" dirty="0" err="1"/>
              <a:t>i</a:t>
            </a:r>
            <a:r>
              <a:rPr lang="en-US" altLang="zh-CN" sz="2400" dirty="0"/>
              <a:t>; y = 0; }</a:t>
            </a:r>
          </a:p>
          <a:p>
            <a:pPr defTabSz="620713" eaLnBrk="1" hangingPunct="1">
              <a:lnSpc>
                <a:spcPct val="90000"/>
              </a:lnSpc>
              <a:buFont typeface="Wingdings" panose="05000000000000000000" pitchFamily="2" charset="2"/>
              <a:buNone/>
              <a:defRPr/>
            </a:pPr>
            <a:r>
              <a:rPr lang="en-US" altLang="zh-CN" sz="2400" dirty="0"/>
              <a:t>      A(</a:t>
            </a:r>
            <a:r>
              <a:rPr lang="en-US" altLang="zh-CN" sz="2400" dirty="0" err="1"/>
              <a:t>int</a:t>
            </a:r>
            <a:r>
              <a:rPr lang="en-US" altLang="zh-CN" sz="2400" dirty="0"/>
              <a:t> </a:t>
            </a:r>
            <a:r>
              <a:rPr lang="en-US" altLang="zh-CN" sz="2400" dirty="0" err="1"/>
              <a:t>i,int</a:t>
            </a:r>
            <a:r>
              <a:rPr lang="en-US" altLang="zh-CN" sz="2400" dirty="0"/>
              <a:t> j) { x = </a:t>
            </a:r>
            <a:r>
              <a:rPr lang="en-US" altLang="zh-CN" sz="2400" dirty="0" err="1"/>
              <a:t>i</a:t>
            </a:r>
            <a:r>
              <a:rPr lang="en-US" altLang="zh-CN" sz="2400" dirty="0"/>
              <a:t>;  y = j; }</a:t>
            </a:r>
          </a:p>
          <a:p>
            <a:pPr defTabSz="620713" eaLnBrk="1" hangingPunct="1">
              <a:lnSpc>
                <a:spcPct val="90000"/>
              </a:lnSpc>
              <a:buFont typeface="Wingdings" panose="05000000000000000000" pitchFamily="2" charset="2"/>
              <a:buNone/>
              <a:defRPr/>
            </a:pPr>
            <a:r>
              <a:rPr lang="en-US" altLang="zh-CN" sz="2400" dirty="0"/>
              <a:t>		</a:t>
            </a:r>
            <a:r>
              <a:rPr lang="en-US" altLang="zh-CN" sz="2400" dirty="0">
                <a:solidFill>
                  <a:srgbClr val="FFC000"/>
                </a:solidFill>
              </a:rPr>
              <a:t>operator </a:t>
            </a:r>
            <a:r>
              <a:rPr lang="en-US" altLang="zh-CN" sz="2400" dirty="0" err="1">
                <a:solidFill>
                  <a:srgbClr val="FFC000"/>
                </a:solidFill>
              </a:rPr>
              <a:t>int</a:t>
            </a:r>
            <a:r>
              <a:rPr lang="en-US" altLang="zh-CN" sz="2400" dirty="0">
                <a:solidFill>
                  <a:srgbClr val="FFC000"/>
                </a:solidFill>
              </a:rPr>
              <a:t>() </a:t>
            </a:r>
            <a:r>
              <a:rPr lang="en-US" altLang="zh-CN" sz="2400" dirty="0"/>
              <a:t>{ return </a:t>
            </a:r>
            <a:r>
              <a:rPr lang="en-US" altLang="zh-CN" sz="2400" dirty="0" err="1"/>
              <a:t>x+y</a:t>
            </a:r>
            <a:r>
              <a:rPr lang="en-US" altLang="zh-CN" sz="2400" dirty="0"/>
              <a:t>; }</a:t>
            </a:r>
          </a:p>
          <a:p>
            <a:pPr defTabSz="620713" eaLnBrk="1" hangingPunct="1">
              <a:lnSpc>
                <a:spcPct val="90000"/>
              </a:lnSpc>
              <a:buFont typeface="Wingdings" panose="05000000000000000000" pitchFamily="2" charset="2"/>
              <a:buNone/>
              <a:defRPr/>
            </a:pPr>
            <a:r>
              <a:rPr lang="en-US" altLang="zh-CN" sz="2400" dirty="0"/>
              <a:t>	friend A operator +(</a:t>
            </a:r>
            <a:r>
              <a:rPr lang="en-US" altLang="zh-CN" sz="2400" dirty="0" err="1"/>
              <a:t>const</a:t>
            </a:r>
            <a:r>
              <a:rPr lang="en-US" altLang="zh-CN" sz="2400" dirty="0"/>
              <a:t> A &amp;a1, </a:t>
            </a:r>
            <a:r>
              <a:rPr lang="en-US" altLang="zh-CN" sz="2400" dirty="0" err="1"/>
              <a:t>const</a:t>
            </a:r>
            <a:r>
              <a:rPr lang="en-US" altLang="zh-CN" sz="2400" dirty="0"/>
              <a:t> A &amp;a2);</a:t>
            </a:r>
          </a:p>
          <a:p>
            <a:pPr defTabSz="620713" eaLnBrk="1" hangingPunct="1">
              <a:lnSpc>
                <a:spcPct val="90000"/>
              </a:lnSpc>
              <a:buFont typeface="Wingdings" panose="05000000000000000000" pitchFamily="2" charset="2"/>
              <a:buNone/>
              <a:defRPr/>
            </a:pPr>
            <a:r>
              <a:rPr lang="en-US" altLang="zh-CN" sz="2400" dirty="0"/>
              <a:t>};</a:t>
            </a:r>
          </a:p>
          <a:p>
            <a:pPr defTabSz="620713" eaLnBrk="1" hangingPunct="1">
              <a:lnSpc>
                <a:spcPct val="90000"/>
              </a:lnSpc>
              <a:buFont typeface="Wingdings" panose="05000000000000000000" pitchFamily="2" charset="2"/>
              <a:buNone/>
              <a:defRPr/>
            </a:pPr>
            <a:r>
              <a:rPr lang="en-US" altLang="zh-CN" sz="2400" dirty="0"/>
              <a:t>......</a:t>
            </a:r>
          </a:p>
          <a:p>
            <a:pPr defTabSz="620713" eaLnBrk="1" hangingPunct="1">
              <a:lnSpc>
                <a:spcPct val="90000"/>
              </a:lnSpc>
              <a:buFont typeface="Wingdings" panose="05000000000000000000" pitchFamily="2" charset="2"/>
              <a:buNone/>
              <a:defRPr/>
            </a:pPr>
            <a:r>
              <a:rPr lang="en-US" altLang="zh-CN" sz="2400" dirty="0"/>
              <a:t>A </a:t>
            </a:r>
            <a:r>
              <a:rPr lang="en-US" altLang="zh-CN" sz="2400" dirty="0" err="1"/>
              <a:t>a</a:t>
            </a:r>
            <a:r>
              <a:rPr lang="en-US" altLang="zh-CN" sz="2400" dirty="0"/>
              <a:t>;</a:t>
            </a:r>
          </a:p>
          <a:p>
            <a:pPr defTabSz="620713" eaLnBrk="1" hangingPunct="1">
              <a:lnSpc>
                <a:spcPct val="90000"/>
              </a:lnSpc>
              <a:buFont typeface="Wingdings" panose="05000000000000000000" pitchFamily="2" charset="2"/>
              <a:buNone/>
              <a:defRPr/>
            </a:pPr>
            <a:r>
              <a:rPr lang="en-US" altLang="zh-CN" sz="2400" dirty="0" err="1"/>
              <a:t>int</a:t>
            </a:r>
            <a:r>
              <a:rPr lang="en-US" altLang="zh-CN" sz="2400" dirty="0"/>
              <a:t> </a:t>
            </a:r>
            <a:r>
              <a:rPr lang="en-US" altLang="zh-CN" sz="2400" dirty="0" err="1"/>
              <a:t>i</a:t>
            </a:r>
            <a:r>
              <a:rPr lang="en-US" altLang="zh-CN" sz="2400" dirty="0"/>
              <a:t>=1;</a:t>
            </a:r>
          </a:p>
          <a:p>
            <a:pPr defTabSz="620713" eaLnBrk="1" hangingPunct="1">
              <a:lnSpc>
                <a:spcPct val="90000"/>
              </a:lnSpc>
              <a:buFont typeface="Wingdings" panose="05000000000000000000" pitchFamily="2" charset="2"/>
              <a:buNone/>
              <a:defRPr/>
            </a:pPr>
            <a:r>
              <a:rPr lang="en-US" altLang="zh-CN" sz="2400" dirty="0"/>
              <a:t>... (</a:t>
            </a:r>
            <a:r>
              <a:rPr lang="en-US" altLang="zh-CN" sz="2400" dirty="0">
                <a:solidFill>
                  <a:srgbClr val="FFC000"/>
                </a:solidFill>
              </a:rPr>
              <a:t>a</a:t>
            </a:r>
            <a:r>
              <a:rPr lang="en-US" altLang="zh-CN" sz="2400" dirty="0"/>
              <a:t> + </a:t>
            </a:r>
            <a:r>
              <a:rPr lang="en-US" altLang="zh-CN" sz="2400" dirty="0" err="1">
                <a:solidFill>
                  <a:srgbClr val="FFC000"/>
                </a:solidFill>
              </a:rPr>
              <a:t>i</a:t>
            </a:r>
            <a:r>
              <a:rPr lang="en-US" altLang="zh-CN" sz="2400" dirty="0"/>
              <a:t>) ...  //</a:t>
            </a:r>
            <a:r>
              <a:rPr lang="zh-CN" altLang="en-US" sz="2400" dirty="0"/>
              <a:t>是把</a:t>
            </a:r>
            <a:r>
              <a:rPr lang="en-US" altLang="zh-CN" sz="2400" dirty="0"/>
              <a:t>a</a:t>
            </a:r>
            <a:r>
              <a:rPr lang="zh-CN" altLang="en-US" sz="2400" dirty="0"/>
              <a:t>转换成</a:t>
            </a:r>
            <a:r>
              <a:rPr lang="en-US" altLang="zh-CN" sz="2400" dirty="0" err="1"/>
              <a:t>int</a:t>
            </a:r>
            <a:r>
              <a:rPr lang="zh-CN" altLang="en-US" sz="2400" dirty="0"/>
              <a:t>呢，还是把</a:t>
            </a:r>
            <a:r>
              <a:rPr lang="en-US" altLang="zh-CN" sz="2400" dirty="0" err="1"/>
              <a:t>i</a:t>
            </a:r>
            <a:r>
              <a:rPr lang="zh-CN" altLang="en-US" sz="2400" dirty="0"/>
              <a:t>转换成</a:t>
            </a:r>
            <a:r>
              <a:rPr lang="en-US" altLang="zh-CN" sz="2400" dirty="0"/>
              <a:t>A</a:t>
            </a:r>
            <a:r>
              <a:rPr lang="zh-CN" altLang="en-US" sz="2400" dirty="0"/>
              <a:t>呢？</a:t>
            </a: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6531" name="Rectangle 3">
            <a:extLst>
              <a:ext uri="{FF2B5EF4-FFF2-40B4-BE49-F238E27FC236}">
                <a16:creationId xmlns:a16="http://schemas.microsoft.com/office/drawing/2014/main" id="{51D4ED58-D847-3B9E-AA13-691A60B7EC4D}"/>
              </a:ext>
            </a:extLst>
          </p:cNvPr>
          <p:cNvSpPr>
            <a:spLocks noGrp="1" noChangeArrowheads="1"/>
          </p:cNvSpPr>
          <p:nvPr>
            <p:ph type="body" idx="1"/>
          </p:nvPr>
        </p:nvSpPr>
        <p:spPr>
          <a:xfrm>
            <a:off x="457200" y="260350"/>
            <a:ext cx="8229600" cy="6264275"/>
          </a:xfrm>
        </p:spPr>
        <p:txBody>
          <a:bodyPr>
            <a:normAutofit/>
          </a:bodyPr>
          <a:lstStyle/>
          <a:p>
            <a:pPr defTabSz="450850" eaLnBrk="1" hangingPunct="1">
              <a:lnSpc>
                <a:spcPct val="90000"/>
              </a:lnSpc>
              <a:defRPr/>
            </a:pPr>
            <a:r>
              <a:rPr lang="zh-CN" altLang="en-US" sz="2400" dirty="0"/>
              <a:t>对上面的问题，可以用显式类型转换来解决：</a:t>
            </a:r>
          </a:p>
          <a:p>
            <a:pPr marL="457200" lvl="1" indent="0" defTabSz="450850" eaLnBrk="1" hangingPunct="1">
              <a:lnSpc>
                <a:spcPct val="90000"/>
              </a:lnSpc>
              <a:buFontTx/>
              <a:buNone/>
              <a:defRPr/>
            </a:pPr>
            <a:r>
              <a:rPr lang="en-US" altLang="zh-CN" sz="2000" dirty="0"/>
              <a:t>... (</a:t>
            </a:r>
            <a:r>
              <a:rPr lang="en-US" altLang="zh-CN" sz="2000" dirty="0">
                <a:solidFill>
                  <a:srgbClr val="FFC000"/>
                </a:solidFill>
              </a:rPr>
              <a:t>(</a:t>
            </a:r>
            <a:r>
              <a:rPr lang="en-US" altLang="zh-CN" sz="2000" dirty="0" err="1">
                <a:solidFill>
                  <a:srgbClr val="FFC000"/>
                </a:solidFill>
              </a:rPr>
              <a:t>int</a:t>
            </a:r>
            <a:r>
              <a:rPr lang="en-US" altLang="zh-CN" sz="2000" dirty="0">
                <a:solidFill>
                  <a:srgbClr val="FFC000"/>
                </a:solidFill>
              </a:rPr>
              <a:t>)</a:t>
            </a:r>
            <a:r>
              <a:rPr lang="en-US" altLang="zh-CN" sz="2000" dirty="0"/>
              <a:t>a + </a:t>
            </a:r>
            <a:r>
              <a:rPr lang="en-US" altLang="zh-CN" sz="2000" dirty="0" err="1"/>
              <a:t>i</a:t>
            </a:r>
            <a:r>
              <a:rPr lang="en-US" altLang="zh-CN" sz="2000" dirty="0"/>
              <a:t>) ... //</a:t>
            </a:r>
            <a:r>
              <a:rPr lang="zh-CN" altLang="en-US" sz="2000" dirty="0"/>
              <a:t>把</a:t>
            </a:r>
            <a:r>
              <a:rPr lang="en-US" altLang="zh-CN" sz="2000" dirty="0"/>
              <a:t>a</a:t>
            </a:r>
            <a:r>
              <a:rPr lang="zh-CN" altLang="en-US" sz="2000" dirty="0"/>
              <a:t>转换成</a:t>
            </a:r>
            <a:r>
              <a:rPr lang="en-US" altLang="zh-CN" sz="2000" dirty="0" err="1"/>
              <a:t>int</a:t>
            </a:r>
            <a:endParaRPr lang="en-US" altLang="zh-CN" sz="2000" dirty="0"/>
          </a:p>
          <a:p>
            <a:pPr defTabSz="450850" eaLnBrk="1" hangingPunct="1">
              <a:lnSpc>
                <a:spcPct val="90000"/>
              </a:lnSpc>
              <a:buFont typeface="Wingdings" panose="05000000000000000000" pitchFamily="2" charset="2"/>
              <a:buNone/>
              <a:defRPr/>
            </a:pPr>
            <a:r>
              <a:rPr lang="zh-CN" altLang="en-US" sz="2400" dirty="0"/>
              <a:t>或</a:t>
            </a:r>
          </a:p>
          <a:p>
            <a:pPr marL="457200" lvl="1" indent="0" defTabSz="450850" eaLnBrk="1" hangingPunct="1">
              <a:lnSpc>
                <a:spcPct val="90000"/>
              </a:lnSpc>
              <a:buFontTx/>
              <a:buNone/>
              <a:defRPr/>
            </a:pPr>
            <a:r>
              <a:rPr lang="en-US" altLang="zh-CN" sz="2000" dirty="0"/>
              <a:t>... (a + </a:t>
            </a:r>
            <a:r>
              <a:rPr lang="en-US" altLang="zh-CN" sz="2000" dirty="0">
                <a:solidFill>
                  <a:srgbClr val="FFC000"/>
                </a:solidFill>
              </a:rPr>
              <a:t>(A)</a:t>
            </a:r>
            <a:r>
              <a:rPr lang="en-US" altLang="zh-CN" sz="2000" dirty="0" err="1"/>
              <a:t>i</a:t>
            </a:r>
            <a:r>
              <a:rPr lang="en-US" altLang="zh-CN" sz="2000" dirty="0"/>
              <a:t>) ...  //</a:t>
            </a:r>
            <a:r>
              <a:rPr lang="zh-CN" altLang="en-US" sz="2000" dirty="0"/>
              <a:t>把</a:t>
            </a:r>
            <a:r>
              <a:rPr lang="en-US" altLang="zh-CN" sz="2000" dirty="0" err="1"/>
              <a:t>i</a:t>
            </a:r>
            <a:r>
              <a:rPr lang="zh-CN" altLang="en-US" sz="2000" dirty="0"/>
              <a:t>转换成</a:t>
            </a:r>
            <a:r>
              <a:rPr lang="en-US" altLang="zh-CN" sz="2000" dirty="0"/>
              <a:t>A</a:t>
            </a:r>
          </a:p>
          <a:p>
            <a:pPr defTabSz="450850" eaLnBrk="1" hangingPunct="1">
              <a:lnSpc>
                <a:spcPct val="90000"/>
              </a:lnSpc>
              <a:defRPr/>
            </a:pPr>
            <a:r>
              <a:rPr lang="zh-CN" altLang="en-US" sz="2400" dirty="0"/>
              <a:t>也可以通过给</a:t>
            </a:r>
            <a:r>
              <a:rPr lang="en-US" altLang="zh-CN" sz="2400" dirty="0"/>
              <a:t>A</a:t>
            </a:r>
            <a:r>
              <a:rPr lang="zh-CN" altLang="en-US" sz="2400" dirty="0"/>
              <a:t>类的构造函数</a:t>
            </a:r>
            <a:r>
              <a:rPr lang="en-US" altLang="zh-CN" sz="2400" dirty="0"/>
              <a:t>A(</a:t>
            </a:r>
            <a:r>
              <a:rPr lang="en-US" altLang="zh-CN" sz="2400" dirty="0" err="1"/>
              <a:t>int</a:t>
            </a:r>
            <a:r>
              <a:rPr lang="en-US" altLang="zh-CN" sz="2400" dirty="0"/>
              <a:t> </a:t>
            </a:r>
            <a:r>
              <a:rPr lang="en-US" altLang="zh-CN" sz="2400" dirty="0" err="1"/>
              <a:t>i</a:t>
            </a:r>
            <a:r>
              <a:rPr lang="en-US" altLang="zh-CN" sz="2400" dirty="0"/>
              <a:t>)</a:t>
            </a:r>
            <a:r>
              <a:rPr lang="zh-CN" altLang="en-US" sz="2400" dirty="0"/>
              <a:t>加上一个修饰符</a:t>
            </a:r>
            <a:r>
              <a:rPr lang="en-US" altLang="zh-CN" sz="2400" dirty="0">
                <a:solidFill>
                  <a:srgbClr val="FFC000"/>
                </a:solidFill>
              </a:rPr>
              <a:t>explicit</a:t>
            </a:r>
            <a:r>
              <a:rPr lang="zh-CN" altLang="en-US" sz="2400" dirty="0"/>
              <a:t>，禁止把它当作隐式类型转换符来用：</a:t>
            </a:r>
          </a:p>
          <a:p>
            <a:pPr lvl="1" defTabSz="450850" eaLnBrk="1" hangingPunct="1">
              <a:lnSpc>
                <a:spcPct val="90000"/>
              </a:lnSpc>
              <a:buFontTx/>
              <a:buNone/>
              <a:defRPr/>
            </a:pPr>
            <a:r>
              <a:rPr lang="en-US" altLang="zh-CN" sz="2000" dirty="0"/>
              <a:t>class A</a:t>
            </a:r>
          </a:p>
          <a:p>
            <a:pPr lvl="1" defTabSz="450850" eaLnBrk="1" hangingPunct="1">
              <a:lnSpc>
                <a:spcPct val="90000"/>
              </a:lnSpc>
              <a:buFontTx/>
              <a:buNone/>
              <a:defRPr/>
            </a:pPr>
            <a:r>
              <a:rPr lang="en-US" altLang="zh-CN" sz="2000" dirty="0"/>
              <a:t>{	......</a:t>
            </a:r>
          </a:p>
          <a:p>
            <a:pPr lvl="1" defTabSz="450850" eaLnBrk="1" hangingPunct="1">
              <a:lnSpc>
                <a:spcPct val="90000"/>
              </a:lnSpc>
              <a:buFontTx/>
              <a:buNone/>
              <a:defRPr/>
            </a:pPr>
            <a:r>
              <a:rPr lang="en-US" altLang="zh-CN" sz="2000" dirty="0"/>
              <a:t>	</a:t>
            </a:r>
            <a:r>
              <a:rPr lang="en-US" altLang="zh-CN" sz="2000" dirty="0">
                <a:solidFill>
                  <a:srgbClr val="FFC000"/>
                </a:solidFill>
              </a:rPr>
              <a:t>explicit</a:t>
            </a:r>
            <a:r>
              <a:rPr lang="en-US" altLang="zh-CN" sz="2000" dirty="0"/>
              <a:t> A(</a:t>
            </a:r>
            <a:r>
              <a:rPr lang="en-US" altLang="zh-CN" sz="2000" dirty="0" err="1"/>
              <a:t>int</a:t>
            </a:r>
            <a:r>
              <a:rPr lang="en-US" altLang="zh-CN" sz="2000" dirty="0"/>
              <a:t> </a:t>
            </a:r>
            <a:r>
              <a:rPr lang="en-US" altLang="zh-CN" sz="2000" dirty="0" err="1"/>
              <a:t>i</a:t>
            </a:r>
            <a:r>
              <a:rPr lang="en-US" altLang="zh-CN" sz="2000" dirty="0"/>
              <a:t>) //</a:t>
            </a:r>
            <a:r>
              <a:rPr lang="zh-CN" altLang="en-US" sz="2000" dirty="0"/>
              <a:t>禁止把它当作隐式类型转换符来用</a:t>
            </a:r>
          </a:p>
          <a:p>
            <a:pPr lvl="1" defTabSz="450850" eaLnBrk="1" hangingPunct="1">
              <a:lnSpc>
                <a:spcPct val="90000"/>
              </a:lnSpc>
              <a:buFontTx/>
              <a:buNone/>
              <a:defRPr/>
            </a:pPr>
            <a:r>
              <a:rPr lang="zh-CN" altLang="en-US" sz="2000" dirty="0"/>
              <a:t>   </a:t>
            </a:r>
            <a:r>
              <a:rPr lang="en-US" altLang="zh-CN" sz="2000" dirty="0"/>
              <a:t>{ x = </a:t>
            </a:r>
            <a:r>
              <a:rPr lang="en-US" altLang="zh-CN" sz="2000" dirty="0" err="1"/>
              <a:t>i</a:t>
            </a:r>
            <a:r>
              <a:rPr lang="en-US" altLang="zh-CN" sz="2000" dirty="0"/>
              <a:t>; y = 0; </a:t>
            </a:r>
          </a:p>
          <a:p>
            <a:pPr lvl="1" defTabSz="450850" eaLnBrk="1" hangingPunct="1">
              <a:lnSpc>
                <a:spcPct val="90000"/>
              </a:lnSpc>
              <a:buFontTx/>
              <a:buNone/>
              <a:defRPr/>
            </a:pPr>
            <a:r>
              <a:rPr lang="en-US" altLang="zh-CN" sz="2000" dirty="0"/>
              <a:t>	}</a:t>
            </a:r>
          </a:p>
          <a:p>
            <a:pPr lvl="1" defTabSz="450850" eaLnBrk="1" hangingPunct="1">
              <a:lnSpc>
                <a:spcPct val="90000"/>
              </a:lnSpc>
              <a:buFontTx/>
              <a:buNone/>
              <a:defRPr/>
            </a:pPr>
            <a:r>
              <a:rPr lang="en-US" altLang="zh-CN" sz="2000" dirty="0">
                <a:solidFill>
                  <a:srgbClr val="FFC000"/>
                </a:solidFill>
              </a:rPr>
              <a:t>   </a:t>
            </a:r>
            <a:r>
              <a:rPr lang="en-US" altLang="zh-CN" sz="2000" dirty="0"/>
              <a:t>operator </a:t>
            </a:r>
            <a:r>
              <a:rPr lang="en-US" altLang="zh-CN" sz="2000" dirty="0" err="1"/>
              <a:t>int</a:t>
            </a:r>
            <a:r>
              <a:rPr lang="en-US" altLang="zh-CN" sz="2000" dirty="0"/>
              <a:t>() { return </a:t>
            </a:r>
            <a:r>
              <a:rPr lang="en-US" altLang="zh-CN" sz="2000" dirty="0" err="1"/>
              <a:t>x+y</a:t>
            </a:r>
            <a:r>
              <a:rPr lang="en-US" altLang="zh-CN" sz="2000" dirty="0"/>
              <a:t>; }</a:t>
            </a:r>
          </a:p>
          <a:p>
            <a:pPr lvl="1" defTabSz="450850" eaLnBrk="1" hangingPunct="1">
              <a:lnSpc>
                <a:spcPct val="90000"/>
              </a:lnSpc>
              <a:buFontTx/>
              <a:buNone/>
              <a:defRPr/>
            </a:pPr>
            <a:r>
              <a:rPr lang="en-US" altLang="zh-CN" sz="2000" dirty="0"/>
              <a:t>	......</a:t>
            </a:r>
          </a:p>
          <a:p>
            <a:pPr lvl="1" defTabSz="450850" eaLnBrk="1" hangingPunct="1">
              <a:lnSpc>
                <a:spcPct val="90000"/>
              </a:lnSpc>
              <a:buFontTx/>
              <a:buNone/>
              <a:defRPr/>
            </a:pPr>
            <a:r>
              <a:rPr lang="en-US" altLang="zh-CN" sz="2000" dirty="0"/>
              <a:t>};</a:t>
            </a:r>
          </a:p>
          <a:p>
            <a:pPr lvl="1" defTabSz="450850" eaLnBrk="1" hangingPunct="1">
              <a:lnSpc>
                <a:spcPct val="90000"/>
              </a:lnSpc>
              <a:buFontTx/>
              <a:buNone/>
              <a:defRPr/>
            </a:pPr>
            <a:r>
              <a:rPr lang="en-US" altLang="zh-CN" sz="2000" dirty="0"/>
              <a:t>A </a:t>
            </a:r>
            <a:r>
              <a:rPr lang="en-US" altLang="zh-CN" sz="2000" dirty="0" err="1"/>
              <a:t>a</a:t>
            </a:r>
            <a:r>
              <a:rPr lang="en-US" altLang="zh-CN" sz="2000" dirty="0"/>
              <a:t>;</a:t>
            </a:r>
          </a:p>
          <a:p>
            <a:pPr lvl="1" defTabSz="450850" eaLnBrk="1" hangingPunct="1">
              <a:lnSpc>
                <a:spcPct val="90000"/>
              </a:lnSpc>
              <a:buFontTx/>
              <a:buNone/>
              <a:defRPr/>
            </a:pPr>
            <a:r>
              <a:rPr lang="en-US" altLang="zh-CN" sz="2000" dirty="0" err="1"/>
              <a:t>int</a:t>
            </a:r>
            <a:r>
              <a:rPr lang="en-US" altLang="zh-CN" sz="2000" dirty="0"/>
              <a:t> </a:t>
            </a:r>
            <a:r>
              <a:rPr lang="en-US" altLang="zh-CN" sz="2000" dirty="0" err="1"/>
              <a:t>i</a:t>
            </a:r>
            <a:r>
              <a:rPr lang="en-US" altLang="zh-CN" sz="2000" dirty="0"/>
              <a:t>=1;</a:t>
            </a:r>
          </a:p>
          <a:p>
            <a:pPr lvl="1" defTabSz="450850" eaLnBrk="1" hangingPunct="1">
              <a:lnSpc>
                <a:spcPct val="90000"/>
              </a:lnSpc>
              <a:buFontTx/>
              <a:buNone/>
              <a:defRPr/>
            </a:pPr>
            <a:r>
              <a:rPr lang="en-US" altLang="zh-CN" sz="2000" dirty="0"/>
              <a:t>... (a + </a:t>
            </a:r>
            <a:r>
              <a:rPr lang="en-US" altLang="zh-CN" sz="2000" dirty="0" err="1"/>
              <a:t>i</a:t>
            </a:r>
            <a:r>
              <a:rPr lang="en-US" altLang="zh-CN" sz="2000" dirty="0"/>
              <a:t>) ...  //</a:t>
            </a:r>
            <a:r>
              <a:rPr lang="zh-CN" altLang="en-US" sz="2000" dirty="0"/>
              <a:t>只能把</a:t>
            </a:r>
            <a:r>
              <a:rPr lang="en-US" altLang="zh-CN" sz="2000" dirty="0"/>
              <a:t>a</a:t>
            </a:r>
            <a:r>
              <a:rPr lang="zh-CN" altLang="en-US" sz="2000" dirty="0"/>
              <a:t>隐式转换成</a:t>
            </a:r>
            <a:r>
              <a:rPr lang="en-US" altLang="zh-CN" sz="2000" dirty="0" err="1"/>
              <a:t>int</a:t>
            </a:r>
            <a:endParaRPr lang="zh-CN" altLang="en-US" sz="2000" dirty="0"/>
          </a:p>
          <a:p>
            <a:pPr lvl="1" defTabSz="450850" eaLnBrk="1" hangingPunct="1">
              <a:lnSpc>
                <a:spcPct val="90000"/>
              </a:lnSpc>
              <a:buFontTx/>
              <a:buNone/>
              <a:defRPr/>
            </a:pPr>
            <a:endParaRPr lang="en-US" altLang="zh-CN" sz="2000" dirty="0"/>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A65465-E29D-A5CA-8ED8-6401CD85179C}"/>
              </a:ext>
            </a:extLst>
          </p:cNvPr>
          <p:cNvSpPr>
            <a:spLocks noGrp="1"/>
          </p:cNvSpPr>
          <p:nvPr>
            <p:ph type="title"/>
          </p:nvPr>
        </p:nvSpPr>
        <p:spPr/>
        <p:txBody>
          <a:bodyPr/>
          <a:lstStyle/>
          <a:p>
            <a:pPr>
              <a:defRPr/>
            </a:pPr>
            <a:endParaRPr lang="zh-CN" altLang="en-US"/>
          </a:p>
        </p:txBody>
      </p:sp>
      <p:sp>
        <p:nvSpPr>
          <p:cNvPr id="3" name="内容占位符 2">
            <a:extLst>
              <a:ext uri="{FF2B5EF4-FFF2-40B4-BE49-F238E27FC236}">
                <a16:creationId xmlns:a16="http://schemas.microsoft.com/office/drawing/2014/main" id="{0CE862DD-810D-8102-2CAA-C5B4A869DBAB}"/>
              </a:ext>
            </a:extLst>
          </p:cNvPr>
          <p:cNvSpPr>
            <a:spLocks noGrp="1"/>
          </p:cNvSpPr>
          <p:nvPr>
            <p:ph idx="1"/>
          </p:nvPr>
        </p:nvSpPr>
        <p:spPr>
          <a:xfrm>
            <a:off x="354013" y="1628775"/>
            <a:ext cx="8435975" cy="4608513"/>
          </a:xfrm>
        </p:spPr>
        <p:txBody>
          <a:bodyPr>
            <a:normAutofit/>
          </a:bodyPr>
          <a:lstStyle/>
          <a:p>
            <a:pPr eaLnBrk="1" hangingPunct="1">
              <a:defRPr/>
            </a:pPr>
            <a:r>
              <a:rPr lang="zh-CN" altLang="zh-CN" sz="2500">
                <a:effectLst/>
              </a:rPr>
              <a:t>当然，也可以给</a:t>
            </a:r>
            <a:r>
              <a:rPr lang="en-US" altLang="zh-CN" sz="2500">
                <a:effectLst/>
              </a:rPr>
              <a:t>int</a:t>
            </a:r>
            <a:r>
              <a:rPr lang="zh-CN" altLang="zh-CN" sz="2500">
                <a:effectLst/>
              </a:rPr>
              <a:t>类型转换操作符重载函数加一个</a:t>
            </a:r>
            <a:r>
              <a:rPr lang="en-US" altLang="zh-CN" sz="2500">
                <a:effectLst/>
              </a:rPr>
              <a:t>explicit</a:t>
            </a:r>
            <a:r>
              <a:rPr lang="zh-CN" altLang="zh-CN" sz="2500">
                <a:effectLst/>
              </a:rPr>
              <a:t>，禁止其用作隐式类型转换：</a:t>
            </a:r>
          </a:p>
          <a:p>
            <a:pPr marL="457200" lvl="1" indent="0">
              <a:buFontTx/>
              <a:buNone/>
              <a:defRPr/>
            </a:pPr>
            <a:r>
              <a:rPr lang="en-US" altLang="zh-CN" sz="2200">
                <a:effectLst/>
              </a:rPr>
              <a:t>class A</a:t>
            </a:r>
            <a:endParaRPr lang="zh-CN" altLang="zh-CN" sz="2200">
              <a:effectLst/>
            </a:endParaRPr>
          </a:p>
          <a:p>
            <a:pPr marL="457200" lvl="1" indent="0">
              <a:buFontTx/>
              <a:buNone/>
              <a:defRPr/>
            </a:pPr>
            <a:r>
              <a:rPr lang="en-US" altLang="zh-CN" sz="2200">
                <a:effectLst/>
              </a:rPr>
              <a:t>{	......</a:t>
            </a:r>
          </a:p>
          <a:p>
            <a:pPr marL="457200" lvl="1" indent="0" eaLnBrk="1" hangingPunct="1">
              <a:buFontTx/>
              <a:buNone/>
              <a:defRPr/>
            </a:pPr>
            <a:r>
              <a:rPr lang="en-US" altLang="zh-CN" sz="2200"/>
              <a:t>    A(int i)</a:t>
            </a:r>
            <a:r>
              <a:rPr lang="zh-CN" altLang="en-US" sz="2200"/>
              <a:t> </a:t>
            </a:r>
            <a:r>
              <a:rPr lang="en-US" altLang="zh-CN" sz="2200"/>
              <a:t>{ x = i; y = 0; }</a:t>
            </a:r>
          </a:p>
          <a:p>
            <a:pPr marL="457200" lvl="1" indent="0">
              <a:buFontTx/>
              <a:buNone/>
              <a:defRPr/>
            </a:pPr>
            <a:r>
              <a:rPr lang="en-US" altLang="zh-CN" sz="2200">
                <a:effectLst/>
              </a:rPr>
              <a:t>	</a:t>
            </a:r>
            <a:r>
              <a:rPr lang="en-US" altLang="zh-CN" sz="2200">
                <a:solidFill>
                  <a:srgbClr val="FFC000"/>
                </a:solidFill>
                <a:effectLst/>
              </a:rPr>
              <a:t>explicit</a:t>
            </a:r>
            <a:r>
              <a:rPr lang="en-US" altLang="zh-CN" sz="2200">
                <a:effectLst/>
              </a:rPr>
              <a:t> operator int() { return x+y; }</a:t>
            </a:r>
            <a:endParaRPr lang="zh-CN" altLang="zh-CN" sz="2200">
              <a:effectLst/>
            </a:endParaRPr>
          </a:p>
          <a:p>
            <a:pPr marL="457200" lvl="1" indent="0">
              <a:buFontTx/>
              <a:buNone/>
              <a:defRPr/>
            </a:pPr>
            <a:r>
              <a:rPr lang="en-US" altLang="zh-CN" sz="2200">
                <a:effectLst/>
              </a:rPr>
              <a:t>	......</a:t>
            </a:r>
            <a:endParaRPr lang="zh-CN" altLang="zh-CN" sz="2200">
              <a:effectLst/>
            </a:endParaRPr>
          </a:p>
          <a:p>
            <a:pPr marL="457200" lvl="1" indent="0">
              <a:buFontTx/>
              <a:buNone/>
              <a:defRPr/>
            </a:pPr>
            <a:r>
              <a:rPr lang="en-US" altLang="zh-CN" sz="2200">
                <a:effectLst/>
              </a:rPr>
              <a:t>};</a:t>
            </a:r>
          </a:p>
          <a:p>
            <a:pPr marL="457200" lvl="1" indent="0" eaLnBrk="1" hangingPunct="1">
              <a:buFontTx/>
              <a:buNone/>
              <a:defRPr/>
            </a:pPr>
            <a:r>
              <a:rPr lang="en-US" altLang="zh-CN" sz="2200"/>
              <a:t>A a;</a:t>
            </a:r>
          </a:p>
          <a:p>
            <a:pPr marL="457200" lvl="1" indent="0" eaLnBrk="1" hangingPunct="1">
              <a:buFontTx/>
              <a:buNone/>
              <a:defRPr/>
            </a:pPr>
            <a:r>
              <a:rPr lang="en-US" altLang="zh-CN" sz="2200"/>
              <a:t>int i=1;</a:t>
            </a:r>
          </a:p>
          <a:p>
            <a:pPr marL="457200" lvl="1" indent="0" eaLnBrk="1" hangingPunct="1">
              <a:buFontTx/>
              <a:buNone/>
              <a:defRPr/>
            </a:pPr>
            <a:r>
              <a:rPr lang="en-US" altLang="zh-CN" sz="2200"/>
              <a:t>... (a + i) ...  //</a:t>
            </a:r>
            <a:r>
              <a:rPr lang="zh-CN" altLang="en-US" sz="2200"/>
              <a:t>只能把</a:t>
            </a:r>
            <a:r>
              <a:rPr lang="en-US" altLang="zh-CN" sz="2200"/>
              <a:t>i</a:t>
            </a:r>
            <a:r>
              <a:rPr lang="zh-CN" altLang="en-US" sz="2200"/>
              <a:t>隐式转换成</a:t>
            </a:r>
            <a:r>
              <a:rPr lang="en-US" altLang="zh-CN" sz="2200"/>
              <a:t>A</a:t>
            </a:r>
            <a:endParaRPr lang="zh-CN" altLang="en-US" sz="2200"/>
          </a:p>
          <a:p>
            <a:pPr marL="457200" lvl="1" indent="0">
              <a:lnSpc>
                <a:spcPct val="80000"/>
              </a:lnSpc>
              <a:buFontTx/>
              <a:buNone/>
              <a:defRPr/>
            </a:pPr>
            <a:endParaRPr lang="zh-CN" altLang="zh-CN" sz="2200">
              <a:effectLst/>
            </a:endParaRPr>
          </a:p>
          <a:p>
            <a:pPr>
              <a:lnSpc>
                <a:spcPct val="80000"/>
              </a:lnSpc>
              <a:defRPr/>
            </a:pPr>
            <a:endParaRPr lang="zh-CN" altLang="en-US" sz="2500"/>
          </a:p>
        </p:txBody>
      </p:sp>
    </p:spTree>
  </p:cSld>
  <p:clrMapOvr>
    <a:masterClrMapping/>
  </p:clrMapOvr>
  <p:transition spd="slow"/>
</p:sld>
</file>

<file path=ppt/theme/theme1.xml><?xml version="1.0" encoding="utf-8"?>
<a:theme xmlns:a="http://schemas.openxmlformats.org/drawingml/2006/main" name="Globe">
  <a:themeElements>
    <a:clrScheme name="Globe 9">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sz="1800" b="0" i="0" u="none" strike="noStrike" cap="none" normalizeH="0" baseline="0" smtClean="0">
            <a:ln>
              <a:noFill/>
            </a:ln>
            <a:solidFill>
              <a:schemeClr val="tx1"/>
            </a:solidFill>
            <a:effectLst/>
            <a:latin typeface="Verdan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Verdana" pitchFamily="34" charset="0"/>
            <a:ea typeface="宋体" pitchFamily="2" charset="-122"/>
          </a:defRPr>
        </a:defPPr>
      </a:lstStyle>
    </a:lnDef>
  </a:objectDefaul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
      <a:clrScheme name="Globe 9">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Globe</Template>
  <TotalTime>17464</TotalTime>
  <Words>4917</Words>
  <Application>Microsoft Office PowerPoint</Application>
  <PresentationFormat>全屏显示(4:3)</PresentationFormat>
  <Paragraphs>556</Paragraphs>
  <Slides>43</Slides>
  <Notes>0</Notes>
  <HiddenSlides>17</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43</vt:i4>
      </vt:variant>
    </vt:vector>
  </HeadingPairs>
  <TitlesOfParts>
    <vt:vector size="49" baseType="lpstr">
      <vt:lpstr>Verdana</vt:lpstr>
      <vt:lpstr>宋体</vt:lpstr>
      <vt:lpstr>Arial</vt:lpstr>
      <vt:lpstr>Wingdings</vt:lpstr>
      <vt:lpstr>Times New Roman</vt:lpstr>
      <vt:lpstr>Globe</vt:lpstr>
      <vt:lpstr>C++特殊操作符的重载</vt:lpstr>
      <vt:lpstr>C++特殊操作符</vt:lpstr>
      <vt:lpstr>赋值操作符“=”的重载</vt:lpstr>
      <vt:lpstr>PowerPoint 演示文稿</vt:lpstr>
      <vt:lpstr>PowerPoint 演示文稿</vt:lpstr>
      <vt:lpstr>PowerPoint 演示文稿</vt:lpstr>
      <vt:lpstr>PowerPoint 演示文稿</vt:lpstr>
      <vt:lpstr>PowerPoint 演示文稿</vt:lpstr>
      <vt:lpstr>PowerPoint 演示文稿</vt:lpstr>
      <vt:lpstr>操作符new与delete的重载</vt:lpstr>
      <vt:lpstr>PowerPoint 演示文稿</vt:lpstr>
      <vt:lpstr>重载操作符new</vt:lpstr>
      <vt:lpstr>例：把动态对象初始化为全‘0’</vt:lpstr>
      <vt:lpstr>PowerPoint 演示文稿</vt:lpstr>
      <vt:lpstr>PowerPoint 演示文稿</vt:lpstr>
      <vt:lpstr>例：在非“堆区”为动态对象分配空间</vt:lpstr>
      <vt:lpstr>重载delete</vt:lpstr>
      <vt:lpstr>PowerPoint 演示文稿</vt:lpstr>
      <vt:lpstr>例：重载操作符new与delete来管理程序中某类动态对象的堆空间。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访问数组元素操作符“[]”的重载 </vt:lpstr>
      <vt:lpstr>PowerPoint 演示文稿</vt:lpstr>
      <vt:lpstr>PowerPoint 演示文稿</vt:lpstr>
      <vt:lpstr>重载函数调用操作符“()”  --函数对象</vt:lpstr>
      <vt:lpstr>PowerPoint 演示文稿</vt:lpstr>
      <vt:lpstr>PowerPoint 演示文稿</vt:lpstr>
      <vt:lpstr>重载间接类成员访问操作符“-&gt;”</vt:lpstr>
      <vt:lpstr>PowerPoint 演示文稿</vt:lpstr>
      <vt:lpstr>例：在程序执行的某个时刻获取 某个对象被访问的次数</vt:lpstr>
      <vt:lpstr>PowerPoint 演示文稿</vt:lpstr>
      <vt:lpstr>PowerPoint 演示文稿</vt:lpstr>
      <vt:lpstr>PowerPoint 演示文稿</vt:lpstr>
      <vt:lpstr>自定义类型转换操作符 </vt:lpstr>
      <vt:lpstr>PowerPoint 演示文稿</vt:lpstr>
      <vt:lpstr>歧义问题</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chenjj</dc:creator>
  <cp:lastModifiedBy>润泽 颜</cp:lastModifiedBy>
  <cp:revision>897</cp:revision>
  <dcterms:created xsi:type="dcterms:W3CDTF">1999-06-07T10:00:06Z</dcterms:created>
  <dcterms:modified xsi:type="dcterms:W3CDTF">2026-06-18T00:20:44Z</dcterms:modified>
</cp:coreProperties>
</file>