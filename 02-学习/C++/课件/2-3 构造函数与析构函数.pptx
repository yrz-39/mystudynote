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8"/>
  </p:notesMasterIdLst>
  <p:handoutMasterIdLst>
    <p:handoutMasterId r:id="rId19"/>
  </p:handoutMasterIdLst>
  <p:sldIdLst>
    <p:sldId id="931" r:id="rId2"/>
    <p:sldId id="787" r:id="rId3"/>
    <p:sldId id="952" r:id="rId4"/>
    <p:sldId id="953" r:id="rId5"/>
    <p:sldId id="954" r:id="rId6"/>
    <p:sldId id="1020" r:id="rId7"/>
    <p:sldId id="790" r:id="rId8"/>
    <p:sldId id="1027" r:id="rId9"/>
    <p:sldId id="674" r:id="rId10"/>
    <p:sldId id="969" r:id="rId11"/>
    <p:sldId id="1013" r:id="rId12"/>
    <p:sldId id="997" r:id="rId13"/>
    <p:sldId id="1023" r:id="rId14"/>
    <p:sldId id="1024" r:id="rId15"/>
    <p:sldId id="1025" r:id="rId16"/>
    <p:sldId id="1026" r:id="rId17"/>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000000"/>
    <a:srgbClr val="00FFFF"/>
    <a:srgbClr val="85EDA0"/>
    <a:srgbClr val="00CCFF"/>
    <a:srgbClr val="FFFF99"/>
    <a:srgbClr val="FDAFB5"/>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73" autoAdjust="0"/>
    <p:restoredTop sz="86043" autoAdjust="0"/>
  </p:normalViewPr>
  <p:slideViewPr>
    <p:cSldViewPr>
      <p:cViewPr varScale="1">
        <p:scale>
          <a:sx n="94" d="100"/>
          <a:sy n="94" d="100"/>
        </p:scale>
        <p:origin x="78" y="23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21348"/>
    </p:cViewPr>
  </p:sorterViewPr>
  <p:notesViewPr>
    <p:cSldViewPr>
      <p:cViewPr>
        <p:scale>
          <a:sx n="75" d="100"/>
          <a:sy n="75" d="100"/>
        </p:scale>
        <p:origin x="-726" y="63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64EB1D23-92CE-BC5C-0FD3-15A40999475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118787" name="Rectangle 3">
            <a:extLst>
              <a:ext uri="{FF2B5EF4-FFF2-40B4-BE49-F238E27FC236}">
                <a16:creationId xmlns:a16="http://schemas.microsoft.com/office/drawing/2014/main" id="{7797B15E-88E5-8C70-EB81-E231B2504371}"/>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118788" name="Rectangle 4">
            <a:extLst>
              <a:ext uri="{FF2B5EF4-FFF2-40B4-BE49-F238E27FC236}">
                <a16:creationId xmlns:a16="http://schemas.microsoft.com/office/drawing/2014/main" id="{CC6712CC-EA47-65C3-8FDA-0AF147A100BE}"/>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118789" name="Rectangle 5">
            <a:extLst>
              <a:ext uri="{FF2B5EF4-FFF2-40B4-BE49-F238E27FC236}">
                <a16:creationId xmlns:a16="http://schemas.microsoft.com/office/drawing/2014/main" id="{89CAD974-855F-39ED-C882-23715966A7D3}"/>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fld id="{DF876738-27A1-4712-99F5-4A431CA9048F}"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6AC546AB-6CDF-13D0-8D36-F00B93C3184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60419" name="Rectangle 3">
            <a:extLst>
              <a:ext uri="{FF2B5EF4-FFF2-40B4-BE49-F238E27FC236}">
                <a16:creationId xmlns:a16="http://schemas.microsoft.com/office/drawing/2014/main" id="{0BDB9304-E927-764B-5F22-5C7C9AF1DDBF}"/>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217EC9FB-FBD9-0EA1-6F46-C9864948C8B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1" name="Rectangle 5">
            <a:extLst>
              <a:ext uri="{FF2B5EF4-FFF2-40B4-BE49-F238E27FC236}">
                <a16:creationId xmlns:a16="http://schemas.microsoft.com/office/drawing/2014/main" id="{CA515E74-8B56-EF74-6E71-59D056640972}"/>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0422" name="Rectangle 6">
            <a:extLst>
              <a:ext uri="{FF2B5EF4-FFF2-40B4-BE49-F238E27FC236}">
                <a16:creationId xmlns:a16="http://schemas.microsoft.com/office/drawing/2014/main" id="{772FA0EE-D954-4BED-A7A3-6011AF237458}"/>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60423" name="Rectangle 7">
            <a:extLst>
              <a:ext uri="{FF2B5EF4-FFF2-40B4-BE49-F238E27FC236}">
                <a16:creationId xmlns:a16="http://schemas.microsoft.com/office/drawing/2014/main" id="{CE85B809-A3A0-5811-B077-AFCC55B9E1C0}"/>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fld id="{7D0DFD85-BB3E-470E-916A-B786AF2E1E35}"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C39C9D9-B61D-041D-E7F8-D7078F6507D9}"/>
              </a:ext>
            </a:extLst>
          </p:cNvPr>
          <p:cNvGrpSpPr>
            <a:grpSpLocks/>
          </p:cNvGrpSpPr>
          <p:nvPr/>
        </p:nvGrpSpPr>
        <p:grpSpPr bwMode="auto">
          <a:xfrm>
            <a:off x="0" y="0"/>
            <a:ext cx="9148763" cy="6851650"/>
            <a:chOff x="1" y="0"/>
            <a:chExt cx="5763" cy="4316"/>
          </a:xfrm>
        </p:grpSpPr>
        <p:sp>
          <p:nvSpPr>
            <p:cNvPr id="3" name="Freeform 3">
              <a:extLst>
                <a:ext uri="{FF2B5EF4-FFF2-40B4-BE49-F238E27FC236}">
                  <a16:creationId xmlns:a16="http://schemas.microsoft.com/office/drawing/2014/main" id="{571833C0-FB3F-C25D-C057-D418A4989464}"/>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4" name="Freeform 4">
              <a:extLst>
                <a:ext uri="{FF2B5EF4-FFF2-40B4-BE49-F238E27FC236}">
                  <a16:creationId xmlns:a16="http://schemas.microsoft.com/office/drawing/2014/main" id="{A40D0ADE-8BE7-67A7-6BEE-E4C0316D7C9F}"/>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5" name="Freeform 5">
              <a:extLst>
                <a:ext uri="{FF2B5EF4-FFF2-40B4-BE49-F238E27FC236}">
                  <a16:creationId xmlns:a16="http://schemas.microsoft.com/office/drawing/2014/main" id="{B928A3EE-B035-DDBC-F6C9-9FBE4C88C10E}"/>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grpSp>
          <p:nvGrpSpPr>
            <p:cNvPr id="6" name="Group 6">
              <a:extLst>
                <a:ext uri="{FF2B5EF4-FFF2-40B4-BE49-F238E27FC236}">
                  <a16:creationId xmlns:a16="http://schemas.microsoft.com/office/drawing/2014/main" id="{E0E58681-FB41-2076-8E87-669D40F21B47}"/>
                </a:ext>
              </a:extLst>
            </p:cNvPr>
            <p:cNvGrpSpPr>
              <a:grpSpLocks/>
            </p:cNvGrpSpPr>
            <p:nvPr/>
          </p:nvGrpSpPr>
          <p:grpSpPr bwMode="auto">
            <a:xfrm>
              <a:off x="288" y="0"/>
              <a:ext cx="5098" cy="4316"/>
              <a:chOff x="288" y="0"/>
              <a:chExt cx="5098" cy="4316"/>
            </a:xfrm>
          </p:grpSpPr>
          <p:sp>
            <p:nvSpPr>
              <p:cNvPr id="26" name="Freeform 7">
                <a:extLst>
                  <a:ext uri="{FF2B5EF4-FFF2-40B4-BE49-F238E27FC236}">
                    <a16:creationId xmlns:a16="http://schemas.microsoft.com/office/drawing/2014/main" id="{73350F7B-C106-7175-F7DD-C28C3EC1EC9B}"/>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27" name="Freeform 8">
                <a:extLst>
                  <a:ext uri="{FF2B5EF4-FFF2-40B4-BE49-F238E27FC236}">
                    <a16:creationId xmlns:a16="http://schemas.microsoft.com/office/drawing/2014/main" id="{A7382BED-C23B-11BA-FABA-0C769657BC07}"/>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28" name="Freeform 9">
                <a:extLst>
                  <a:ext uri="{FF2B5EF4-FFF2-40B4-BE49-F238E27FC236}">
                    <a16:creationId xmlns:a16="http://schemas.microsoft.com/office/drawing/2014/main" id="{8B15EC9A-CF63-2D2A-7269-026D2435C572}"/>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29" name="Freeform 10">
                <a:extLst>
                  <a:ext uri="{FF2B5EF4-FFF2-40B4-BE49-F238E27FC236}">
                    <a16:creationId xmlns:a16="http://schemas.microsoft.com/office/drawing/2014/main" id="{B3727278-F96A-6B8D-D5FF-C86F59459AD9}"/>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0" name="Freeform 11">
                <a:extLst>
                  <a:ext uri="{FF2B5EF4-FFF2-40B4-BE49-F238E27FC236}">
                    <a16:creationId xmlns:a16="http://schemas.microsoft.com/office/drawing/2014/main" id="{0B53ADCC-50A3-7C3E-5E6C-E15A7B2CABF1}"/>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1" name="Freeform 12">
                <a:extLst>
                  <a:ext uri="{FF2B5EF4-FFF2-40B4-BE49-F238E27FC236}">
                    <a16:creationId xmlns:a16="http://schemas.microsoft.com/office/drawing/2014/main" id="{031E013D-B81A-748E-76CD-1932C026AAF0}"/>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2" name="Freeform 13">
                <a:extLst>
                  <a:ext uri="{FF2B5EF4-FFF2-40B4-BE49-F238E27FC236}">
                    <a16:creationId xmlns:a16="http://schemas.microsoft.com/office/drawing/2014/main" id="{94254C35-2037-CB41-232E-B9E4E943BD0F}"/>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3" name="Freeform 14">
                <a:extLst>
                  <a:ext uri="{FF2B5EF4-FFF2-40B4-BE49-F238E27FC236}">
                    <a16:creationId xmlns:a16="http://schemas.microsoft.com/office/drawing/2014/main" id="{F6EC00BE-D18F-8642-2228-D06C2ECE91E7}"/>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4" name="Freeform 15">
                <a:extLst>
                  <a:ext uri="{FF2B5EF4-FFF2-40B4-BE49-F238E27FC236}">
                    <a16:creationId xmlns:a16="http://schemas.microsoft.com/office/drawing/2014/main" id="{F285FA9F-BF86-ACC0-01FE-2543C2BF7CDC}"/>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5" name="Freeform 16">
                <a:extLst>
                  <a:ext uri="{FF2B5EF4-FFF2-40B4-BE49-F238E27FC236}">
                    <a16:creationId xmlns:a16="http://schemas.microsoft.com/office/drawing/2014/main" id="{52A4107F-BE6C-457B-9483-BF7B10385D5D}"/>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6" name="Freeform 17">
                <a:extLst>
                  <a:ext uri="{FF2B5EF4-FFF2-40B4-BE49-F238E27FC236}">
                    <a16:creationId xmlns:a16="http://schemas.microsoft.com/office/drawing/2014/main" id="{C5B0DB67-64BF-3B95-6191-7495B231D808}"/>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7" name="Freeform 18">
                <a:extLst>
                  <a:ext uri="{FF2B5EF4-FFF2-40B4-BE49-F238E27FC236}">
                    <a16:creationId xmlns:a16="http://schemas.microsoft.com/office/drawing/2014/main" id="{40B7BDEB-E2A4-2683-9556-5255CBE41E39}"/>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8" name="Freeform 19">
                <a:extLst>
                  <a:ext uri="{FF2B5EF4-FFF2-40B4-BE49-F238E27FC236}">
                    <a16:creationId xmlns:a16="http://schemas.microsoft.com/office/drawing/2014/main" id="{43CB8AB0-33E4-EB4E-09E4-F357452B40E7}"/>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grpSp>
        <p:sp>
          <p:nvSpPr>
            <p:cNvPr id="7" name="Freeform 20">
              <a:extLst>
                <a:ext uri="{FF2B5EF4-FFF2-40B4-BE49-F238E27FC236}">
                  <a16:creationId xmlns:a16="http://schemas.microsoft.com/office/drawing/2014/main" id="{74403318-F129-1192-5CE6-14977CD66D5C}"/>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8" name="Freeform 21">
              <a:extLst>
                <a:ext uri="{FF2B5EF4-FFF2-40B4-BE49-F238E27FC236}">
                  <a16:creationId xmlns:a16="http://schemas.microsoft.com/office/drawing/2014/main" id="{24A2405F-6F23-DCC5-C736-A8F9B4CBD4DD}"/>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9" name="Freeform 22">
              <a:extLst>
                <a:ext uri="{FF2B5EF4-FFF2-40B4-BE49-F238E27FC236}">
                  <a16:creationId xmlns:a16="http://schemas.microsoft.com/office/drawing/2014/main" id="{5B077511-9768-9108-1A38-F67E54024B86}"/>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0" name="Freeform 23">
              <a:extLst>
                <a:ext uri="{FF2B5EF4-FFF2-40B4-BE49-F238E27FC236}">
                  <a16:creationId xmlns:a16="http://schemas.microsoft.com/office/drawing/2014/main" id="{146A85F4-7E6D-1DE3-611C-642D4AF7170F}"/>
                </a:ext>
              </a:extLst>
            </p:cNvPr>
            <p:cNvSpPr>
              <a:spLocks/>
            </p:cNvSpPr>
            <p:nvPr/>
          </p:nvSpPr>
          <p:spPr bwMode="hidden">
            <a:xfrm>
              <a:off x="5041" y="0"/>
              <a:ext cx="719" cy="845"/>
            </a:xfrm>
            <a:custGeom>
              <a:avLst/>
              <a:gdLst>
                <a:gd name="T0" fmla="*/ 1023 w 717"/>
                <a:gd name="T1" fmla="*/ 845 h 845"/>
                <a:gd name="T2" fmla="*/ 1023 w 717"/>
                <a:gd name="T3" fmla="*/ 821 h 845"/>
                <a:gd name="T4" fmla="*/ 838 w 717"/>
                <a:gd name="T5" fmla="*/ 605 h 845"/>
                <a:gd name="T6" fmla="*/ 538 w 717"/>
                <a:gd name="T7" fmla="*/ 396 h 845"/>
                <a:gd name="T8" fmla="*/ 353 w 717"/>
                <a:gd name="T9" fmla="*/ 192 h 845"/>
                <a:gd name="T10" fmla="*/ 17 w 717"/>
                <a:gd name="T11" fmla="*/ 0 h 845"/>
                <a:gd name="T12" fmla="*/ 0 w 717"/>
                <a:gd name="T13" fmla="*/ 0 h 845"/>
                <a:gd name="T14" fmla="*/ 341 w 717"/>
                <a:gd name="T15" fmla="*/ 198 h 845"/>
                <a:gd name="T16" fmla="*/ 532 w 717"/>
                <a:gd name="T17" fmla="*/ 408 h 845"/>
                <a:gd name="T18" fmla="*/ 832 w 717"/>
                <a:gd name="T19" fmla="*/ 623 h 845"/>
                <a:gd name="T20" fmla="*/ 1023 w 717"/>
                <a:gd name="T21" fmla="*/ 845 h 845"/>
                <a:gd name="T22" fmla="*/ 1023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24">
              <a:extLst>
                <a:ext uri="{FF2B5EF4-FFF2-40B4-BE49-F238E27FC236}">
                  <a16:creationId xmlns:a16="http://schemas.microsoft.com/office/drawing/2014/main" id="{DD150BAE-D464-DC8F-CB9B-B0539A7316E6}"/>
                </a:ext>
              </a:extLst>
            </p:cNvPr>
            <p:cNvSpPr>
              <a:spLocks/>
            </p:cNvSpPr>
            <p:nvPr/>
          </p:nvSpPr>
          <p:spPr bwMode="hidden">
            <a:xfrm>
              <a:off x="5352" y="0"/>
              <a:ext cx="408" cy="414"/>
            </a:xfrm>
            <a:custGeom>
              <a:avLst/>
              <a:gdLst>
                <a:gd name="T0" fmla="*/ 539 w 407"/>
                <a:gd name="T1" fmla="*/ 414 h 414"/>
                <a:gd name="T2" fmla="*/ 539 w 407"/>
                <a:gd name="T3" fmla="*/ 396 h 414"/>
                <a:gd name="T4" fmla="*/ 354 w 407"/>
                <a:gd name="T5" fmla="*/ 192 h 414"/>
                <a:gd name="T6" fmla="*/ 12 w 407"/>
                <a:gd name="T7" fmla="*/ 0 h 414"/>
                <a:gd name="T8" fmla="*/ 0 w 407"/>
                <a:gd name="T9" fmla="*/ 0 h 414"/>
                <a:gd name="T10" fmla="*/ 108 w 407"/>
                <a:gd name="T11" fmla="*/ 102 h 414"/>
                <a:gd name="T12" fmla="*/ 348 w 407"/>
                <a:gd name="T13" fmla="*/ 204 h 414"/>
                <a:gd name="T14" fmla="*/ 539 w 407"/>
                <a:gd name="T15" fmla="*/ 414 h 414"/>
                <a:gd name="T16" fmla="*/ 539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25">
              <a:extLst>
                <a:ext uri="{FF2B5EF4-FFF2-40B4-BE49-F238E27FC236}">
                  <a16:creationId xmlns:a16="http://schemas.microsoft.com/office/drawing/2014/main" id="{6ED618B8-AC5A-3511-7C59-DA7ECD996D74}"/>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3" name="Freeform 26">
              <a:extLst>
                <a:ext uri="{FF2B5EF4-FFF2-40B4-BE49-F238E27FC236}">
                  <a16:creationId xmlns:a16="http://schemas.microsoft.com/office/drawing/2014/main" id="{742E052E-0717-71E6-4394-851DD036B2E8}"/>
                </a:ext>
              </a:extLst>
            </p:cNvPr>
            <p:cNvSpPr>
              <a:spLocks/>
            </p:cNvSpPr>
            <p:nvPr/>
          </p:nvSpPr>
          <p:spPr bwMode="hidden">
            <a:xfrm>
              <a:off x="6" y="0"/>
              <a:ext cx="588" cy="599"/>
            </a:xfrm>
            <a:custGeom>
              <a:avLst/>
              <a:gdLst>
                <a:gd name="T0" fmla="*/ 908 w 586"/>
                <a:gd name="T1" fmla="*/ 0 h 599"/>
                <a:gd name="T2" fmla="*/ 881 w 586"/>
                <a:gd name="T3" fmla="*/ 0 h 599"/>
                <a:gd name="T4" fmla="*/ 638 w 586"/>
                <a:gd name="T5" fmla="*/ 132 h 599"/>
                <a:gd name="T6" fmla="*/ 389 w 586"/>
                <a:gd name="T7" fmla="*/ 270 h 599"/>
                <a:gd name="T8" fmla="*/ 120 w 586"/>
                <a:gd name="T9" fmla="*/ 420 h 599"/>
                <a:gd name="T10" fmla="*/ 0 w 586"/>
                <a:gd name="T11" fmla="*/ 575 h 599"/>
                <a:gd name="T12" fmla="*/ 0 w 586"/>
                <a:gd name="T13" fmla="*/ 599 h 599"/>
                <a:gd name="T14" fmla="*/ 120 w 586"/>
                <a:gd name="T15" fmla="*/ 432 h 599"/>
                <a:gd name="T16" fmla="*/ 389 w 586"/>
                <a:gd name="T17" fmla="*/ 282 h 599"/>
                <a:gd name="T18" fmla="*/ 650 w 586"/>
                <a:gd name="T19" fmla="*/ 138 h 599"/>
                <a:gd name="T20" fmla="*/ 908 w 586"/>
                <a:gd name="T21" fmla="*/ 0 h 599"/>
                <a:gd name="T22" fmla="*/ 908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27">
              <a:extLst>
                <a:ext uri="{FF2B5EF4-FFF2-40B4-BE49-F238E27FC236}">
                  <a16:creationId xmlns:a16="http://schemas.microsoft.com/office/drawing/2014/main" id="{E80785E6-0BC2-544D-AC40-A26BB72F98A9}"/>
                </a:ext>
              </a:extLst>
            </p:cNvPr>
            <p:cNvSpPr>
              <a:spLocks/>
            </p:cNvSpPr>
            <p:nvPr/>
          </p:nvSpPr>
          <p:spPr bwMode="hidden">
            <a:xfrm>
              <a:off x="6" y="0"/>
              <a:ext cx="270" cy="252"/>
            </a:xfrm>
            <a:custGeom>
              <a:avLst/>
              <a:gdLst>
                <a:gd name="T0" fmla="*/ 401 w 269"/>
                <a:gd name="T1" fmla="*/ 0 h 252"/>
                <a:gd name="T2" fmla="*/ 383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401 w 269"/>
                <a:gd name="T15" fmla="*/ 0 h 252"/>
                <a:gd name="T16" fmla="*/ 401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Line 28">
              <a:extLst>
                <a:ext uri="{FF2B5EF4-FFF2-40B4-BE49-F238E27FC236}">
                  <a16:creationId xmlns:a16="http://schemas.microsoft.com/office/drawing/2014/main" id="{9C2E6DBE-A29F-011E-D2CC-6C742F21ACB7}"/>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40B8E381-F847-8897-A966-BACC3BE4A103}"/>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30">
              <a:extLst>
                <a:ext uri="{FF2B5EF4-FFF2-40B4-BE49-F238E27FC236}">
                  <a16:creationId xmlns:a16="http://schemas.microsoft.com/office/drawing/2014/main" id="{F53611F4-E49B-959B-76DF-4E92C8AF8115}"/>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 name="Group 31">
              <a:extLst>
                <a:ext uri="{FF2B5EF4-FFF2-40B4-BE49-F238E27FC236}">
                  <a16:creationId xmlns:a16="http://schemas.microsoft.com/office/drawing/2014/main" id="{79899FB5-E391-9767-140D-A9CE1399444D}"/>
                </a:ext>
              </a:extLst>
            </p:cNvPr>
            <p:cNvGrpSpPr>
              <a:grpSpLocks/>
            </p:cNvGrpSpPr>
            <p:nvPr/>
          </p:nvGrpSpPr>
          <p:grpSpPr bwMode="auto">
            <a:xfrm>
              <a:off x="1" y="392"/>
              <a:ext cx="5758" cy="1571"/>
              <a:chOff x="1" y="392"/>
              <a:chExt cx="5758" cy="1571"/>
            </a:xfrm>
          </p:grpSpPr>
          <p:sp>
            <p:nvSpPr>
              <p:cNvPr id="21" name="Line 32">
                <a:extLst>
                  <a:ext uri="{FF2B5EF4-FFF2-40B4-BE49-F238E27FC236}">
                    <a16:creationId xmlns:a16="http://schemas.microsoft.com/office/drawing/2014/main" id="{9F7A8E91-A967-EC18-6339-52984ADF424B}"/>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3">
                <a:extLst>
                  <a:ext uri="{FF2B5EF4-FFF2-40B4-BE49-F238E27FC236}">
                    <a16:creationId xmlns:a16="http://schemas.microsoft.com/office/drawing/2014/main" id="{DE2A1F5B-3FAF-6E9D-9210-1465E84A8DBE}"/>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34">
                <a:extLst>
                  <a:ext uri="{FF2B5EF4-FFF2-40B4-BE49-F238E27FC236}">
                    <a16:creationId xmlns:a16="http://schemas.microsoft.com/office/drawing/2014/main" id="{23EE9023-B614-6EFB-FE1D-A7910554176D}"/>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BF5CC85A-4C84-9AEB-24FC-0AF85F2C7177}"/>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00C93EDB-DFC0-E166-D196-6611EA03CF85}"/>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Line 37">
              <a:extLst>
                <a:ext uri="{FF2B5EF4-FFF2-40B4-BE49-F238E27FC236}">
                  <a16:creationId xmlns:a16="http://schemas.microsoft.com/office/drawing/2014/main" id="{4952B195-BBEA-A120-2A86-D6C9B68C12B5}"/>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8">
              <a:extLst>
                <a:ext uri="{FF2B5EF4-FFF2-40B4-BE49-F238E27FC236}">
                  <a16:creationId xmlns:a16="http://schemas.microsoft.com/office/drawing/2014/main" id="{58308199-EF94-68AA-1848-79FAD1BF2C12}"/>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65703"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p>
        </p:txBody>
      </p:sp>
      <p:sp>
        <p:nvSpPr>
          <p:cNvPr id="1265704"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39" name="Rectangle 41">
            <a:extLst>
              <a:ext uri="{FF2B5EF4-FFF2-40B4-BE49-F238E27FC236}">
                <a16:creationId xmlns:a16="http://schemas.microsoft.com/office/drawing/2014/main" id="{2E027201-B84B-DE96-1165-653407B136D7}"/>
              </a:ext>
            </a:extLst>
          </p:cNvPr>
          <p:cNvSpPr>
            <a:spLocks noGrp="1" noChangeArrowheads="1"/>
          </p:cNvSpPr>
          <p:nvPr>
            <p:ph type="dt" sz="quarter" idx="10"/>
          </p:nvPr>
        </p:nvSpPr>
        <p:spPr/>
        <p:txBody>
          <a:bodyPr/>
          <a:lstStyle>
            <a:lvl1pPr>
              <a:defRPr/>
            </a:lvl1pPr>
          </a:lstStyle>
          <a:p>
            <a:pPr>
              <a:defRPr/>
            </a:pPr>
            <a:endParaRPr lang="en-US" altLang="zh-CN"/>
          </a:p>
        </p:txBody>
      </p:sp>
      <p:sp>
        <p:nvSpPr>
          <p:cNvPr id="40" name="Rectangle 42">
            <a:extLst>
              <a:ext uri="{FF2B5EF4-FFF2-40B4-BE49-F238E27FC236}">
                <a16:creationId xmlns:a16="http://schemas.microsoft.com/office/drawing/2014/main" id="{7BC613EB-C5E2-91A5-5B9B-D1C02C55405C}"/>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1" name="Rectangle 43">
            <a:extLst>
              <a:ext uri="{FF2B5EF4-FFF2-40B4-BE49-F238E27FC236}">
                <a16:creationId xmlns:a16="http://schemas.microsoft.com/office/drawing/2014/main" id="{82CA7E42-5C6E-3276-A1B9-E2714D3CE701}"/>
              </a:ext>
            </a:extLst>
          </p:cNvPr>
          <p:cNvSpPr>
            <a:spLocks noGrp="1" noChangeArrowheads="1"/>
          </p:cNvSpPr>
          <p:nvPr>
            <p:ph type="sldNum" sz="quarter" idx="12"/>
          </p:nvPr>
        </p:nvSpPr>
        <p:spPr/>
        <p:txBody>
          <a:bodyPr/>
          <a:lstStyle>
            <a:lvl1pPr>
              <a:defRPr/>
            </a:lvl1pPr>
          </a:lstStyle>
          <a:p>
            <a:fld id="{B0F43E58-23A8-4A2C-96AE-A4B380F024AB}" type="slidenum">
              <a:rPr lang="en-US" altLang="zh-CN"/>
              <a:pPr/>
              <a:t>‹#›</a:t>
            </a:fld>
            <a:endParaRPr lang="en-US" altLang="zh-CN"/>
          </a:p>
        </p:txBody>
      </p:sp>
    </p:spTree>
    <p:extLst>
      <p:ext uri="{BB962C8B-B14F-4D97-AF65-F5344CB8AC3E}">
        <p14:creationId xmlns:p14="http://schemas.microsoft.com/office/powerpoint/2010/main" val="2750807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3403E137-2C54-976B-3AD7-B79104895E8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0CCD4448-247D-0F00-5F8E-87B87070B38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62BBCF22-4D26-5E28-1459-FCBB66DF113D}"/>
              </a:ext>
            </a:extLst>
          </p:cNvPr>
          <p:cNvSpPr>
            <a:spLocks noGrp="1" noChangeArrowheads="1"/>
          </p:cNvSpPr>
          <p:nvPr>
            <p:ph type="sldNum" sz="quarter" idx="12"/>
          </p:nvPr>
        </p:nvSpPr>
        <p:spPr>
          <a:ln/>
        </p:spPr>
        <p:txBody>
          <a:bodyPr/>
          <a:lstStyle>
            <a:lvl1pPr>
              <a:defRPr/>
            </a:lvl1pPr>
          </a:lstStyle>
          <a:p>
            <a:fld id="{AD8E31FB-15F9-4287-81D8-AD427BBFF813}" type="slidenum">
              <a:rPr lang="en-US" altLang="zh-CN"/>
              <a:pPr/>
              <a:t>‹#›</a:t>
            </a:fld>
            <a:endParaRPr lang="en-US" altLang="zh-CN"/>
          </a:p>
        </p:txBody>
      </p:sp>
    </p:spTree>
    <p:extLst>
      <p:ext uri="{BB962C8B-B14F-4D97-AF65-F5344CB8AC3E}">
        <p14:creationId xmlns:p14="http://schemas.microsoft.com/office/powerpoint/2010/main" val="1336484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0">
            <a:extLst>
              <a:ext uri="{FF2B5EF4-FFF2-40B4-BE49-F238E27FC236}">
                <a16:creationId xmlns:a16="http://schemas.microsoft.com/office/drawing/2014/main" id="{B86A13D0-1E02-FE87-ADC6-183B8118588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3589B91A-8053-3181-540B-6970D51B629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970C8E01-4986-DFC2-395C-78C65E1C7225}"/>
              </a:ext>
            </a:extLst>
          </p:cNvPr>
          <p:cNvSpPr>
            <a:spLocks noGrp="1" noChangeArrowheads="1"/>
          </p:cNvSpPr>
          <p:nvPr>
            <p:ph type="sldNum" sz="quarter" idx="12"/>
          </p:nvPr>
        </p:nvSpPr>
        <p:spPr>
          <a:ln/>
        </p:spPr>
        <p:txBody>
          <a:bodyPr/>
          <a:lstStyle>
            <a:lvl1pPr>
              <a:defRPr/>
            </a:lvl1pPr>
          </a:lstStyle>
          <a:p>
            <a:fld id="{EDBFAAEA-E2A2-4CFB-87B6-4DCCFE53779A}" type="slidenum">
              <a:rPr lang="en-US" altLang="zh-CN"/>
              <a:pPr/>
              <a:t>‹#›</a:t>
            </a:fld>
            <a:endParaRPr lang="en-US" altLang="zh-CN"/>
          </a:p>
        </p:txBody>
      </p:sp>
    </p:spTree>
    <p:extLst>
      <p:ext uri="{BB962C8B-B14F-4D97-AF65-F5344CB8AC3E}">
        <p14:creationId xmlns:p14="http://schemas.microsoft.com/office/powerpoint/2010/main" val="1997419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0">
            <a:extLst>
              <a:ext uri="{FF2B5EF4-FFF2-40B4-BE49-F238E27FC236}">
                <a16:creationId xmlns:a16="http://schemas.microsoft.com/office/drawing/2014/main" id="{C1A147D3-9C24-77BE-C5CF-6FA3149C974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2510A2C8-A02F-1628-033B-929885EF1CA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7683BA45-D418-2185-AE9C-AF3A2CCA3203}"/>
              </a:ext>
            </a:extLst>
          </p:cNvPr>
          <p:cNvSpPr>
            <a:spLocks noGrp="1" noChangeArrowheads="1"/>
          </p:cNvSpPr>
          <p:nvPr>
            <p:ph type="sldNum" sz="quarter" idx="12"/>
          </p:nvPr>
        </p:nvSpPr>
        <p:spPr>
          <a:ln/>
        </p:spPr>
        <p:txBody>
          <a:bodyPr/>
          <a:lstStyle>
            <a:lvl1pPr>
              <a:defRPr/>
            </a:lvl1pPr>
          </a:lstStyle>
          <a:p>
            <a:fld id="{449C9411-469E-4FED-AC5E-ECFA2E9AC242}" type="slidenum">
              <a:rPr lang="en-US" altLang="zh-CN"/>
              <a:pPr/>
              <a:t>‹#›</a:t>
            </a:fld>
            <a:endParaRPr lang="en-US" altLang="zh-CN"/>
          </a:p>
        </p:txBody>
      </p:sp>
    </p:spTree>
    <p:extLst>
      <p:ext uri="{BB962C8B-B14F-4D97-AF65-F5344CB8AC3E}">
        <p14:creationId xmlns:p14="http://schemas.microsoft.com/office/powerpoint/2010/main" val="2858531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0">
            <a:extLst>
              <a:ext uri="{FF2B5EF4-FFF2-40B4-BE49-F238E27FC236}">
                <a16:creationId xmlns:a16="http://schemas.microsoft.com/office/drawing/2014/main" id="{598A7AD1-C4E2-49D7-164D-0CDE342507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a:extLst>
              <a:ext uri="{FF2B5EF4-FFF2-40B4-BE49-F238E27FC236}">
                <a16:creationId xmlns:a16="http://schemas.microsoft.com/office/drawing/2014/main" id="{37B1B36C-B8A5-9AEF-4D6A-510C99092A7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a:extLst>
              <a:ext uri="{FF2B5EF4-FFF2-40B4-BE49-F238E27FC236}">
                <a16:creationId xmlns:a16="http://schemas.microsoft.com/office/drawing/2014/main" id="{3F0EF0B8-6AE7-EA95-66F8-0F5E9B8E8158}"/>
              </a:ext>
            </a:extLst>
          </p:cNvPr>
          <p:cNvSpPr>
            <a:spLocks noGrp="1" noChangeArrowheads="1"/>
          </p:cNvSpPr>
          <p:nvPr>
            <p:ph type="sldNum" sz="quarter" idx="12"/>
          </p:nvPr>
        </p:nvSpPr>
        <p:spPr>
          <a:ln/>
        </p:spPr>
        <p:txBody>
          <a:bodyPr/>
          <a:lstStyle>
            <a:lvl1pPr>
              <a:defRPr/>
            </a:lvl1pPr>
          </a:lstStyle>
          <a:p>
            <a:fld id="{85F0E873-27B3-43E9-9D74-32000101DE9F}" type="slidenum">
              <a:rPr lang="en-US" altLang="zh-CN"/>
              <a:pPr/>
              <a:t>‹#›</a:t>
            </a:fld>
            <a:endParaRPr lang="en-US" altLang="zh-CN"/>
          </a:p>
        </p:txBody>
      </p:sp>
    </p:spTree>
    <p:extLst>
      <p:ext uri="{BB962C8B-B14F-4D97-AF65-F5344CB8AC3E}">
        <p14:creationId xmlns:p14="http://schemas.microsoft.com/office/powerpoint/2010/main" val="613599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0">
            <a:extLst>
              <a:ext uri="{FF2B5EF4-FFF2-40B4-BE49-F238E27FC236}">
                <a16:creationId xmlns:a16="http://schemas.microsoft.com/office/drawing/2014/main" id="{6F28AA1B-3EB0-611D-1BC2-20E429D2301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a:extLst>
              <a:ext uri="{FF2B5EF4-FFF2-40B4-BE49-F238E27FC236}">
                <a16:creationId xmlns:a16="http://schemas.microsoft.com/office/drawing/2014/main" id="{64E6D63D-03C1-1642-02D8-881E6A3E6B6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a:extLst>
              <a:ext uri="{FF2B5EF4-FFF2-40B4-BE49-F238E27FC236}">
                <a16:creationId xmlns:a16="http://schemas.microsoft.com/office/drawing/2014/main" id="{31BD7A10-F2C3-1051-FF1F-09302C4A2144}"/>
              </a:ext>
            </a:extLst>
          </p:cNvPr>
          <p:cNvSpPr>
            <a:spLocks noGrp="1" noChangeArrowheads="1"/>
          </p:cNvSpPr>
          <p:nvPr>
            <p:ph type="sldNum" sz="quarter" idx="12"/>
          </p:nvPr>
        </p:nvSpPr>
        <p:spPr>
          <a:ln/>
        </p:spPr>
        <p:txBody>
          <a:bodyPr/>
          <a:lstStyle>
            <a:lvl1pPr>
              <a:defRPr/>
            </a:lvl1pPr>
          </a:lstStyle>
          <a:p>
            <a:fld id="{7864410A-123E-416E-A530-FF5D95C7641E}" type="slidenum">
              <a:rPr lang="en-US" altLang="zh-CN"/>
              <a:pPr/>
              <a:t>‹#›</a:t>
            </a:fld>
            <a:endParaRPr lang="en-US" altLang="zh-CN"/>
          </a:p>
        </p:txBody>
      </p:sp>
    </p:spTree>
    <p:extLst>
      <p:ext uri="{BB962C8B-B14F-4D97-AF65-F5344CB8AC3E}">
        <p14:creationId xmlns:p14="http://schemas.microsoft.com/office/powerpoint/2010/main" val="3597277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a:extLst>
              <a:ext uri="{FF2B5EF4-FFF2-40B4-BE49-F238E27FC236}">
                <a16:creationId xmlns:a16="http://schemas.microsoft.com/office/drawing/2014/main" id="{9F6952F3-4515-4C7B-AA14-4A44E43663E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a:extLst>
              <a:ext uri="{FF2B5EF4-FFF2-40B4-BE49-F238E27FC236}">
                <a16:creationId xmlns:a16="http://schemas.microsoft.com/office/drawing/2014/main" id="{33523080-BDF4-44D4-2508-10C70964B5C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a:extLst>
              <a:ext uri="{FF2B5EF4-FFF2-40B4-BE49-F238E27FC236}">
                <a16:creationId xmlns:a16="http://schemas.microsoft.com/office/drawing/2014/main" id="{C40FAAF9-8267-146D-0102-43B995F652F9}"/>
              </a:ext>
            </a:extLst>
          </p:cNvPr>
          <p:cNvSpPr>
            <a:spLocks noGrp="1" noChangeArrowheads="1"/>
          </p:cNvSpPr>
          <p:nvPr>
            <p:ph type="sldNum" sz="quarter" idx="12"/>
          </p:nvPr>
        </p:nvSpPr>
        <p:spPr>
          <a:ln/>
        </p:spPr>
        <p:txBody>
          <a:bodyPr/>
          <a:lstStyle>
            <a:lvl1pPr>
              <a:defRPr/>
            </a:lvl1pPr>
          </a:lstStyle>
          <a:p>
            <a:fld id="{C7CBAC4C-277F-4B5F-80C3-F6B261B638B9}" type="slidenum">
              <a:rPr lang="en-US" altLang="zh-CN"/>
              <a:pPr/>
              <a:t>‹#›</a:t>
            </a:fld>
            <a:endParaRPr lang="en-US" altLang="zh-CN"/>
          </a:p>
        </p:txBody>
      </p:sp>
    </p:spTree>
    <p:extLst>
      <p:ext uri="{BB962C8B-B14F-4D97-AF65-F5344CB8AC3E}">
        <p14:creationId xmlns:p14="http://schemas.microsoft.com/office/powerpoint/2010/main" val="3634115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7CC3CDC1-E372-B566-E824-B2450B4FE26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32F7B5EF-FB6B-9696-7891-35CB50546D8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EE350541-61EE-B107-23E8-2C4D00DC0D40}"/>
              </a:ext>
            </a:extLst>
          </p:cNvPr>
          <p:cNvSpPr>
            <a:spLocks noGrp="1" noChangeArrowheads="1"/>
          </p:cNvSpPr>
          <p:nvPr>
            <p:ph type="sldNum" sz="quarter" idx="12"/>
          </p:nvPr>
        </p:nvSpPr>
        <p:spPr>
          <a:ln/>
        </p:spPr>
        <p:txBody>
          <a:bodyPr/>
          <a:lstStyle>
            <a:lvl1pPr>
              <a:defRPr/>
            </a:lvl1pPr>
          </a:lstStyle>
          <a:p>
            <a:fld id="{A9E7A3CD-88BC-4715-909D-9BFFA8ECE335}" type="slidenum">
              <a:rPr lang="en-US" altLang="zh-CN"/>
              <a:pPr/>
              <a:t>‹#›</a:t>
            </a:fld>
            <a:endParaRPr lang="en-US" altLang="zh-CN"/>
          </a:p>
        </p:txBody>
      </p:sp>
    </p:spTree>
    <p:extLst>
      <p:ext uri="{BB962C8B-B14F-4D97-AF65-F5344CB8AC3E}">
        <p14:creationId xmlns:p14="http://schemas.microsoft.com/office/powerpoint/2010/main" val="2077641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C4A54014-1F58-C25E-35D0-1598A83329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B91CDB37-EABB-9685-DC99-AF386162419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4036B4C4-3367-3423-49A8-8032BBD85749}"/>
              </a:ext>
            </a:extLst>
          </p:cNvPr>
          <p:cNvSpPr>
            <a:spLocks noGrp="1" noChangeArrowheads="1"/>
          </p:cNvSpPr>
          <p:nvPr>
            <p:ph type="sldNum" sz="quarter" idx="12"/>
          </p:nvPr>
        </p:nvSpPr>
        <p:spPr>
          <a:ln/>
        </p:spPr>
        <p:txBody>
          <a:bodyPr/>
          <a:lstStyle>
            <a:lvl1pPr>
              <a:defRPr/>
            </a:lvl1pPr>
          </a:lstStyle>
          <a:p>
            <a:fld id="{1880886B-5C2C-4E6B-A141-831BE5A18FAB}" type="slidenum">
              <a:rPr lang="en-US" altLang="zh-CN"/>
              <a:pPr/>
              <a:t>‹#›</a:t>
            </a:fld>
            <a:endParaRPr lang="en-US" altLang="zh-CN"/>
          </a:p>
        </p:txBody>
      </p:sp>
    </p:spTree>
    <p:extLst>
      <p:ext uri="{BB962C8B-B14F-4D97-AF65-F5344CB8AC3E}">
        <p14:creationId xmlns:p14="http://schemas.microsoft.com/office/powerpoint/2010/main" val="867029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E9DFA04A-D8FD-B03F-4410-5ACA2A2788C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D10B9965-2D3E-D312-BA70-CCA91FEE9AE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37706E88-1B7C-C0AF-C2C8-86821B09B485}"/>
              </a:ext>
            </a:extLst>
          </p:cNvPr>
          <p:cNvSpPr>
            <a:spLocks noGrp="1" noChangeArrowheads="1"/>
          </p:cNvSpPr>
          <p:nvPr>
            <p:ph type="sldNum" sz="quarter" idx="12"/>
          </p:nvPr>
        </p:nvSpPr>
        <p:spPr>
          <a:ln/>
        </p:spPr>
        <p:txBody>
          <a:bodyPr/>
          <a:lstStyle>
            <a:lvl1pPr>
              <a:defRPr/>
            </a:lvl1pPr>
          </a:lstStyle>
          <a:p>
            <a:fld id="{6CC8AE02-91D1-49A6-9294-46BDDB4062F1}" type="slidenum">
              <a:rPr lang="en-US" altLang="zh-CN"/>
              <a:pPr/>
              <a:t>‹#›</a:t>
            </a:fld>
            <a:endParaRPr lang="en-US" altLang="zh-CN"/>
          </a:p>
        </p:txBody>
      </p:sp>
    </p:spTree>
    <p:extLst>
      <p:ext uri="{BB962C8B-B14F-4D97-AF65-F5344CB8AC3E}">
        <p14:creationId xmlns:p14="http://schemas.microsoft.com/office/powerpoint/2010/main" val="2920742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BF234E67-8D0C-AD40-065F-C5BE2BD82FA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2B569427-548C-10C2-34E7-D49762DF5EA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245E7C33-46EA-505E-2786-BBD8B0249C7A}"/>
              </a:ext>
            </a:extLst>
          </p:cNvPr>
          <p:cNvSpPr>
            <a:spLocks noGrp="1" noChangeArrowheads="1"/>
          </p:cNvSpPr>
          <p:nvPr>
            <p:ph type="sldNum" sz="quarter" idx="12"/>
          </p:nvPr>
        </p:nvSpPr>
        <p:spPr>
          <a:ln/>
        </p:spPr>
        <p:txBody>
          <a:bodyPr/>
          <a:lstStyle>
            <a:lvl1pPr>
              <a:defRPr/>
            </a:lvl1pPr>
          </a:lstStyle>
          <a:p>
            <a:fld id="{4F1A8B2F-AE97-44D5-AEB5-60188E6CDB4B}" type="slidenum">
              <a:rPr lang="en-US" altLang="zh-CN"/>
              <a:pPr/>
              <a:t>‹#›</a:t>
            </a:fld>
            <a:endParaRPr lang="en-US" altLang="zh-CN"/>
          </a:p>
        </p:txBody>
      </p:sp>
    </p:spTree>
    <p:extLst>
      <p:ext uri="{BB962C8B-B14F-4D97-AF65-F5344CB8AC3E}">
        <p14:creationId xmlns:p14="http://schemas.microsoft.com/office/powerpoint/2010/main" val="1412231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4D99"/>
            </a:gs>
            <a:gs pos="100000">
              <a:srgbClr val="002850"/>
            </a:gs>
          </a:gsLst>
          <a:lin ang="54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94A9DFEB-4137-F924-F8C2-6833CFC04336}"/>
              </a:ext>
            </a:extLst>
          </p:cNvPr>
          <p:cNvGrpSpPr>
            <a:grpSpLocks/>
          </p:cNvGrpSpPr>
          <p:nvPr/>
        </p:nvGrpSpPr>
        <p:grpSpPr bwMode="auto">
          <a:xfrm>
            <a:off x="1588" y="0"/>
            <a:ext cx="9148762" cy="6851650"/>
            <a:chOff x="1" y="0"/>
            <a:chExt cx="5763" cy="4316"/>
          </a:xfrm>
        </p:grpSpPr>
        <p:sp>
          <p:nvSpPr>
            <p:cNvPr id="1264643" name="Freeform 3">
              <a:extLst>
                <a:ext uri="{FF2B5EF4-FFF2-40B4-BE49-F238E27FC236}">
                  <a16:creationId xmlns:a16="http://schemas.microsoft.com/office/drawing/2014/main" id="{DA5E2BC8-33E6-CDE6-E0AD-349AB7484F48}"/>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44" name="Freeform 4">
              <a:extLst>
                <a:ext uri="{FF2B5EF4-FFF2-40B4-BE49-F238E27FC236}">
                  <a16:creationId xmlns:a16="http://schemas.microsoft.com/office/drawing/2014/main" id="{6FDA0B48-BB0A-FA05-81ED-084EE684406B}"/>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45" name="Freeform 5">
              <a:extLst>
                <a:ext uri="{FF2B5EF4-FFF2-40B4-BE49-F238E27FC236}">
                  <a16:creationId xmlns:a16="http://schemas.microsoft.com/office/drawing/2014/main" id="{30F3EFCD-1D62-CB30-3259-27E5F5EB5964}"/>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grpSp>
          <p:nvGrpSpPr>
            <p:cNvPr id="1035" name="Group 6">
              <a:extLst>
                <a:ext uri="{FF2B5EF4-FFF2-40B4-BE49-F238E27FC236}">
                  <a16:creationId xmlns:a16="http://schemas.microsoft.com/office/drawing/2014/main" id="{1CE50F80-E882-DDF4-25B9-4C8C773C553C}"/>
                </a:ext>
              </a:extLst>
            </p:cNvPr>
            <p:cNvGrpSpPr>
              <a:grpSpLocks/>
            </p:cNvGrpSpPr>
            <p:nvPr/>
          </p:nvGrpSpPr>
          <p:grpSpPr bwMode="auto">
            <a:xfrm>
              <a:off x="288" y="0"/>
              <a:ext cx="5098" cy="4316"/>
              <a:chOff x="288" y="0"/>
              <a:chExt cx="5098" cy="4316"/>
            </a:xfrm>
          </p:grpSpPr>
          <p:sp>
            <p:nvSpPr>
              <p:cNvPr id="1264647" name="Freeform 7">
                <a:extLst>
                  <a:ext uri="{FF2B5EF4-FFF2-40B4-BE49-F238E27FC236}">
                    <a16:creationId xmlns:a16="http://schemas.microsoft.com/office/drawing/2014/main" id="{C73015E0-BDFD-84B6-1055-D6FBFAE8FB0B}"/>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48" name="Freeform 8">
                <a:extLst>
                  <a:ext uri="{FF2B5EF4-FFF2-40B4-BE49-F238E27FC236}">
                    <a16:creationId xmlns:a16="http://schemas.microsoft.com/office/drawing/2014/main" id="{F68B3C02-99A9-CD07-DAA1-4E966B7076CD}"/>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49" name="Freeform 9">
                <a:extLst>
                  <a:ext uri="{FF2B5EF4-FFF2-40B4-BE49-F238E27FC236}">
                    <a16:creationId xmlns:a16="http://schemas.microsoft.com/office/drawing/2014/main" id="{B0F67C5D-CB77-D69B-FEA2-63D805292C34}"/>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0" name="Freeform 10">
                <a:extLst>
                  <a:ext uri="{FF2B5EF4-FFF2-40B4-BE49-F238E27FC236}">
                    <a16:creationId xmlns:a16="http://schemas.microsoft.com/office/drawing/2014/main" id="{8F7E3993-5942-705B-246C-F1667F013574}"/>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1" name="Freeform 11">
                <a:extLst>
                  <a:ext uri="{FF2B5EF4-FFF2-40B4-BE49-F238E27FC236}">
                    <a16:creationId xmlns:a16="http://schemas.microsoft.com/office/drawing/2014/main" id="{A2D42BB3-D4A8-CC9E-457F-3ED38275CE5F}"/>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2" name="Freeform 12">
                <a:extLst>
                  <a:ext uri="{FF2B5EF4-FFF2-40B4-BE49-F238E27FC236}">
                    <a16:creationId xmlns:a16="http://schemas.microsoft.com/office/drawing/2014/main" id="{CDB1F631-3158-2A24-D3D2-47AE1DCC6D78}"/>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3" name="Freeform 13">
                <a:extLst>
                  <a:ext uri="{FF2B5EF4-FFF2-40B4-BE49-F238E27FC236}">
                    <a16:creationId xmlns:a16="http://schemas.microsoft.com/office/drawing/2014/main" id="{3D4D9879-C416-C113-E235-056D85C8299C}"/>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4" name="Freeform 14">
                <a:extLst>
                  <a:ext uri="{FF2B5EF4-FFF2-40B4-BE49-F238E27FC236}">
                    <a16:creationId xmlns:a16="http://schemas.microsoft.com/office/drawing/2014/main" id="{DF3D624A-9119-6357-2B59-7C467899430E}"/>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5" name="Freeform 15">
                <a:extLst>
                  <a:ext uri="{FF2B5EF4-FFF2-40B4-BE49-F238E27FC236}">
                    <a16:creationId xmlns:a16="http://schemas.microsoft.com/office/drawing/2014/main" id="{EED1AFEA-F280-8220-4F1D-BDB2DEA24103}"/>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6" name="Freeform 16">
                <a:extLst>
                  <a:ext uri="{FF2B5EF4-FFF2-40B4-BE49-F238E27FC236}">
                    <a16:creationId xmlns:a16="http://schemas.microsoft.com/office/drawing/2014/main" id="{2DE8C7FF-4F10-0437-2681-09DED6E5BD08}"/>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7" name="Freeform 17">
                <a:extLst>
                  <a:ext uri="{FF2B5EF4-FFF2-40B4-BE49-F238E27FC236}">
                    <a16:creationId xmlns:a16="http://schemas.microsoft.com/office/drawing/2014/main" id="{968B5466-F06E-1ACB-8499-DBF654E9A21D}"/>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8" name="Freeform 18">
                <a:extLst>
                  <a:ext uri="{FF2B5EF4-FFF2-40B4-BE49-F238E27FC236}">
                    <a16:creationId xmlns:a16="http://schemas.microsoft.com/office/drawing/2014/main" id="{B1E7F250-52C4-4CE8-C7FB-3D3CD14018E6}"/>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9" name="Freeform 19">
                <a:extLst>
                  <a:ext uri="{FF2B5EF4-FFF2-40B4-BE49-F238E27FC236}">
                    <a16:creationId xmlns:a16="http://schemas.microsoft.com/office/drawing/2014/main" id="{12CCF93C-8007-EDEF-EAFE-701F952918BD}"/>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grpSp>
        <p:sp>
          <p:nvSpPr>
            <p:cNvPr id="1264660" name="Freeform 20">
              <a:extLst>
                <a:ext uri="{FF2B5EF4-FFF2-40B4-BE49-F238E27FC236}">
                  <a16:creationId xmlns:a16="http://schemas.microsoft.com/office/drawing/2014/main" id="{C19370A5-FB20-6673-3881-0D5D338DBC3B}"/>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61" name="Freeform 21">
              <a:extLst>
                <a:ext uri="{FF2B5EF4-FFF2-40B4-BE49-F238E27FC236}">
                  <a16:creationId xmlns:a16="http://schemas.microsoft.com/office/drawing/2014/main" id="{AA1AB959-2FB9-A271-1765-BF434446BD74}"/>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62" name="Freeform 22">
              <a:extLst>
                <a:ext uri="{FF2B5EF4-FFF2-40B4-BE49-F238E27FC236}">
                  <a16:creationId xmlns:a16="http://schemas.microsoft.com/office/drawing/2014/main" id="{F17F1751-67D4-01D5-2BF8-5DCE32837C3B}"/>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039" name="Freeform 23">
              <a:extLst>
                <a:ext uri="{FF2B5EF4-FFF2-40B4-BE49-F238E27FC236}">
                  <a16:creationId xmlns:a16="http://schemas.microsoft.com/office/drawing/2014/main" id="{D3C059B3-2E91-6495-A48D-C939EF405099}"/>
                </a:ext>
              </a:extLst>
            </p:cNvPr>
            <p:cNvSpPr>
              <a:spLocks/>
            </p:cNvSpPr>
            <p:nvPr/>
          </p:nvSpPr>
          <p:spPr bwMode="hidden">
            <a:xfrm>
              <a:off x="5041" y="0"/>
              <a:ext cx="719" cy="845"/>
            </a:xfrm>
            <a:custGeom>
              <a:avLst/>
              <a:gdLst>
                <a:gd name="T0" fmla="*/ 1023 w 717"/>
                <a:gd name="T1" fmla="*/ 845 h 845"/>
                <a:gd name="T2" fmla="*/ 1023 w 717"/>
                <a:gd name="T3" fmla="*/ 821 h 845"/>
                <a:gd name="T4" fmla="*/ 838 w 717"/>
                <a:gd name="T5" fmla="*/ 605 h 845"/>
                <a:gd name="T6" fmla="*/ 538 w 717"/>
                <a:gd name="T7" fmla="*/ 396 h 845"/>
                <a:gd name="T8" fmla="*/ 353 w 717"/>
                <a:gd name="T9" fmla="*/ 192 h 845"/>
                <a:gd name="T10" fmla="*/ 17 w 717"/>
                <a:gd name="T11" fmla="*/ 0 h 845"/>
                <a:gd name="T12" fmla="*/ 0 w 717"/>
                <a:gd name="T13" fmla="*/ 0 h 845"/>
                <a:gd name="T14" fmla="*/ 341 w 717"/>
                <a:gd name="T15" fmla="*/ 198 h 845"/>
                <a:gd name="T16" fmla="*/ 532 w 717"/>
                <a:gd name="T17" fmla="*/ 408 h 845"/>
                <a:gd name="T18" fmla="*/ 832 w 717"/>
                <a:gd name="T19" fmla="*/ 623 h 845"/>
                <a:gd name="T20" fmla="*/ 1023 w 717"/>
                <a:gd name="T21" fmla="*/ 845 h 845"/>
                <a:gd name="T22" fmla="*/ 1023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0" name="Freeform 24">
              <a:extLst>
                <a:ext uri="{FF2B5EF4-FFF2-40B4-BE49-F238E27FC236}">
                  <a16:creationId xmlns:a16="http://schemas.microsoft.com/office/drawing/2014/main" id="{DD6B701C-1A49-905A-66E4-548F1D19E6C9}"/>
                </a:ext>
              </a:extLst>
            </p:cNvPr>
            <p:cNvSpPr>
              <a:spLocks/>
            </p:cNvSpPr>
            <p:nvPr/>
          </p:nvSpPr>
          <p:spPr bwMode="hidden">
            <a:xfrm>
              <a:off x="5352" y="0"/>
              <a:ext cx="408" cy="414"/>
            </a:xfrm>
            <a:custGeom>
              <a:avLst/>
              <a:gdLst>
                <a:gd name="T0" fmla="*/ 539 w 407"/>
                <a:gd name="T1" fmla="*/ 414 h 414"/>
                <a:gd name="T2" fmla="*/ 539 w 407"/>
                <a:gd name="T3" fmla="*/ 396 h 414"/>
                <a:gd name="T4" fmla="*/ 354 w 407"/>
                <a:gd name="T5" fmla="*/ 192 h 414"/>
                <a:gd name="T6" fmla="*/ 12 w 407"/>
                <a:gd name="T7" fmla="*/ 0 h 414"/>
                <a:gd name="T8" fmla="*/ 0 w 407"/>
                <a:gd name="T9" fmla="*/ 0 h 414"/>
                <a:gd name="T10" fmla="*/ 108 w 407"/>
                <a:gd name="T11" fmla="*/ 102 h 414"/>
                <a:gd name="T12" fmla="*/ 348 w 407"/>
                <a:gd name="T13" fmla="*/ 204 h 414"/>
                <a:gd name="T14" fmla="*/ 539 w 407"/>
                <a:gd name="T15" fmla="*/ 414 h 414"/>
                <a:gd name="T16" fmla="*/ 539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64665" name="Freeform 25">
              <a:extLst>
                <a:ext uri="{FF2B5EF4-FFF2-40B4-BE49-F238E27FC236}">
                  <a16:creationId xmlns:a16="http://schemas.microsoft.com/office/drawing/2014/main" id="{D1D28388-10AA-8D27-EC37-B7461D2F4B6C}"/>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042" name="Freeform 26">
              <a:extLst>
                <a:ext uri="{FF2B5EF4-FFF2-40B4-BE49-F238E27FC236}">
                  <a16:creationId xmlns:a16="http://schemas.microsoft.com/office/drawing/2014/main" id="{D3AC0B7B-7B74-39E8-76D7-C558251C00E9}"/>
                </a:ext>
              </a:extLst>
            </p:cNvPr>
            <p:cNvSpPr>
              <a:spLocks/>
            </p:cNvSpPr>
            <p:nvPr/>
          </p:nvSpPr>
          <p:spPr bwMode="hidden">
            <a:xfrm>
              <a:off x="6" y="0"/>
              <a:ext cx="588" cy="599"/>
            </a:xfrm>
            <a:custGeom>
              <a:avLst/>
              <a:gdLst>
                <a:gd name="T0" fmla="*/ 908 w 586"/>
                <a:gd name="T1" fmla="*/ 0 h 599"/>
                <a:gd name="T2" fmla="*/ 881 w 586"/>
                <a:gd name="T3" fmla="*/ 0 h 599"/>
                <a:gd name="T4" fmla="*/ 638 w 586"/>
                <a:gd name="T5" fmla="*/ 132 h 599"/>
                <a:gd name="T6" fmla="*/ 389 w 586"/>
                <a:gd name="T7" fmla="*/ 270 h 599"/>
                <a:gd name="T8" fmla="*/ 120 w 586"/>
                <a:gd name="T9" fmla="*/ 420 h 599"/>
                <a:gd name="T10" fmla="*/ 0 w 586"/>
                <a:gd name="T11" fmla="*/ 575 h 599"/>
                <a:gd name="T12" fmla="*/ 0 w 586"/>
                <a:gd name="T13" fmla="*/ 599 h 599"/>
                <a:gd name="T14" fmla="*/ 120 w 586"/>
                <a:gd name="T15" fmla="*/ 432 h 599"/>
                <a:gd name="T16" fmla="*/ 389 w 586"/>
                <a:gd name="T17" fmla="*/ 282 h 599"/>
                <a:gd name="T18" fmla="*/ 650 w 586"/>
                <a:gd name="T19" fmla="*/ 138 h 599"/>
                <a:gd name="T20" fmla="*/ 908 w 586"/>
                <a:gd name="T21" fmla="*/ 0 h 599"/>
                <a:gd name="T22" fmla="*/ 908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27">
              <a:extLst>
                <a:ext uri="{FF2B5EF4-FFF2-40B4-BE49-F238E27FC236}">
                  <a16:creationId xmlns:a16="http://schemas.microsoft.com/office/drawing/2014/main" id="{E25A88A2-2E98-1693-B017-7C6C06E7618C}"/>
                </a:ext>
              </a:extLst>
            </p:cNvPr>
            <p:cNvSpPr>
              <a:spLocks/>
            </p:cNvSpPr>
            <p:nvPr/>
          </p:nvSpPr>
          <p:spPr bwMode="hidden">
            <a:xfrm>
              <a:off x="6" y="0"/>
              <a:ext cx="270" cy="252"/>
            </a:xfrm>
            <a:custGeom>
              <a:avLst/>
              <a:gdLst>
                <a:gd name="T0" fmla="*/ 401 w 269"/>
                <a:gd name="T1" fmla="*/ 0 h 252"/>
                <a:gd name="T2" fmla="*/ 383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401 w 269"/>
                <a:gd name="T15" fmla="*/ 0 h 252"/>
                <a:gd name="T16" fmla="*/ 401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Line 28">
              <a:extLst>
                <a:ext uri="{FF2B5EF4-FFF2-40B4-BE49-F238E27FC236}">
                  <a16:creationId xmlns:a16="http://schemas.microsoft.com/office/drawing/2014/main" id="{3AB60CF9-8242-6ABD-F030-B0AE8A417DC1}"/>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 name="Line 29">
              <a:extLst>
                <a:ext uri="{FF2B5EF4-FFF2-40B4-BE49-F238E27FC236}">
                  <a16:creationId xmlns:a16="http://schemas.microsoft.com/office/drawing/2014/main" id="{9666B217-468D-239B-B1DE-778FC33AE394}"/>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6" name="Line 30">
              <a:extLst>
                <a:ext uri="{FF2B5EF4-FFF2-40B4-BE49-F238E27FC236}">
                  <a16:creationId xmlns:a16="http://schemas.microsoft.com/office/drawing/2014/main" id="{857B027F-5C19-44B2-AD7E-588D291A30CC}"/>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7" name="Group 31">
              <a:extLst>
                <a:ext uri="{FF2B5EF4-FFF2-40B4-BE49-F238E27FC236}">
                  <a16:creationId xmlns:a16="http://schemas.microsoft.com/office/drawing/2014/main" id="{D6470DAD-7116-3CC5-7546-3269C7F9DF21}"/>
                </a:ext>
              </a:extLst>
            </p:cNvPr>
            <p:cNvGrpSpPr>
              <a:grpSpLocks/>
            </p:cNvGrpSpPr>
            <p:nvPr/>
          </p:nvGrpSpPr>
          <p:grpSpPr bwMode="auto">
            <a:xfrm>
              <a:off x="1" y="392"/>
              <a:ext cx="5758" cy="1571"/>
              <a:chOff x="1" y="392"/>
              <a:chExt cx="5758" cy="1571"/>
            </a:xfrm>
          </p:grpSpPr>
          <p:sp>
            <p:nvSpPr>
              <p:cNvPr id="1050" name="Line 32">
                <a:extLst>
                  <a:ext uri="{FF2B5EF4-FFF2-40B4-BE49-F238E27FC236}">
                    <a16:creationId xmlns:a16="http://schemas.microsoft.com/office/drawing/2014/main" id="{736B9E2A-3053-D277-A2EE-DF9746686D94}"/>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1" name="Line 33">
                <a:extLst>
                  <a:ext uri="{FF2B5EF4-FFF2-40B4-BE49-F238E27FC236}">
                    <a16:creationId xmlns:a16="http://schemas.microsoft.com/office/drawing/2014/main" id="{9F3F867D-6B49-215B-66A0-731A8EDFA9CA}"/>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2" name="Line 34">
                <a:extLst>
                  <a:ext uri="{FF2B5EF4-FFF2-40B4-BE49-F238E27FC236}">
                    <a16:creationId xmlns:a16="http://schemas.microsoft.com/office/drawing/2014/main" id="{452FDFD7-8C03-C50C-55BC-9DDC277544A6}"/>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3" name="Line 35">
                <a:extLst>
                  <a:ext uri="{FF2B5EF4-FFF2-40B4-BE49-F238E27FC236}">
                    <a16:creationId xmlns:a16="http://schemas.microsoft.com/office/drawing/2014/main" id="{DE91D189-07FC-30E1-C5E3-36CA5935F1C5}"/>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 name="Line 36">
                <a:extLst>
                  <a:ext uri="{FF2B5EF4-FFF2-40B4-BE49-F238E27FC236}">
                    <a16:creationId xmlns:a16="http://schemas.microsoft.com/office/drawing/2014/main" id="{F384C367-7B5A-BFFE-50B6-81D1960DF9E0}"/>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8" name="Line 37">
              <a:extLst>
                <a:ext uri="{FF2B5EF4-FFF2-40B4-BE49-F238E27FC236}">
                  <a16:creationId xmlns:a16="http://schemas.microsoft.com/office/drawing/2014/main" id="{966EF5D8-31E4-E347-6BC5-E3DC1FDCEF07}"/>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9" name="Line 38">
              <a:extLst>
                <a:ext uri="{FF2B5EF4-FFF2-40B4-BE49-F238E27FC236}">
                  <a16:creationId xmlns:a16="http://schemas.microsoft.com/office/drawing/2014/main" id="{C857308B-FE11-78B7-1055-410E54E08CE1}"/>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64679" name="Rectangle 39">
            <a:extLst>
              <a:ext uri="{FF2B5EF4-FFF2-40B4-BE49-F238E27FC236}">
                <a16:creationId xmlns:a16="http://schemas.microsoft.com/office/drawing/2014/main" id="{3710C365-B1BD-83B6-CFCA-7B353D1F160C}"/>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1264680" name="Rectangle 40">
            <a:extLst>
              <a:ext uri="{FF2B5EF4-FFF2-40B4-BE49-F238E27FC236}">
                <a16:creationId xmlns:a16="http://schemas.microsoft.com/office/drawing/2014/main" id="{A94E06C7-BBCB-AA41-647D-CD87517AD197}"/>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1264681" name="Rectangle 41">
            <a:extLst>
              <a:ext uri="{FF2B5EF4-FFF2-40B4-BE49-F238E27FC236}">
                <a16:creationId xmlns:a16="http://schemas.microsoft.com/office/drawing/2014/main" id="{49C7CCC4-DFA6-E21C-14F1-598B03A60746}"/>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1264682" name="Rectangle 42">
            <a:extLst>
              <a:ext uri="{FF2B5EF4-FFF2-40B4-BE49-F238E27FC236}">
                <a16:creationId xmlns:a16="http://schemas.microsoft.com/office/drawing/2014/main" id="{E06B7300-F477-E47C-BA0F-5FE593FF01D2}"/>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00000"/>
                  </a:outerShdw>
                </a:effectLst>
              </a:defRPr>
            </a:lvl1pPr>
          </a:lstStyle>
          <a:p>
            <a:fld id="{5AC7EE04-00C4-4877-964E-2B001F543ED4}" type="slidenum">
              <a:rPr lang="en-US" altLang="zh-CN"/>
              <a:pPr/>
              <a:t>‹#›</a:t>
            </a:fld>
            <a:endParaRPr lang="en-US" altLang="zh-CN"/>
          </a:p>
        </p:txBody>
      </p:sp>
      <p:sp>
        <p:nvSpPr>
          <p:cNvPr id="1264683" name="Rectangle 43">
            <a:extLst>
              <a:ext uri="{FF2B5EF4-FFF2-40B4-BE49-F238E27FC236}">
                <a16:creationId xmlns:a16="http://schemas.microsoft.com/office/drawing/2014/main" id="{1483FCC6-C3B1-C928-CF6A-3E43EB5D4E0E}"/>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5392" r:id="rId1"/>
    <p:sldLayoutId id="2147485382" r:id="rId2"/>
    <p:sldLayoutId id="2147485383" r:id="rId3"/>
    <p:sldLayoutId id="2147485384" r:id="rId4"/>
    <p:sldLayoutId id="2147485385" r:id="rId5"/>
    <p:sldLayoutId id="2147485386" r:id="rId6"/>
    <p:sldLayoutId id="2147485387" r:id="rId7"/>
    <p:sldLayoutId id="2147485388" r:id="rId8"/>
    <p:sldLayoutId id="2147485389" r:id="rId9"/>
    <p:sldLayoutId id="2147485390" r:id="rId10"/>
    <p:sldLayoutId id="2147485391"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7714" name="Rectangle 2">
            <a:extLst>
              <a:ext uri="{FF2B5EF4-FFF2-40B4-BE49-F238E27FC236}">
                <a16:creationId xmlns:a16="http://schemas.microsoft.com/office/drawing/2014/main" id="{BD788AC1-70AF-0A22-EADF-040A9B6A102C}"/>
              </a:ext>
            </a:extLst>
          </p:cNvPr>
          <p:cNvSpPr>
            <a:spLocks noGrp="1" noChangeArrowheads="1"/>
          </p:cNvSpPr>
          <p:nvPr>
            <p:ph type="ctrTitle"/>
          </p:nvPr>
        </p:nvSpPr>
        <p:spPr/>
        <p:txBody>
          <a:bodyPr/>
          <a:lstStyle/>
          <a:p>
            <a:pPr eaLnBrk="1" hangingPunct="1">
              <a:defRPr/>
            </a:pPr>
            <a:r>
              <a:rPr lang="zh-CN" altLang="en-US" dirty="0"/>
              <a:t>构造函数与析构函数</a:t>
            </a:r>
          </a:p>
        </p:txBody>
      </p:sp>
      <p:sp>
        <p:nvSpPr>
          <p:cNvPr id="1267715" name="Rectangle 3">
            <a:extLst>
              <a:ext uri="{FF2B5EF4-FFF2-40B4-BE49-F238E27FC236}">
                <a16:creationId xmlns:a16="http://schemas.microsoft.com/office/drawing/2014/main" id="{4EAF4DC6-8349-36F4-0C40-2C15025C31BC}"/>
              </a:ext>
            </a:extLst>
          </p:cNvPr>
          <p:cNvSpPr>
            <a:spLocks noGrp="1" noChangeArrowheads="1"/>
          </p:cNvSpPr>
          <p:nvPr>
            <p:ph type="subTitle" idx="1"/>
          </p:nvPr>
        </p:nvSpPr>
        <p:spPr/>
        <p:txBody>
          <a:bodyPr/>
          <a:lstStyle/>
          <a:p>
            <a:pPr eaLnBrk="1" hangingPunct="1">
              <a:defRPr/>
            </a:pPr>
            <a:endParaRPr lang="zh-CN"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8514" name="Rectangle 2">
            <a:extLst>
              <a:ext uri="{FF2B5EF4-FFF2-40B4-BE49-F238E27FC236}">
                <a16:creationId xmlns:a16="http://schemas.microsoft.com/office/drawing/2014/main" id="{261C99A2-ACEC-4ADC-96C3-DEED57EEDF05}"/>
              </a:ext>
            </a:extLst>
          </p:cNvPr>
          <p:cNvSpPr>
            <a:spLocks noGrp="1" noChangeArrowheads="1"/>
          </p:cNvSpPr>
          <p:nvPr>
            <p:ph type="title"/>
          </p:nvPr>
        </p:nvSpPr>
        <p:spPr>
          <a:xfrm>
            <a:off x="457200" y="115888"/>
            <a:ext cx="8229600" cy="941387"/>
          </a:xfrm>
        </p:spPr>
        <p:txBody>
          <a:bodyPr/>
          <a:lstStyle/>
          <a:p>
            <a:pPr marL="838200" indent="-838200" eaLnBrk="1" hangingPunct="1">
              <a:defRPr/>
            </a:pPr>
            <a:r>
              <a:rPr lang="zh-CN" altLang="en-US" sz="4000" dirty="0"/>
              <a:t>对象的初始化</a:t>
            </a:r>
            <a:r>
              <a:rPr lang="en-US" altLang="zh-CN" sz="4000" dirty="0"/>
              <a:t>--</a:t>
            </a:r>
            <a:r>
              <a:rPr lang="zh-CN" altLang="en-US" sz="4000" dirty="0"/>
              <a:t>构造函数</a:t>
            </a:r>
          </a:p>
        </p:txBody>
      </p:sp>
      <p:sp>
        <p:nvSpPr>
          <p:cNvPr id="1088515" name="Rectangle 3">
            <a:extLst>
              <a:ext uri="{FF2B5EF4-FFF2-40B4-BE49-F238E27FC236}">
                <a16:creationId xmlns:a16="http://schemas.microsoft.com/office/drawing/2014/main" id="{A862E32E-8303-F454-F0FD-EAF6BE27D49B}"/>
              </a:ext>
            </a:extLst>
          </p:cNvPr>
          <p:cNvSpPr>
            <a:spLocks noGrp="1" noChangeArrowheads="1"/>
          </p:cNvSpPr>
          <p:nvPr>
            <p:ph type="body" idx="1"/>
          </p:nvPr>
        </p:nvSpPr>
        <p:spPr>
          <a:xfrm>
            <a:off x="252413" y="1196975"/>
            <a:ext cx="8640762" cy="5661025"/>
          </a:xfrm>
        </p:spPr>
        <p:txBody>
          <a:bodyPr/>
          <a:lstStyle/>
          <a:p>
            <a:pPr eaLnBrk="1" hangingPunct="1">
              <a:spcBef>
                <a:spcPct val="35000"/>
              </a:spcBef>
              <a:defRPr/>
            </a:pPr>
            <a:r>
              <a:rPr lang="zh-CN" altLang="en-GB" sz="2400" dirty="0"/>
              <a:t>当一个对象创建时，它将获得一块存储空间，该存储空间用于存储对象的数据成员。在使用对象前，需要对对象存储空间中的数据成员进行初始化。</a:t>
            </a:r>
            <a:endParaRPr lang="en-US" altLang="zh-CN" sz="2400" dirty="0"/>
          </a:p>
          <a:p>
            <a:pPr eaLnBrk="1" hangingPunct="1">
              <a:spcBef>
                <a:spcPct val="35000"/>
              </a:spcBef>
              <a:defRPr/>
            </a:pPr>
            <a:r>
              <a:rPr lang="en-US" altLang="zh-CN" sz="2400" dirty="0"/>
              <a:t>C++</a:t>
            </a:r>
            <a:r>
              <a:rPr lang="zh-CN" altLang="en-US" sz="2400" dirty="0"/>
              <a:t>提供了一种对象初始化的机制：</a:t>
            </a:r>
            <a:r>
              <a:rPr lang="zh-CN" altLang="en-US" sz="2400" dirty="0">
                <a:solidFill>
                  <a:srgbClr val="FFC000"/>
                </a:solidFill>
              </a:rPr>
              <a:t>构造函数</a:t>
            </a:r>
            <a:endParaRPr lang="en-US" altLang="zh-CN" sz="2400" dirty="0"/>
          </a:p>
          <a:p>
            <a:pPr lvl="1" eaLnBrk="1" hangingPunct="1">
              <a:spcBef>
                <a:spcPct val="35000"/>
              </a:spcBef>
              <a:defRPr/>
            </a:pPr>
            <a:r>
              <a:rPr lang="zh-CN" altLang="en-US" sz="2000" dirty="0"/>
              <a:t>它是类的特殊成员函数，名字与</a:t>
            </a:r>
            <a:r>
              <a:rPr lang="zh-CN" altLang="en-GB" sz="2000" dirty="0"/>
              <a:t>类名相同、无返回值类型。</a:t>
            </a:r>
            <a:endParaRPr lang="en-US" altLang="zh-CN" sz="2000" dirty="0"/>
          </a:p>
          <a:p>
            <a:pPr lvl="1" eaLnBrk="1" hangingPunct="1">
              <a:spcBef>
                <a:spcPct val="35000"/>
              </a:spcBef>
              <a:defRPr/>
            </a:pPr>
            <a:r>
              <a:rPr lang="zh-CN" altLang="en-US" sz="2000" dirty="0">
                <a:solidFill>
                  <a:srgbClr val="FFC000"/>
                </a:solidFill>
              </a:rPr>
              <a:t>创建对象时，构造函数会被自动调用</a:t>
            </a:r>
            <a:r>
              <a:rPr lang="zh-CN" altLang="en-US" sz="2000" dirty="0"/>
              <a:t>。</a:t>
            </a:r>
            <a:r>
              <a:rPr lang="zh-CN" altLang="en-GB" sz="2000" dirty="0"/>
              <a:t>例如：</a:t>
            </a:r>
          </a:p>
          <a:p>
            <a:pPr lvl="1" eaLnBrk="1" hangingPunct="1">
              <a:buFontTx/>
              <a:buNone/>
              <a:defRPr/>
            </a:pPr>
            <a:r>
              <a:rPr lang="en-GB" altLang="zh-CN" sz="2000" dirty="0"/>
              <a:t>class A</a:t>
            </a:r>
          </a:p>
          <a:p>
            <a:pPr lvl="1" eaLnBrk="1" hangingPunct="1">
              <a:buFontTx/>
              <a:buNone/>
              <a:defRPr/>
            </a:pPr>
            <a:r>
              <a:rPr lang="en-GB" altLang="zh-CN" sz="2000" dirty="0"/>
              <a:t>{		</a:t>
            </a:r>
            <a:r>
              <a:rPr lang="en-GB" altLang="zh-CN" sz="2000" dirty="0" err="1"/>
              <a:t>int</a:t>
            </a:r>
            <a:r>
              <a:rPr lang="en-GB" altLang="zh-CN" sz="2000" dirty="0"/>
              <a:t> </a:t>
            </a:r>
            <a:r>
              <a:rPr lang="en-GB" altLang="zh-CN" sz="2000" dirty="0" err="1"/>
              <a:t>x,y</a:t>
            </a:r>
            <a:r>
              <a:rPr lang="en-GB" altLang="zh-CN" sz="2000" dirty="0"/>
              <a:t>;</a:t>
            </a:r>
          </a:p>
          <a:p>
            <a:pPr lvl="1" eaLnBrk="1" hangingPunct="1">
              <a:buFontTx/>
              <a:buNone/>
              <a:defRPr/>
            </a:pPr>
            <a:r>
              <a:rPr lang="en-GB" altLang="zh-CN" sz="2000" dirty="0"/>
              <a:t>	public:</a:t>
            </a:r>
          </a:p>
          <a:p>
            <a:pPr lvl="1" eaLnBrk="1" hangingPunct="1">
              <a:buFontTx/>
              <a:buNone/>
              <a:defRPr/>
            </a:pPr>
            <a:r>
              <a:rPr lang="en-GB" altLang="zh-CN" sz="2000" dirty="0"/>
              <a:t>		</a:t>
            </a:r>
            <a:r>
              <a:rPr lang="en-GB" altLang="zh-CN" sz="2000" dirty="0">
                <a:solidFill>
                  <a:schemeClr val="folHlink"/>
                </a:solidFill>
              </a:rPr>
              <a:t>A()</a:t>
            </a:r>
            <a:r>
              <a:rPr lang="en-GB" altLang="zh-CN" sz="2000" dirty="0"/>
              <a:t> { x = 0; y = 0; } //</a:t>
            </a:r>
            <a:r>
              <a:rPr lang="zh-CN" altLang="en-GB" sz="2000" dirty="0">
                <a:solidFill>
                  <a:schemeClr val="folHlink"/>
                </a:solidFill>
              </a:rPr>
              <a:t>构造函数</a:t>
            </a:r>
          </a:p>
          <a:p>
            <a:pPr lvl="1" eaLnBrk="1" hangingPunct="1">
              <a:buFontTx/>
              <a:buNone/>
              <a:defRPr/>
            </a:pPr>
            <a:r>
              <a:rPr lang="zh-CN" altLang="en-GB" sz="2000" dirty="0"/>
              <a:t>	</a:t>
            </a:r>
            <a:r>
              <a:rPr lang="en-GB" altLang="zh-CN" sz="2000" dirty="0"/>
              <a:t>......</a:t>
            </a:r>
          </a:p>
          <a:p>
            <a:pPr lvl="1" eaLnBrk="1" hangingPunct="1">
              <a:buFontTx/>
              <a:buNone/>
              <a:defRPr/>
            </a:pPr>
            <a:r>
              <a:rPr lang="en-GB" altLang="zh-CN" sz="2000" dirty="0"/>
              <a:t>};</a:t>
            </a:r>
          </a:p>
          <a:p>
            <a:pPr lvl="1" eaLnBrk="1" hangingPunct="1">
              <a:buFontTx/>
              <a:buNone/>
              <a:defRPr/>
            </a:pPr>
            <a:r>
              <a:rPr lang="en-GB" altLang="zh-CN" sz="2000" dirty="0"/>
              <a:t>......</a:t>
            </a:r>
          </a:p>
          <a:p>
            <a:pPr lvl="1" eaLnBrk="1" hangingPunct="1">
              <a:buFontTx/>
              <a:buNone/>
              <a:defRPr/>
            </a:pPr>
            <a:r>
              <a:rPr lang="en-GB" altLang="zh-CN" sz="2000" dirty="0"/>
              <a:t>A </a:t>
            </a:r>
            <a:r>
              <a:rPr lang="en-GB" altLang="zh-CN" sz="2000" dirty="0" err="1"/>
              <a:t>a</a:t>
            </a:r>
            <a:r>
              <a:rPr lang="en-GB" altLang="zh-CN" sz="2000" dirty="0"/>
              <a:t>; //</a:t>
            </a:r>
            <a:r>
              <a:rPr lang="zh-CN" altLang="en-GB" sz="2000" dirty="0"/>
              <a:t>创建对象</a:t>
            </a:r>
            <a:r>
              <a:rPr lang="en-GB" altLang="zh-CN" sz="2000" dirty="0"/>
              <a:t>a</a:t>
            </a:r>
            <a:r>
              <a:rPr lang="zh-CN" altLang="en-GB" sz="2000" dirty="0"/>
              <a:t>：为</a:t>
            </a:r>
            <a:r>
              <a:rPr lang="en-GB" altLang="zh-CN" sz="2000" dirty="0"/>
              <a:t>a</a:t>
            </a:r>
            <a:r>
              <a:rPr lang="zh-CN" altLang="en-GB" sz="2000" dirty="0"/>
              <a:t>分配内存空间，然后调用</a:t>
            </a:r>
            <a:r>
              <a:rPr lang="en-US" altLang="zh-CN" sz="2000" dirty="0"/>
              <a:t>A</a:t>
            </a:r>
            <a:r>
              <a:rPr lang="zh-CN" altLang="en-US" sz="2000" dirty="0"/>
              <a:t>类</a:t>
            </a:r>
            <a:r>
              <a:rPr lang="zh-CN" altLang="en-GB" sz="2000" dirty="0"/>
              <a:t>的构造函数</a:t>
            </a:r>
            <a:r>
              <a:rPr lang="en-GB" altLang="zh-CN" sz="2000" dirty="0"/>
              <a:t>A()</a:t>
            </a:r>
            <a:r>
              <a:rPr lang="zh-CN" altLang="en-GB" sz="2000" dirty="0"/>
              <a:t>。</a:t>
            </a:r>
            <a:endParaRPr lang="zh-CN" altLang="en-US" sz="2000" dirty="0"/>
          </a:p>
        </p:txBody>
      </p:sp>
      <p:grpSp>
        <p:nvGrpSpPr>
          <p:cNvPr id="6148" name="组合 8">
            <a:extLst>
              <a:ext uri="{FF2B5EF4-FFF2-40B4-BE49-F238E27FC236}">
                <a16:creationId xmlns:a16="http://schemas.microsoft.com/office/drawing/2014/main" id="{E3FC63E7-4DC9-03AB-D20F-36AF7F4189D9}"/>
              </a:ext>
            </a:extLst>
          </p:cNvPr>
          <p:cNvGrpSpPr>
            <a:grpSpLocks/>
          </p:cNvGrpSpPr>
          <p:nvPr/>
        </p:nvGrpSpPr>
        <p:grpSpPr bwMode="auto">
          <a:xfrm>
            <a:off x="6804025" y="4076700"/>
            <a:ext cx="1655763" cy="1296988"/>
            <a:chOff x="5796136" y="1340768"/>
            <a:chExt cx="1656184" cy="1296144"/>
          </a:xfrm>
        </p:grpSpPr>
        <p:sp>
          <p:nvSpPr>
            <p:cNvPr id="6149" name="TextBox 2">
              <a:extLst>
                <a:ext uri="{FF2B5EF4-FFF2-40B4-BE49-F238E27FC236}">
                  <a16:creationId xmlns:a16="http://schemas.microsoft.com/office/drawing/2014/main" id="{8C3E4D1B-7DD0-56D3-DA3C-AAD8A0816DFF}"/>
                </a:ext>
              </a:extLst>
            </p:cNvPr>
            <p:cNvSpPr txBox="1">
              <a:spLocks noChangeArrowheads="1"/>
            </p:cNvSpPr>
            <p:nvPr/>
          </p:nvSpPr>
          <p:spPr bwMode="auto">
            <a:xfrm>
              <a:off x="6819322" y="1340768"/>
              <a:ext cx="369106" cy="461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400"/>
                <a:t>a</a:t>
              </a:r>
              <a:endParaRPr lang="zh-CN" altLang="en-US" sz="2400"/>
            </a:p>
          </p:txBody>
        </p:sp>
        <p:sp>
          <p:nvSpPr>
            <p:cNvPr id="6150" name="矩形 3">
              <a:extLst>
                <a:ext uri="{FF2B5EF4-FFF2-40B4-BE49-F238E27FC236}">
                  <a16:creationId xmlns:a16="http://schemas.microsoft.com/office/drawing/2014/main" id="{BACD4AF8-7BBA-56DE-7D49-9EBC67892E0E}"/>
                </a:ext>
              </a:extLst>
            </p:cNvPr>
            <p:cNvSpPr>
              <a:spLocks noChangeArrowheads="1"/>
            </p:cNvSpPr>
            <p:nvPr/>
          </p:nvSpPr>
          <p:spPr bwMode="auto">
            <a:xfrm>
              <a:off x="6588224" y="1844824"/>
              <a:ext cx="864096" cy="792088"/>
            </a:xfrm>
            <a:prstGeom prst="rect">
              <a:avLst/>
            </a:prstGeom>
            <a:solidFill>
              <a:schemeClr val="accent1"/>
            </a:solidFill>
            <a:ln w="12700" cap="sq" algn="ctr">
              <a:solidFill>
                <a:schemeClr val="tx1"/>
              </a:solidFill>
              <a:round/>
              <a:headEnd type="none" w="sm" len="sm"/>
              <a:tailEnd type="none" w="sm" len="sm"/>
            </a:ln>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   0</a:t>
              </a:r>
            </a:p>
            <a:p>
              <a:pPr eaLnBrk="1" hangingPunct="1">
                <a:spcBef>
                  <a:spcPct val="0"/>
                </a:spcBef>
                <a:buClrTx/>
                <a:buSzTx/>
                <a:buFontTx/>
                <a:buNone/>
              </a:pPr>
              <a:endParaRPr lang="en-US" altLang="zh-CN" sz="1000"/>
            </a:p>
            <a:p>
              <a:pPr eaLnBrk="1" hangingPunct="1">
                <a:spcBef>
                  <a:spcPct val="0"/>
                </a:spcBef>
                <a:buClrTx/>
                <a:buSzTx/>
                <a:buFontTx/>
                <a:buNone/>
              </a:pPr>
              <a:r>
                <a:rPr lang="en-US" altLang="zh-CN" sz="1800"/>
                <a:t>   0 </a:t>
              </a:r>
              <a:endParaRPr lang="zh-CN" altLang="en-US" sz="1800"/>
            </a:p>
          </p:txBody>
        </p:sp>
        <p:cxnSp>
          <p:nvCxnSpPr>
            <p:cNvPr id="6151" name="直接连接符 5">
              <a:extLst>
                <a:ext uri="{FF2B5EF4-FFF2-40B4-BE49-F238E27FC236}">
                  <a16:creationId xmlns:a16="http://schemas.microsoft.com/office/drawing/2014/main" id="{5069602E-1DFF-7D1C-1869-80CF05630355}"/>
                </a:ext>
              </a:extLst>
            </p:cNvPr>
            <p:cNvCxnSpPr>
              <a:cxnSpLocks noChangeShapeType="1"/>
              <a:stCxn id="6150" idx="1"/>
              <a:endCxn id="6150" idx="3"/>
            </p:cNvCxnSpPr>
            <p:nvPr/>
          </p:nvCxnSpPr>
          <p:spPr bwMode="auto">
            <a:xfrm rot="10800000" flipH="1">
              <a:off x="6588224" y="2240868"/>
              <a:ext cx="864096" cy="0"/>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6152" name="TextBox 6">
              <a:extLst>
                <a:ext uri="{FF2B5EF4-FFF2-40B4-BE49-F238E27FC236}">
                  <a16:creationId xmlns:a16="http://schemas.microsoft.com/office/drawing/2014/main" id="{713DD1CC-2C71-EA19-3DFB-2CB1DD5C0B74}"/>
                </a:ext>
              </a:extLst>
            </p:cNvPr>
            <p:cNvSpPr txBox="1">
              <a:spLocks noChangeArrowheads="1"/>
            </p:cNvSpPr>
            <p:nvPr/>
          </p:nvSpPr>
          <p:spPr bwMode="auto">
            <a:xfrm>
              <a:off x="5796136" y="1804754"/>
              <a:ext cx="633668" cy="39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a:t>  x:</a:t>
              </a:r>
              <a:endParaRPr lang="zh-CN" altLang="en-US" sz="2000"/>
            </a:p>
          </p:txBody>
        </p:sp>
        <p:sp>
          <p:nvSpPr>
            <p:cNvPr id="6153" name="TextBox 7">
              <a:extLst>
                <a:ext uri="{FF2B5EF4-FFF2-40B4-BE49-F238E27FC236}">
                  <a16:creationId xmlns:a16="http://schemas.microsoft.com/office/drawing/2014/main" id="{89AE4C3A-1D22-9532-E966-F6478783A1ED}"/>
                </a:ext>
              </a:extLst>
            </p:cNvPr>
            <p:cNvSpPr txBox="1">
              <a:spLocks noChangeArrowheads="1"/>
            </p:cNvSpPr>
            <p:nvPr/>
          </p:nvSpPr>
          <p:spPr bwMode="auto">
            <a:xfrm>
              <a:off x="5796136" y="2204864"/>
              <a:ext cx="633668" cy="39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a:t>  y:</a:t>
              </a:r>
              <a:endParaRPr lang="zh-CN" altLang="en-US" sz="200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43" name="Rectangle 3">
            <a:extLst>
              <a:ext uri="{FF2B5EF4-FFF2-40B4-BE49-F238E27FC236}">
                <a16:creationId xmlns:a16="http://schemas.microsoft.com/office/drawing/2014/main" id="{C854700B-FD95-8847-F4A0-79A4AF931CD6}"/>
              </a:ext>
            </a:extLst>
          </p:cNvPr>
          <p:cNvSpPr>
            <a:spLocks noGrp="1" noChangeArrowheads="1"/>
          </p:cNvSpPr>
          <p:nvPr>
            <p:ph type="body" idx="1"/>
          </p:nvPr>
        </p:nvSpPr>
        <p:spPr>
          <a:xfrm>
            <a:off x="250825" y="396875"/>
            <a:ext cx="8497888" cy="6200775"/>
          </a:xfrm>
        </p:spPr>
        <p:txBody>
          <a:bodyPr>
            <a:normAutofit fontScale="92500" lnSpcReduction="20000"/>
          </a:bodyPr>
          <a:lstStyle/>
          <a:p>
            <a:pPr defTabSz="514350" eaLnBrk="1" hangingPunct="1">
              <a:lnSpc>
                <a:spcPct val="110000"/>
              </a:lnSpc>
              <a:defRPr/>
            </a:pPr>
            <a:r>
              <a:rPr lang="zh-CN" altLang="en-US" sz="2800" dirty="0"/>
              <a:t>构造函数可以重载，其中，</a:t>
            </a:r>
            <a:r>
              <a:rPr lang="zh-CN" altLang="en-GB" sz="2800" dirty="0"/>
              <a:t>不带参数的（或所有参数都有默认值的）构造函数被称为</a:t>
            </a:r>
            <a:r>
              <a:rPr lang="zh-CN" altLang="en-GB" sz="2800" dirty="0">
                <a:solidFill>
                  <a:schemeClr val="folHlink"/>
                </a:solidFill>
              </a:rPr>
              <a:t>默认构造函数</a:t>
            </a:r>
            <a:r>
              <a:rPr lang="zh-CN" altLang="en-GB" sz="2800" dirty="0"/>
              <a:t>。</a:t>
            </a:r>
            <a:r>
              <a:rPr lang="zh-CN" altLang="en-US" sz="2800" dirty="0"/>
              <a:t>例如：</a:t>
            </a:r>
          </a:p>
          <a:p>
            <a:pPr lvl="1" defTabSz="514350" eaLnBrk="1" hangingPunct="1">
              <a:lnSpc>
                <a:spcPct val="110000"/>
              </a:lnSpc>
              <a:buFontTx/>
              <a:buNone/>
              <a:defRPr/>
            </a:pPr>
            <a:r>
              <a:rPr lang="en-GB" altLang="zh-CN" sz="2400" dirty="0"/>
              <a:t>class A</a:t>
            </a:r>
          </a:p>
          <a:p>
            <a:pPr lvl="1" defTabSz="514350" eaLnBrk="1" hangingPunct="1">
              <a:lnSpc>
                <a:spcPct val="110000"/>
              </a:lnSpc>
              <a:buFontTx/>
              <a:buNone/>
              <a:defRPr/>
            </a:pPr>
            <a:r>
              <a:rPr lang="en-GB" altLang="zh-CN" sz="2400" dirty="0"/>
              <a:t>{		</a:t>
            </a:r>
            <a:r>
              <a:rPr lang="en-GB" altLang="zh-CN" sz="2400" dirty="0" err="1"/>
              <a:t>int</a:t>
            </a:r>
            <a:r>
              <a:rPr lang="en-GB" altLang="zh-CN" sz="2400" dirty="0"/>
              <a:t> </a:t>
            </a:r>
            <a:r>
              <a:rPr lang="en-GB" altLang="zh-CN" sz="2400" dirty="0" err="1"/>
              <a:t>x,y</a:t>
            </a:r>
            <a:r>
              <a:rPr lang="en-GB" altLang="zh-CN" sz="2400" dirty="0"/>
              <a:t>;</a:t>
            </a:r>
          </a:p>
          <a:p>
            <a:pPr lvl="1" defTabSz="514350" eaLnBrk="1" hangingPunct="1">
              <a:lnSpc>
                <a:spcPct val="110000"/>
              </a:lnSpc>
              <a:buFontTx/>
              <a:buNone/>
              <a:defRPr/>
            </a:pPr>
            <a:r>
              <a:rPr lang="en-GB" altLang="zh-CN" sz="2400" dirty="0"/>
              <a:t>	public:</a:t>
            </a:r>
          </a:p>
          <a:p>
            <a:pPr lvl="1" defTabSz="514350" eaLnBrk="1" hangingPunct="1">
              <a:lnSpc>
                <a:spcPct val="110000"/>
              </a:lnSpc>
              <a:buFontTx/>
              <a:buNone/>
              <a:defRPr/>
            </a:pPr>
            <a:r>
              <a:rPr lang="en-GB" altLang="zh-CN" sz="2400" dirty="0"/>
              <a:t>		A() //</a:t>
            </a:r>
            <a:r>
              <a:rPr lang="zh-CN" altLang="en-GB" sz="2400" dirty="0">
                <a:solidFill>
                  <a:schemeClr val="folHlink"/>
                </a:solidFill>
              </a:rPr>
              <a:t>默认构造函数</a:t>
            </a:r>
          </a:p>
          <a:p>
            <a:pPr lvl="1" defTabSz="514350" eaLnBrk="1" hangingPunct="1">
              <a:lnSpc>
                <a:spcPct val="110000"/>
              </a:lnSpc>
              <a:buFontTx/>
              <a:buNone/>
              <a:defRPr/>
            </a:pPr>
            <a:r>
              <a:rPr lang="zh-CN" altLang="en-GB" sz="2400" dirty="0"/>
              <a:t>		</a:t>
            </a:r>
            <a:r>
              <a:rPr lang="en-GB" altLang="zh-CN" sz="2400" dirty="0"/>
              <a:t>{ x = y = 0;</a:t>
            </a:r>
          </a:p>
          <a:p>
            <a:pPr lvl="1" defTabSz="514350" eaLnBrk="1" hangingPunct="1">
              <a:lnSpc>
                <a:spcPct val="110000"/>
              </a:lnSpc>
              <a:buFontTx/>
              <a:buNone/>
              <a:defRPr/>
            </a:pPr>
            <a:r>
              <a:rPr lang="en-GB" altLang="zh-CN" sz="2400" dirty="0"/>
              <a:t>		}</a:t>
            </a:r>
          </a:p>
          <a:p>
            <a:pPr lvl="1" defTabSz="514350" eaLnBrk="1" hangingPunct="1">
              <a:lnSpc>
                <a:spcPct val="110000"/>
              </a:lnSpc>
              <a:buFontTx/>
              <a:buNone/>
              <a:defRPr/>
            </a:pPr>
            <a:r>
              <a:rPr lang="en-GB" altLang="zh-CN" sz="2400" dirty="0"/>
              <a:t>		A(</a:t>
            </a:r>
            <a:r>
              <a:rPr lang="en-GB" altLang="zh-CN" sz="2400" dirty="0" err="1"/>
              <a:t>int</a:t>
            </a:r>
            <a:r>
              <a:rPr lang="en-GB" altLang="zh-CN" sz="2400" dirty="0"/>
              <a:t> x1)</a:t>
            </a:r>
          </a:p>
          <a:p>
            <a:pPr lvl="1" defTabSz="514350" eaLnBrk="1" hangingPunct="1">
              <a:lnSpc>
                <a:spcPct val="110000"/>
              </a:lnSpc>
              <a:buFontTx/>
              <a:buNone/>
              <a:defRPr/>
            </a:pPr>
            <a:r>
              <a:rPr lang="en-GB" altLang="zh-CN" sz="2400" dirty="0"/>
              <a:t>		{	x = x1; y = 0;</a:t>
            </a:r>
          </a:p>
          <a:p>
            <a:pPr lvl="1" defTabSz="514350" eaLnBrk="1" hangingPunct="1">
              <a:lnSpc>
                <a:spcPct val="110000"/>
              </a:lnSpc>
              <a:buFontTx/>
              <a:buNone/>
              <a:defRPr/>
            </a:pPr>
            <a:r>
              <a:rPr lang="en-GB" altLang="zh-CN" sz="2400" dirty="0"/>
              <a:t>		}</a:t>
            </a:r>
          </a:p>
          <a:p>
            <a:pPr lvl="1" defTabSz="514350" eaLnBrk="1" hangingPunct="1">
              <a:lnSpc>
                <a:spcPct val="110000"/>
              </a:lnSpc>
              <a:buFontTx/>
              <a:buNone/>
              <a:defRPr/>
            </a:pPr>
            <a:r>
              <a:rPr lang="en-GB" altLang="zh-CN" sz="2400" dirty="0"/>
              <a:t>		A(</a:t>
            </a:r>
            <a:r>
              <a:rPr lang="en-GB" altLang="zh-CN" sz="2400" dirty="0" err="1"/>
              <a:t>int</a:t>
            </a:r>
            <a:r>
              <a:rPr lang="en-GB" altLang="zh-CN" sz="2400" dirty="0"/>
              <a:t> x1,int y1)</a:t>
            </a:r>
          </a:p>
          <a:p>
            <a:pPr lvl="1" defTabSz="514350" eaLnBrk="1" hangingPunct="1">
              <a:lnSpc>
                <a:spcPct val="110000"/>
              </a:lnSpc>
              <a:buFontTx/>
              <a:buNone/>
              <a:defRPr/>
            </a:pPr>
            <a:r>
              <a:rPr lang="en-GB" altLang="zh-CN" sz="2400" dirty="0"/>
              <a:t>		{	x = x1; y = y1;</a:t>
            </a:r>
          </a:p>
          <a:p>
            <a:pPr lvl="1" defTabSz="514350" eaLnBrk="1" hangingPunct="1">
              <a:lnSpc>
                <a:spcPct val="110000"/>
              </a:lnSpc>
              <a:buFontTx/>
              <a:buNone/>
              <a:defRPr/>
            </a:pPr>
            <a:r>
              <a:rPr lang="en-GB" altLang="zh-CN" sz="2400" dirty="0"/>
              <a:t>		}</a:t>
            </a:r>
          </a:p>
          <a:p>
            <a:pPr lvl="1" defTabSz="514350" eaLnBrk="1" hangingPunct="1">
              <a:lnSpc>
                <a:spcPct val="110000"/>
              </a:lnSpc>
              <a:buFontTx/>
              <a:buNone/>
              <a:defRPr/>
            </a:pPr>
            <a:r>
              <a:rPr lang="en-GB" altLang="zh-CN" sz="2400" dirty="0"/>
              <a:t>		......</a:t>
            </a:r>
          </a:p>
          <a:p>
            <a:pPr lvl="1" defTabSz="514350" eaLnBrk="1" hangingPunct="1">
              <a:lnSpc>
                <a:spcPct val="110000"/>
              </a:lnSpc>
              <a:buFontTx/>
              <a:buNone/>
              <a:defRPr/>
            </a:pPr>
            <a:r>
              <a:rPr lang="en-GB" altLang="zh-CN" sz="2400" dirty="0"/>
              <a:t>};</a:t>
            </a:r>
          </a:p>
        </p:txBody>
      </p:sp>
      <p:sp>
        <p:nvSpPr>
          <p:cNvPr id="2" name="TextBox 1">
            <a:extLst>
              <a:ext uri="{FF2B5EF4-FFF2-40B4-BE49-F238E27FC236}">
                <a16:creationId xmlns:a16="http://schemas.microsoft.com/office/drawing/2014/main" id="{787C0316-7D96-4B73-D068-A6D7D0C8EC65}"/>
              </a:ext>
            </a:extLst>
          </p:cNvPr>
          <p:cNvSpPr txBox="1">
            <a:spLocks noChangeArrowheads="1"/>
          </p:cNvSpPr>
          <p:nvPr/>
        </p:nvSpPr>
        <p:spPr bwMode="auto">
          <a:xfrm>
            <a:off x="4932363" y="1471613"/>
            <a:ext cx="4140200" cy="37861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514350"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charset="-122"/>
              </a:defRPr>
            </a:lvl1pPr>
            <a:lvl2pPr defTabSz="514350" eaLnBrk="0" hangingPunct="0">
              <a:spcBef>
                <a:spcPct val="20000"/>
              </a:spcBef>
              <a:buClr>
                <a:schemeClr val="tx1"/>
              </a:buClr>
              <a:buChar char="•"/>
              <a:defRPr sz="2800">
                <a:solidFill>
                  <a:schemeClr val="tx1"/>
                </a:solidFill>
                <a:latin typeface="Verdana" pitchFamily="34" charset="0"/>
                <a:ea typeface="宋体" charset="-122"/>
              </a:defRPr>
            </a:lvl2pPr>
            <a:lvl3pPr marL="1143000" indent="-228600" defTabSz="51435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charset="-122"/>
              </a:defRPr>
            </a:lvl3pPr>
            <a:lvl4pPr marL="1600200" indent="-228600" defTabSz="514350" eaLnBrk="0" hangingPunct="0">
              <a:spcBef>
                <a:spcPct val="20000"/>
              </a:spcBef>
              <a:buClr>
                <a:schemeClr val="tx2"/>
              </a:buClr>
              <a:buChar char="•"/>
              <a:defRPr sz="2000">
                <a:solidFill>
                  <a:schemeClr val="tx1"/>
                </a:solidFill>
                <a:latin typeface="Verdana" pitchFamily="34" charset="0"/>
                <a:ea typeface="宋体" charset="-122"/>
              </a:defRPr>
            </a:lvl4pPr>
            <a:lvl5pPr marL="2057400" indent="-228600" defTabSz="51435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charset="-122"/>
              </a:defRPr>
            </a:lvl5pPr>
            <a:lvl6pPr marL="2514600" indent="-228600" defTabSz="51435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6pPr>
            <a:lvl7pPr marL="2971800" indent="-228600" defTabSz="51435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7pPr>
            <a:lvl8pPr marL="3429000" indent="-228600" defTabSz="51435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8pPr>
            <a:lvl9pPr marL="3886200" indent="-228600" defTabSz="51435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9pPr>
          </a:lstStyle>
          <a:p>
            <a:pPr marL="0" lvl="1" eaLnBrk="1" hangingPunct="1">
              <a:spcBef>
                <a:spcPct val="0"/>
              </a:spcBef>
              <a:buClrTx/>
              <a:buFontTx/>
              <a:buNone/>
              <a:defRPr/>
            </a:pPr>
            <a:r>
              <a:rPr lang="zh-CN" altLang="en-US" sz="2400" dirty="0">
                <a:effectLst>
                  <a:outerShdw blurRad="38100" dist="38100" dir="2700000" algn="tl">
                    <a:srgbClr val="000000">
                      <a:alpha val="43137"/>
                    </a:srgbClr>
                  </a:outerShdw>
                </a:effectLst>
              </a:rPr>
              <a:t>也可以写成功能等价的：</a:t>
            </a:r>
            <a:endParaRPr lang="en-US" altLang="zh-CN" sz="2400" dirty="0">
              <a:effectLst>
                <a:outerShdw blurRad="38100" dist="38100" dir="2700000" algn="tl">
                  <a:srgbClr val="000000">
                    <a:alpha val="43137"/>
                  </a:srgbClr>
                </a:outerShdw>
              </a:effectLst>
            </a:endParaRPr>
          </a:p>
          <a:p>
            <a:pPr marL="0" lvl="1" eaLnBrk="1" hangingPunct="1">
              <a:spcBef>
                <a:spcPct val="0"/>
              </a:spcBef>
              <a:buClrTx/>
              <a:buFontTx/>
              <a:buNone/>
              <a:defRPr/>
            </a:pPr>
            <a:endParaRPr lang="en-US" altLang="zh-CN" sz="2400" dirty="0">
              <a:effectLst>
                <a:outerShdw blurRad="38100" dist="38100" dir="2700000" algn="tl">
                  <a:srgbClr val="000000">
                    <a:alpha val="43137"/>
                  </a:srgbClr>
                </a:outerShdw>
              </a:effectLst>
            </a:endParaRPr>
          </a:p>
          <a:p>
            <a:pPr marL="0" lvl="1" eaLnBrk="1" hangingPunct="1">
              <a:spcBef>
                <a:spcPct val="0"/>
              </a:spcBef>
              <a:buClrTx/>
              <a:buFontTx/>
              <a:buNone/>
              <a:defRPr/>
            </a:pPr>
            <a:r>
              <a:rPr lang="en-GB" altLang="zh-CN" sz="2400" dirty="0">
                <a:effectLst>
                  <a:outerShdw blurRad="38100" dist="38100" dir="2700000" algn="tl">
                    <a:srgbClr val="000000">
                      <a:alpha val="43137"/>
                    </a:srgbClr>
                  </a:outerShdw>
                </a:effectLst>
              </a:rPr>
              <a:t>class A</a:t>
            </a:r>
          </a:p>
          <a:p>
            <a:pPr marL="0" lvl="1" eaLnBrk="1" hangingPunct="1">
              <a:spcBef>
                <a:spcPct val="0"/>
              </a:spcBef>
              <a:buClrTx/>
              <a:buFontTx/>
              <a:buNone/>
              <a:defRPr/>
            </a:pPr>
            <a:r>
              <a:rPr lang="en-GB" altLang="zh-CN" sz="2400" dirty="0">
                <a:effectLst>
                  <a:outerShdw blurRad="38100" dist="38100" dir="2700000" algn="tl">
                    <a:srgbClr val="000000">
                      <a:alpha val="43137"/>
                    </a:srgbClr>
                  </a:outerShdw>
                </a:effectLst>
              </a:rPr>
              <a:t>{  </a:t>
            </a:r>
            <a:r>
              <a:rPr lang="en-GB" altLang="zh-CN" sz="2400" dirty="0" err="1">
                <a:effectLst>
                  <a:outerShdw blurRad="38100" dist="38100" dir="2700000" algn="tl">
                    <a:srgbClr val="000000">
                      <a:alpha val="43137"/>
                    </a:srgbClr>
                  </a:outerShdw>
                </a:effectLst>
              </a:rPr>
              <a:t>int</a:t>
            </a:r>
            <a:r>
              <a:rPr lang="en-GB" altLang="zh-CN" sz="2400" dirty="0">
                <a:effectLst>
                  <a:outerShdw blurRad="38100" dist="38100" dir="2700000" algn="tl">
                    <a:srgbClr val="000000">
                      <a:alpha val="43137"/>
                    </a:srgbClr>
                  </a:outerShdw>
                </a:effectLst>
              </a:rPr>
              <a:t> </a:t>
            </a:r>
            <a:r>
              <a:rPr lang="en-GB" altLang="zh-CN" sz="2400" dirty="0" err="1">
                <a:effectLst>
                  <a:outerShdw blurRad="38100" dist="38100" dir="2700000" algn="tl">
                    <a:srgbClr val="000000">
                      <a:alpha val="43137"/>
                    </a:srgbClr>
                  </a:outerShdw>
                </a:effectLst>
              </a:rPr>
              <a:t>x,y</a:t>
            </a:r>
            <a:r>
              <a:rPr lang="en-GB" altLang="zh-CN" sz="2400" dirty="0">
                <a:effectLst>
                  <a:outerShdw blurRad="38100" dist="38100" dir="2700000" algn="tl">
                    <a:srgbClr val="000000">
                      <a:alpha val="43137"/>
                    </a:srgbClr>
                  </a:outerShdw>
                </a:effectLst>
              </a:rPr>
              <a:t>;</a:t>
            </a:r>
          </a:p>
          <a:p>
            <a:pPr marL="0" lvl="1" eaLnBrk="1" hangingPunct="1">
              <a:spcBef>
                <a:spcPct val="0"/>
              </a:spcBef>
              <a:buClrTx/>
              <a:buFontTx/>
              <a:buNone/>
              <a:defRPr/>
            </a:pPr>
            <a:r>
              <a:rPr lang="en-GB" altLang="zh-CN" sz="2400" dirty="0">
                <a:effectLst>
                  <a:outerShdw blurRad="38100" dist="38100" dir="2700000" algn="tl">
                    <a:srgbClr val="000000">
                      <a:alpha val="43137"/>
                    </a:srgbClr>
                  </a:outerShdw>
                </a:effectLst>
              </a:rPr>
              <a:t>  public:</a:t>
            </a:r>
          </a:p>
          <a:p>
            <a:pPr marL="0" lvl="1" eaLnBrk="1" hangingPunct="1">
              <a:spcBef>
                <a:spcPct val="0"/>
              </a:spcBef>
              <a:buClrTx/>
              <a:buFontTx/>
              <a:buNone/>
              <a:defRPr/>
            </a:pPr>
            <a:r>
              <a:rPr lang="en-GB" altLang="zh-CN" sz="2400" dirty="0">
                <a:effectLst>
                  <a:outerShdw blurRad="38100" dist="38100" dir="2700000" algn="tl">
                    <a:srgbClr val="000000">
                      <a:alpha val="43137"/>
                    </a:srgbClr>
                  </a:outerShdw>
                </a:effectLst>
              </a:rPr>
              <a:t>	A(</a:t>
            </a:r>
            <a:r>
              <a:rPr lang="en-GB" altLang="zh-CN" sz="2400" dirty="0" err="1">
                <a:effectLst>
                  <a:outerShdw blurRad="38100" dist="38100" dir="2700000" algn="tl">
                    <a:srgbClr val="000000">
                      <a:alpha val="43137"/>
                    </a:srgbClr>
                  </a:outerShdw>
                </a:effectLst>
              </a:rPr>
              <a:t>int</a:t>
            </a:r>
            <a:r>
              <a:rPr lang="en-GB" altLang="zh-CN" sz="2400" dirty="0">
                <a:effectLst>
                  <a:outerShdw blurRad="38100" dist="38100" dir="2700000" algn="tl">
                    <a:srgbClr val="000000">
                      <a:alpha val="43137"/>
                    </a:srgbClr>
                  </a:outerShdw>
                </a:effectLst>
              </a:rPr>
              <a:t> x1</a:t>
            </a:r>
            <a:r>
              <a:rPr lang="en-US" altLang="zh-CN" sz="2400" dirty="0">
                <a:effectLst>
                  <a:outerShdw blurRad="38100" dist="38100" dir="2700000" algn="tl">
                    <a:srgbClr val="000000">
                      <a:alpha val="43137"/>
                    </a:srgbClr>
                  </a:outerShdw>
                </a:effectLst>
              </a:rPr>
              <a:t>=0</a:t>
            </a:r>
            <a:r>
              <a:rPr lang="en-GB" altLang="zh-CN" sz="2400" dirty="0">
                <a:effectLst>
                  <a:outerShdw blurRad="38100" dist="38100" dir="2700000" algn="tl">
                    <a:srgbClr val="000000">
                      <a:alpha val="43137"/>
                    </a:srgbClr>
                  </a:outerShdw>
                </a:effectLst>
              </a:rPr>
              <a:t>,</a:t>
            </a:r>
            <a:r>
              <a:rPr lang="en-GB" altLang="zh-CN" sz="2400" dirty="0" err="1">
                <a:effectLst>
                  <a:outerShdw blurRad="38100" dist="38100" dir="2700000" algn="tl">
                    <a:srgbClr val="000000">
                      <a:alpha val="43137"/>
                    </a:srgbClr>
                  </a:outerShdw>
                </a:effectLst>
              </a:rPr>
              <a:t>int</a:t>
            </a:r>
            <a:r>
              <a:rPr lang="en-GB" altLang="zh-CN" sz="2400" dirty="0">
                <a:effectLst>
                  <a:outerShdw blurRad="38100" dist="38100" dir="2700000" algn="tl">
                    <a:srgbClr val="000000">
                      <a:alpha val="43137"/>
                    </a:srgbClr>
                  </a:outerShdw>
                </a:effectLst>
              </a:rPr>
              <a:t> y1</a:t>
            </a:r>
            <a:r>
              <a:rPr lang="en-US" altLang="zh-CN" sz="2400" dirty="0">
                <a:effectLst>
                  <a:outerShdw blurRad="38100" dist="38100" dir="2700000" algn="tl">
                    <a:srgbClr val="000000">
                      <a:alpha val="43137"/>
                    </a:srgbClr>
                  </a:outerShdw>
                </a:effectLst>
              </a:rPr>
              <a:t>=0</a:t>
            </a:r>
            <a:r>
              <a:rPr lang="en-GB" altLang="zh-CN" sz="2400" dirty="0">
                <a:effectLst>
                  <a:outerShdw blurRad="38100" dist="38100" dir="2700000" algn="tl">
                    <a:srgbClr val="000000">
                      <a:alpha val="43137"/>
                    </a:srgbClr>
                  </a:outerShdw>
                </a:effectLst>
              </a:rPr>
              <a:t>)</a:t>
            </a:r>
          </a:p>
          <a:p>
            <a:pPr marL="0" lvl="1" eaLnBrk="1" hangingPunct="1">
              <a:spcBef>
                <a:spcPct val="0"/>
              </a:spcBef>
              <a:buClrTx/>
              <a:buFontTx/>
              <a:buNone/>
              <a:defRPr/>
            </a:pPr>
            <a:r>
              <a:rPr lang="en-GB" altLang="zh-CN" sz="2400" dirty="0">
                <a:effectLst>
                  <a:outerShdw blurRad="38100" dist="38100" dir="2700000" algn="tl">
                    <a:srgbClr val="000000">
                      <a:alpha val="43137"/>
                    </a:srgbClr>
                  </a:outerShdw>
                </a:effectLst>
              </a:rPr>
              <a:t>	{	x = x1; y = y1;</a:t>
            </a:r>
          </a:p>
          <a:p>
            <a:pPr marL="0" lvl="1" eaLnBrk="1" hangingPunct="1">
              <a:spcBef>
                <a:spcPct val="0"/>
              </a:spcBef>
              <a:buClrTx/>
              <a:buFontTx/>
              <a:buNone/>
              <a:defRPr/>
            </a:pPr>
            <a:r>
              <a:rPr lang="en-GB" altLang="zh-CN" sz="2400" dirty="0">
                <a:effectLst>
                  <a:outerShdw blurRad="38100" dist="38100" dir="2700000" algn="tl">
                    <a:srgbClr val="000000">
                      <a:alpha val="43137"/>
                    </a:srgbClr>
                  </a:outerShdw>
                </a:effectLst>
              </a:rPr>
              <a:t>	}</a:t>
            </a:r>
          </a:p>
          <a:p>
            <a:pPr marL="0" lvl="1" eaLnBrk="1" hangingPunct="1">
              <a:spcBef>
                <a:spcPct val="0"/>
              </a:spcBef>
              <a:buClrTx/>
              <a:buFontTx/>
              <a:buNone/>
              <a:defRPr/>
            </a:pPr>
            <a:r>
              <a:rPr lang="en-GB" altLang="zh-CN" sz="2400" dirty="0">
                <a:effectLst>
                  <a:outerShdw blurRad="38100" dist="38100" dir="2700000" algn="tl">
                    <a:srgbClr val="000000">
                      <a:alpha val="43137"/>
                    </a:srgbClr>
                  </a:outerShdw>
                </a:effectLst>
              </a:rPr>
              <a:t>	......</a:t>
            </a:r>
          </a:p>
          <a:p>
            <a:pPr marL="0" lvl="1" eaLnBrk="1" hangingPunct="1">
              <a:spcBef>
                <a:spcPct val="0"/>
              </a:spcBef>
              <a:buClrTx/>
              <a:buFontTx/>
              <a:buNone/>
              <a:defRPr/>
            </a:pPr>
            <a:r>
              <a:rPr lang="en-GB" altLang="zh-CN" sz="2400" dirty="0">
                <a:effectLst>
                  <a:outerShdw blurRad="38100" dist="38100" dir="2700000" algn="tl">
                    <a:srgbClr val="000000">
                      <a:alpha val="43137"/>
                    </a:srgbClr>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1267" name="Rectangle 3">
            <a:extLst>
              <a:ext uri="{FF2B5EF4-FFF2-40B4-BE49-F238E27FC236}">
                <a16:creationId xmlns:a16="http://schemas.microsoft.com/office/drawing/2014/main" id="{20C50EAA-572F-878B-CBB1-B30E3456EFC8}"/>
              </a:ext>
            </a:extLst>
          </p:cNvPr>
          <p:cNvSpPr>
            <a:spLocks noGrp="1" noChangeArrowheads="1"/>
          </p:cNvSpPr>
          <p:nvPr>
            <p:ph type="body" idx="1"/>
          </p:nvPr>
        </p:nvSpPr>
        <p:spPr>
          <a:xfrm>
            <a:off x="457200" y="1125538"/>
            <a:ext cx="8229600" cy="4391025"/>
          </a:xfrm>
        </p:spPr>
        <p:txBody>
          <a:bodyPr/>
          <a:lstStyle/>
          <a:p>
            <a:pPr eaLnBrk="1" hangingPunct="1">
              <a:defRPr/>
            </a:pPr>
            <a:r>
              <a:rPr lang="zh-CN" altLang="en-GB" dirty="0"/>
              <a:t>在创建对象时，</a:t>
            </a:r>
            <a:endParaRPr lang="en-US" altLang="zh-CN" dirty="0"/>
          </a:p>
          <a:p>
            <a:pPr lvl="1" eaLnBrk="1" hangingPunct="1">
              <a:defRPr/>
            </a:pPr>
            <a:r>
              <a:rPr lang="zh-CN" altLang="en-GB" dirty="0"/>
              <a:t>如果没有指定调用</a:t>
            </a:r>
            <a:r>
              <a:rPr lang="zh-CN" altLang="en-US" dirty="0"/>
              <a:t>对象类中哪一个</a:t>
            </a:r>
            <a:r>
              <a:rPr lang="zh-CN" altLang="en-GB" dirty="0"/>
              <a:t>构造函数，则调用默认构造函数初始化。</a:t>
            </a:r>
            <a:endParaRPr lang="en-US" altLang="zh-CN" dirty="0"/>
          </a:p>
          <a:p>
            <a:pPr lvl="1" eaLnBrk="1" hangingPunct="1">
              <a:defRPr/>
            </a:pPr>
            <a:r>
              <a:rPr lang="zh-CN" altLang="en-US" dirty="0"/>
              <a:t>也</a:t>
            </a:r>
            <a:r>
              <a:rPr lang="zh-CN" altLang="en-GB" dirty="0"/>
              <a:t>可以显式地指定调用对象类的某个构造函数。</a:t>
            </a: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291" name="Rectangle 3">
            <a:extLst>
              <a:ext uri="{FF2B5EF4-FFF2-40B4-BE49-F238E27FC236}">
                <a16:creationId xmlns:a16="http://schemas.microsoft.com/office/drawing/2014/main" id="{B806A116-D06E-65F8-7CA0-3913FFB9FA61}"/>
              </a:ext>
            </a:extLst>
          </p:cNvPr>
          <p:cNvSpPr>
            <a:spLocks noGrp="1" noChangeArrowheads="1"/>
          </p:cNvSpPr>
          <p:nvPr>
            <p:ph type="body" idx="1"/>
          </p:nvPr>
        </p:nvSpPr>
        <p:spPr>
          <a:xfrm>
            <a:off x="250825" y="333375"/>
            <a:ext cx="8677275" cy="6119813"/>
          </a:xfrm>
        </p:spPr>
        <p:txBody>
          <a:bodyPr>
            <a:normAutofit/>
          </a:bodyPr>
          <a:lstStyle/>
          <a:p>
            <a:pPr eaLnBrk="1" hangingPunct="1">
              <a:lnSpc>
                <a:spcPct val="90000"/>
              </a:lnSpc>
              <a:buFont typeface="Wingdings" panose="05000000000000000000" pitchFamily="2" charset="2"/>
              <a:buNone/>
              <a:defRPr/>
            </a:pPr>
            <a:r>
              <a:rPr lang="en-GB" altLang="zh-CN" sz="2200" dirty="0"/>
              <a:t>class A</a:t>
            </a:r>
          </a:p>
          <a:p>
            <a:pPr eaLnBrk="1" hangingPunct="1">
              <a:lnSpc>
                <a:spcPct val="90000"/>
              </a:lnSpc>
              <a:buFont typeface="Wingdings" panose="05000000000000000000" pitchFamily="2" charset="2"/>
              <a:buNone/>
              <a:defRPr/>
            </a:pPr>
            <a:r>
              <a:rPr lang="en-GB" altLang="zh-CN" sz="2200" dirty="0"/>
              <a:t>{		......</a:t>
            </a:r>
          </a:p>
          <a:p>
            <a:pPr eaLnBrk="1" hangingPunct="1">
              <a:lnSpc>
                <a:spcPct val="90000"/>
              </a:lnSpc>
              <a:buFont typeface="Wingdings" panose="05000000000000000000" pitchFamily="2" charset="2"/>
              <a:buNone/>
              <a:defRPr/>
            </a:pPr>
            <a:r>
              <a:rPr lang="en-GB" altLang="zh-CN" sz="2200" dirty="0"/>
              <a:t>	public:</a:t>
            </a:r>
          </a:p>
          <a:p>
            <a:pPr eaLnBrk="1" hangingPunct="1">
              <a:lnSpc>
                <a:spcPct val="90000"/>
              </a:lnSpc>
              <a:buFont typeface="Wingdings" panose="05000000000000000000" pitchFamily="2" charset="2"/>
              <a:buNone/>
              <a:defRPr/>
            </a:pPr>
            <a:r>
              <a:rPr lang="en-GB" altLang="zh-CN" sz="2200" dirty="0"/>
              <a:t>		A();</a:t>
            </a:r>
          </a:p>
          <a:p>
            <a:pPr eaLnBrk="1" hangingPunct="1">
              <a:lnSpc>
                <a:spcPct val="90000"/>
              </a:lnSpc>
              <a:buFont typeface="Wingdings" panose="05000000000000000000" pitchFamily="2" charset="2"/>
              <a:buNone/>
              <a:defRPr/>
            </a:pPr>
            <a:r>
              <a:rPr lang="en-GB" altLang="zh-CN" sz="2200" dirty="0"/>
              <a:t>		A(</a:t>
            </a:r>
            <a:r>
              <a:rPr lang="en-GB" altLang="zh-CN" sz="2200" dirty="0" err="1"/>
              <a:t>int</a:t>
            </a:r>
            <a:r>
              <a:rPr lang="en-GB" altLang="zh-CN" sz="2200" dirty="0"/>
              <a:t> </a:t>
            </a:r>
            <a:r>
              <a:rPr lang="en-GB" altLang="zh-CN" sz="2200" dirty="0" err="1"/>
              <a:t>i</a:t>
            </a:r>
            <a:r>
              <a:rPr lang="en-GB" altLang="zh-CN" sz="2200" dirty="0"/>
              <a:t>);</a:t>
            </a:r>
          </a:p>
          <a:p>
            <a:pPr eaLnBrk="1" hangingPunct="1">
              <a:lnSpc>
                <a:spcPct val="90000"/>
              </a:lnSpc>
              <a:buFont typeface="Wingdings" panose="05000000000000000000" pitchFamily="2" charset="2"/>
              <a:buNone/>
              <a:defRPr/>
            </a:pPr>
            <a:r>
              <a:rPr lang="en-GB" altLang="zh-CN" sz="2200" dirty="0"/>
              <a:t>		A(char *p);</a:t>
            </a:r>
          </a:p>
          <a:p>
            <a:pPr eaLnBrk="1" hangingPunct="1">
              <a:lnSpc>
                <a:spcPct val="90000"/>
              </a:lnSpc>
              <a:buFont typeface="Wingdings" panose="05000000000000000000" pitchFamily="2" charset="2"/>
              <a:buNone/>
              <a:defRPr/>
            </a:pPr>
            <a:r>
              <a:rPr lang="en-GB" altLang="zh-CN" sz="2200" dirty="0"/>
              <a:t>};</a:t>
            </a:r>
          </a:p>
          <a:p>
            <a:pPr eaLnBrk="1" hangingPunct="1">
              <a:lnSpc>
                <a:spcPct val="90000"/>
              </a:lnSpc>
              <a:buFont typeface="Wingdings" panose="05000000000000000000" pitchFamily="2" charset="2"/>
              <a:buNone/>
              <a:defRPr/>
            </a:pPr>
            <a:r>
              <a:rPr lang="en-GB" altLang="zh-CN" sz="1200" dirty="0"/>
              <a:t>......</a:t>
            </a:r>
          </a:p>
          <a:p>
            <a:pPr eaLnBrk="1" hangingPunct="1">
              <a:lnSpc>
                <a:spcPct val="90000"/>
              </a:lnSpc>
              <a:buFont typeface="Wingdings" panose="05000000000000000000" pitchFamily="2" charset="2"/>
              <a:buNone/>
              <a:defRPr/>
            </a:pPr>
            <a:r>
              <a:rPr lang="en-GB" altLang="zh-CN" sz="2200" dirty="0"/>
              <a:t>A a1;    </a:t>
            </a:r>
            <a:r>
              <a:rPr lang="en-GB" altLang="zh-CN" sz="2000" dirty="0"/>
              <a:t>//</a:t>
            </a:r>
            <a:r>
              <a:rPr lang="zh-CN" altLang="en-GB" sz="2200" dirty="0"/>
              <a:t>调用默认构造函数。</a:t>
            </a:r>
            <a:endParaRPr lang="en-GB" altLang="zh-CN" sz="2200" dirty="0"/>
          </a:p>
          <a:p>
            <a:pPr eaLnBrk="1" hangingPunct="1">
              <a:lnSpc>
                <a:spcPct val="90000"/>
              </a:lnSpc>
              <a:buFont typeface="Wingdings" panose="05000000000000000000" pitchFamily="2" charset="2"/>
              <a:buNone/>
              <a:defRPr/>
            </a:pPr>
            <a:r>
              <a:rPr lang="en-GB" altLang="zh-CN" sz="2000" dirty="0"/>
              <a:t>		   </a:t>
            </a:r>
            <a:endParaRPr lang="en-GB" altLang="zh-CN" sz="2200" dirty="0"/>
          </a:p>
          <a:p>
            <a:pPr eaLnBrk="1" hangingPunct="1">
              <a:lnSpc>
                <a:spcPct val="90000"/>
              </a:lnSpc>
              <a:buFont typeface="Wingdings" panose="05000000000000000000" pitchFamily="2" charset="2"/>
              <a:buNone/>
              <a:defRPr/>
            </a:pPr>
            <a:r>
              <a:rPr lang="en-GB" altLang="zh-CN" sz="2200" dirty="0"/>
              <a:t>A a2(1);    //</a:t>
            </a:r>
            <a:r>
              <a:rPr lang="zh-CN" altLang="en-GB" sz="2200" dirty="0"/>
              <a:t>调用</a:t>
            </a:r>
            <a:r>
              <a:rPr lang="en-GB" altLang="zh-CN" sz="2200" dirty="0"/>
              <a:t>A(</a:t>
            </a:r>
            <a:r>
              <a:rPr lang="en-GB" altLang="zh-CN" sz="2200" dirty="0" err="1"/>
              <a:t>int</a:t>
            </a:r>
            <a:r>
              <a:rPr lang="en-GB" altLang="zh-CN" sz="2200" dirty="0"/>
              <a:t> </a:t>
            </a:r>
            <a:r>
              <a:rPr lang="en-GB" altLang="zh-CN" sz="2200" dirty="0" err="1"/>
              <a:t>i</a:t>
            </a:r>
            <a:r>
              <a:rPr lang="en-GB" altLang="zh-CN" sz="2200" dirty="0"/>
              <a:t>)</a:t>
            </a:r>
            <a:r>
              <a:rPr lang="zh-CN" altLang="en-GB" sz="2200" dirty="0"/>
              <a:t>。</a:t>
            </a:r>
            <a:endParaRPr lang="en-GB" altLang="zh-CN" sz="2200" dirty="0"/>
          </a:p>
          <a:p>
            <a:pPr eaLnBrk="1" hangingPunct="1">
              <a:lnSpc>
                <a:spcPct val="90000"/>
              </a:lnSpc>
              <a:buFont typeface="Wingdings" panose="05000000000000000000" pitchFamily="2" charset="2"/>
              <a:buNone/>
              <a:defRPr/>
            </a:pPr>
            <a:r>
              <a:rPr lang="en-GB" altLang="zh-CN" sz="2200" dirty="0"/>
              <a:t>A a3("</a:t>
            </a:r>
            <a:r>
              <a:rPr lang="en-GB" altLang="zh-CN" sz="2200" dirty="0" err="1"/>
              <a:t>abcd</a:t>
            </a:r>
            <a:r>
              <a:rPr lang="en-GB" altLang="zh-CN" sz="2200" dirty="0"/>
              <a:t>");    //</a:t>
            </a:r>
            <a:r>
              <a:rPr lang="zh-CN" altLang="en-GB" sz="2200" dirty="0"/>
              <a:t>调</a:t>
            </a:r>
            <a:r>
              <a:rPr lang="en-GB" altLang="zh-CN" sz="2200" dirty="0"/>
              <a:t>A(char *)</a:t>
            </a:r>
            <a:r>
              <a:rPr lang="zh-CN" altLang="en-GB" sz="2200" dirty="0"/>
              <a:t>。</a:t>
            </a:r>
            <a:endParaRPr lang="en-US" altLang="zh-CN" sz="2200" dirty="0"/>
          </a:p>
          <a:p>
            <a:pPr eaLnBrk="1" hangingPunct="1">
              <a:lnSpc>
                <a:spcPct val="90000"/>
              </a:lnSpc>
              <a:buFont typeface="Wingdings" panose="05000000000000000000" pitchFamily="2" charset="2"/>
              <a:buNone/>
              <a:defRPr/>
            </a:pPr>
            <a:r>
              <a:rPr lang="en-US" altLang="zh-CN" sz="2200" dirty="0"/>
              <a:t>A a[4];    //</a:t>
            </a:r>
            <a:r>
              <a:rPr lang="zh-CN" altLang="en-US" sz="2200" dirty="0"/>
              <a:t>调用对象</a:t>
            </a:r>
            <a:r>
              <a:rPr lang="en-US" altLang="zh-CN" sz="2200" dirty="0"/>
              <a:t>a[0]</a:t>
            </a:r>
            <a:r>
              <a:rPr lang="zh-CN" altLang="en-US" sz="2200" dirty="0"/>
              <a:t>、</a:t>
            </a:r>
            <a:r>
              <a:rPr lang="en-US" altLang="zh-CN" sz="2200" dirty="0"/>
              <a:t>a[1]</a:t>
            </a:r>
            <a:r>
              <a:rPr lang="zh-CN" altLang="en-US" sz="2200" dirty="0"/>
              <a:t>、</a:t>
            </a:r>
            <a:r>
              <a:rPr lang="en-US" altLang="zh-CN" sz="2200" dirty="0"/>
              <a:t>a[2]</a:t>
            </a:r>
            <a:r>
              <a:rPr lang="zh-CN" altLang="en-US" sz="2200" dirty="0"/>
              <a:t>、</a:t>
            </a:r>
            <a:r>
              <a:rPr lang="en-US" altLang="zh-CN" sz="2200" dirty="0"/>
              <a:t>a[3]</a:t>
            </a:r>
            <a:r>
              <a:rPr lang="zh-CN" altLang="en-US" sz="2200" dirty="0"/>
              <a:t>的默认构造函数。</a:t>
            </a:r>
            <a:endParaRPr lang="en-US" altLang="zh-CN" sz="2200" dirty="0"/>
          </a:p>
          <a:p>
            <a:pPr eaLnBrk="1" hangingPunct="1">
              <a:lnSpc>
                <a:spcPct val="90000"/>
              </a:lnSpc>
              <a:buFont typeface="Wingdings" panose="05000000000000000000" pitchFamily="2" charset="2"/>
              <a:buNone/>
              <a:defRPr/>
            </a:pPr>
            <a:endParaRPr lang="en-US" altLang="zh-CN" sz="2200" dirty="0"/>
          </a:p>
          <a:p>
            <a:pPr eaLnBrk="1" hangingPunct="1">
              <a:lnSpc>
                <a:spcPct val="90000"/>
              </a:lnSpc>
              <a:buFont typeface="Wingdings" panose="05000000000000000000" pitchFamily="2" charset="2"/>
              <a:buNone/>
              <a:defRPr/>
            </a:pPr>
            <a:r>
              <a:rPr lang="en-US" altLang="zh-CN" sz="2200" dirty="0"/>
              <a:t>A *p1=new A;</a:t>
            </a:r>
            <a:r>
              <a:rPr lang="en-GB" altLang="zh-CN" sz="2200" dirty="0"/>
              <a:t>     //</a:t>
            </a:r>
            <a:r>
              <a:rPr lang="zh-CN" altLang="en-GB" sz="2200" dirty="0"/>
              <a:t>调用默认构造函数</a:t>
            </a:r>
            <a:endParaRPr lang="zh-CN" altLang="en-US" sz="2200" dirty="0"/>
          </a:p>
          <a:p>
            <a:pPr eaLnBrk="1" hangingPunct="1">
              <a:lnSpc>
                <a:spcPct val="90000"/>
              </a:lnSpc>
              <a:buFont typeface="Wingdings" panose="05000000000000000000" pitchFamily="2" charset="2"/>
              <a:buNone/>
              <a:defRPr/>
            </a:pPr>
            <a:r>
              <a:rPr lang="en-US" altLang="zh-CN" sz="2200" dirty="0"/>
              <a:t>A *p2=new A(2);</a:t>
            </a:r>
            <a:r>
              <a:rPr lang="en-GB" altLang="zh-CN" sz="2200" dirty="0"/>
              <a:t>     //</a:t>
            </a:r>
            <a:r>
              <a:rPr lang="zh-CN" altLang="en-GB" sz="2200" dirty="0"/>
              <a:t>调用</a:t>
            </a:r>
            <a:r>
              <a:rPr lang="en-GB" altLang="zh-CN" sz="2200" dirty="0"/>
              <a:t>A(</a:t>
            </a:r>
            <a:r>
              <a:rPr lang="en-GB" altLang="zh-CN" sz="2200" dirty="0" err="1"/>
              <a:t>int</a:t>
            </a:r>
            <a:r>
              <a:rPr lang="en-GB" altLang="zh-CN" sz="2200" dirty="0"/>
              <a:t> </a:t>
            </a:r>
            <a:r>
              <a:rPr lang="en-GB" altLang="zh-CN" sz="2200" dirty="0" err="1"/>
              <a:t>i</a:t>
            </a:r>
            <a:r>
              <a:rPr lang="en-GB" altLang="zh-CN" sz="2200" dirty="0"/>
              <a:t>)</a:t>
            </a:r>
            <a:endParaRPr lang="zh-CN" altLang="en-US" sz="2200" dirty="0"/>
          </a:p>
          <a:p>
            <a:pPr eaLnBrk="1" hangingPunct="1">
              <a:lnSpc>
                <a:spcPct val="90000"/>
              </a:lnSpc>
              <a:buFont typeface="Wingdings" panose="05000000000000000000" pitchFamily="2" charset="2"/>
              <a:buNone/>
              <a:defRPr/>
            </a:pPr>
            <a:r>
              <a:rPr lang="en-US" altLang="zh-CN" sz="2200" dirty="0"/>
              <a:t>A *p3=new A("xyz");</a:t>
            </a:r>
            <a:r>
              <a:rPr lang="en-GB" altLang="zh-CN" sz="2200" dirty="0"/>
              <a:t>    //</a:t>
            </a:r>
            <a:r>
              <a:rPr lang="zh-CN" altLang="en-GB" sz="2200" dirty="0"/>
              <a:t>调用</a:t>
            </a:r>
            <a:r>
              <a:rPr lang="en-GB" altLang="zh-CN" sz="2200" dirty="0"/>
              <a:t>A(char *)</a:t>
            </a:r>
            <a:endParaRPr lang="zh-CN" altLang="en-US" sz="2200" dirty="0"/>
          </a:p>
          <a:p>
            <a:pPr eaLnBrk="1" hangingPunct="1">
              <a:lnSpc>
                <a:spcPct val="90000"/>
              </a:lnSpc>
              <a:buFont typeface="Wingdings" panose="05000000000000000000" pitchFamily="2" charset="2"/>
              <a:buNone/>
              <a:defRPr/>
            </a:pPr>
            <a:endParaRPr lang="zh-CN" alt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A4F239-5DE2-327D-BA75-4418802A59F9}"/>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EF889948-EBAE-4E21-0314-DF9C99919A6B}"/>
              </a:ext>
            </a:extLst>
          </p:cNvPr>
          <p:cNvSpPr>
            <a:spLocks noGrp="1"/>
          </p:cNvSpPr>
          <p:nvPr>
            <p:ph idx="1"/>
          </p:nvPr>
        </p:nvSpPr>
        <p:spPr/>
        <p:txBody>
          <a:bodyPr>
            <a:normAutofit fontScale="92500" lnSpcReduction="10000"/>
          </a:bodyPr>
          <a:lstStyle/>
          <a:p>
            <a:pPr eaLnBrk="1" hangingPunct="1">
              <a:defRPr/>
            </a:pPr>
            <a:r>
              <a:rPr lang="zh-CN" altLang="en-US" dirty="0"/>
              <a:t>在程序中也可以通过类的构造函数来创建一些临时对象。例如：</a:t>
            </a:r>
          </a:p>
          <a:p>
            <a:pPr marL="457200" lvl="1" indent="0" eaLnBrk="1" hangingPunct="1">
              <a:buFontTx/>
              <a:buNone/>
              <a:defRPr/>
            </a:pPr>
            <a:r>
              <a:rPr lang="en-US" altLang="zh-CN" dirty="0"/>
              <a:t>A </a:t>
            </a:r>
            <a:r>
              <a:rPr lang="en-US" altLang="zh-CN" dirty="0" err="1"/>
              <a:t>a</a:t>
            </a:r>
            <a:r>
              <a:rPr lang="en-US" altLang="zh-CN" dirty="0"/>
              <a:t>;</a:t>
            </a:r>
          </a:p>
          <a:p>
            <a:pPr marL="457200" lvl="1" indent="0" eaLnBrk="1" hangingPunct="1">
              <a:buFontTx/>
              <a:buNone/>
              <a:defRPr/>
            </a:pPr>
            <a:r>
              <a:rPr lang="en-US" altLang="zh-CN" dirty="0"/>
              <a:t>......</a:t>
            </a:r>
          </a:p>
          <a:p>
            <a:pPr marL="457200" lvl="1" indent="0" eaLnBrk="1" hangingPunct="1">
              <a:buFontTx/>
              <a:buNone/>
              <a:defRPr/>
            </a:pPr>
            <a:r>
              <a:rPr lang="en-US" altLang="zh-CN" dirty="0"/>
              <a:t>a = A(10); //</a:t>
            </a:r>
            <a:r>
              <a:rPr lang="zh-CN" altLang="en-US" dirty="0"/>
              <a:t>创建一个临时对象并把它赋值给</a:t>
            </a:r>
            <a:r>
              <a:rPr lang="en-US" altLang="zh-CN" dirty="0"/>
              <a:t>a</a:t>
            </a:r>
          </a:p>
          <a:p>
            <a:pPr eaLnBrk="1" hangingPunct="1">
              <a:defRPr/>
            </a:pPr>
            <a:r>
              <a:rPr lang="zh-CN" altLang="en-US" dirty="0">
                <a:solidFill>
                  <a:srgbClr val="FFC000"/>
                </a:solidFill>
              </a:rPr>
              <a:t>注意</a:t>
            </a:r>
            <a:r>
              <a:rPr lang="zh-CN" altLang="en-US" dirty="0"/>
              <a:t>：对象创建后，不能再调用构造函数</a:t>
            </a:r>
            <a:r>
              <a:rPr lang="zh-CN" altLang="en-US"/>
              <a:t>！例如：</a:t>
            </a:r>
            <a:endParaRPr lang="en-US" altLang="zh-CN" dirty="0"/>
          </a:p>
          <a:p>
            <a:pPr marL="457200" lvl="1" indent="0">
              <a:buFontTx/>
              <a:buNone/>
              <a:defRPr/>
            </a:pPr>
            <a:r>
              <a:rPr lang="en-US" altLang="zh-CN" dirty="0"/>
              <a:t>A </a:t>
            </a:r>
            <a:r>
              <a:rPr lang="en-US" altLang="zh-CN" dirty="0" err="1"/>
              <a:t>a</a:t>
            </a:r>
            <a:r>
              <a:rPr lang="en-US" altLang="zh-CN" dirty="0"/>
              <a:t>;</a:t>
            </a:r>
          </a:p>
          <a:p>
            <a:pPr marL="457200" lvl="1" indent="0">
              <a:buFontTx/>
              <a:buNone/>
              <a:defRPr/>
            </a:pPr>
            <a:r>
              <a:rPr lang="en-US" altLang="zh-CN" dirty="0"/>
              <a:t>......</a:t>
            </a:r>
          </a:p>
          <a:p>
            <a:pPr marL="457200" lvl="1" indent="0">
              <a:buFontTx/>
              <a:buNone/>
              <a:defRPr/>
            </a:pPr>
            <a:r>
              <a:rPr lang="en-US" altLang="zh-CN" dirty="0" err="1"/>
              <a:t>a.A</a:t>
            </a:r>
            <a:r>
              <a:rPr lang="en-US" altLang="zh-CN" dirty="0"/>
              <a:t>(1); </a:t>
            </a:r>
            <a:r>
              <a:rPr lang="en-US" altLang="zh-CN" dirty="0">
                <a:solidFill>
                  <a:srgbClr val="FFC000"/>
                </a:solidFill>
              </a:rPr>
              <a:t>//Error!</a:t>
            </a:r>
            <a:endParaRPr lang="zh-CN" altLang="en-US" dirty="0">
              <a:solidFill>
                <a:srgbClr val="FFC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5" name="Rectangle 3">
            <a:extLst>
              <a:ext uri="{FF2B5EF4-FFF2-40B4-BE49-F238E27FC236}">
                <a16:creationId xmlns:a16="http://schemas.microsoft.com/office/drawing/2014/main" id="{153411B5-B344-AD6C-04C4-CBF6807DCF9F}"/>
              </a:ext>
            </a:extLst>
          </p:cNvPr>
          <p:cNvSpPr>
            <a:spLocks noGrp="1" noChangeArrowheads="1"/>
          </p:cNvSpPr>
          <p:nvPr>
            <p:ph type="body" idx="1"/>
          </p:nvPr>
        </p:nvSpPr>
        <p:spPr>
          <a:xfrm>
            <a:off x="539750" y="1125538"/>
            <a:ext cx="8424863" cy="5543550"/>
          </a:xfrm>
        </p:spPr>
        <p:txBody>
          <a:bodyPr/>
          <a:lstStyle/>
          <a:p>
            <a:pPr eaLnBrk="1" hangingPunct="1">
              <a:defRPr/>
            </a:pPr>
            <a:r>
              <a:rPr lang="zh-CN" altLang="en-GB" sz="2800" dirty="0"/>
              <a:t>可以在构造函数</a:t>
            </a:r>
            <a:r>
              <a:rPr lang="zh-CN" altLang="en-US" sz="2800" dirty="0"/>
              <a:t>的</a:t>
            </a:r>
            <a:r>
              <a:rPr lang="zh-CN" altLang="en-GB" sz="2800" dirty="0"/>
              <a:t>函数头和函数体之间加入一个</a:t>
            </a:r>
            <a:r>
              <a:rPr lang="zh-CN" altLang="en-GB" sz="2800" dirty="0">
                <a:solidFill>
                  <a:schemeClr val="folHlink"/>
                </a:solidFill>
              </a:rPr>
              <a:t>成员初始化表</a:t>
            </a:r>
            <a:r>
              <a:rPr lang="zh-CN" altLang="en-US" sz="2800" dirty="0"/>
              <a:t>对</a:t>
            </a:r>
            <a:r>
              <a:rPr lang="zh-CN" altLang="en-GB" sz="2800" dirty="0"/>
              <a:t>数据成员进行初始化。例如：</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class A</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 {  </a:t>
            </a:r>
            <a:r>
              <a:rPr kumimoji="1" lang="en-GB" altLang="zh-CN" sz="2000" dirty="0" err="1">
                <a:effectLst>
                  <a:outerShdw blurRad="38100" dist="38100" dir="2700000" algn="tl">
                    <a:srgbClr val="000000">
                      <a:alpha val="43137"/>
                    </a:srgbClr>
                  </a:outerShdw>
                </a:effectLst>
              </a:rPr>
              <a:t>int</a:t>
            </a:r>
            <a:r>
              <a:rPr kumimoji="1" lang="en-GB" altLang="zh-CN" sz="2000" dirty="0">
                <a:effectLst>
                  <a:outerShdw blurRad="38100" dist="38100" dir="2700000" algn="tl">
                    <a:srgbClr val="000000">
                      <a:alpha val="43137"/>
                    </a:srgbClr>
                  </a:outerShdw>
                </a:effectLst>
              </a:rPr>
              <a:t> x;</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	  </a:t>
            </a:r>
            <a:r>
              <a:rPr kumimoji="1" lang="en-GB" altLang="zh-CN" sz="2000" dirty="0" err="1">
                <a:effectLst>
                  <a:outerShdw blurRad="38100" dist="38100" dir="2700000" algn="tl">
                    <a:srgbClr val="000000">
                      <a:alpha val="43137"/>
                    </a:srgbClr>
                  </a:outerShdw>
                </a:effectLst>
              </a:rPr>
              <a:t>const</a:t>
            </a:r>
            <a:r>
              <a:rPr kumimoji="1" lang="en-GB" altLang="zh-CN" sz="2000" dirty="0">
                <a:effectLst>
                  <a:outerShdw blurRad="38100" dist="38100" dir="2700000" algn="tl">
                    <a:srgbClr val="000000">
                      <a:alpha val="43137"/>
                    </a:srgbClr>
                  </a:outerShdw>
                </a:effectLst>
              </a:rPr>
              <a:t> </a:t>
            </a:r>
            <a:r>
              <a:rPr kumimoji="1" lang="en-GB" altLang="zh-CN" sz="2000" dirty="0" err="1">
                <a:effectLst>
                  <a:outerShdw blurRad="38100" dist="38100" dir="2700000" algn="tl">
                    <a:srgbClr val="000000">
                      <a:alpha val="43137"/>
                    </a:srgbClr>
                  </a:outerShdw>
                </a:effectLst>
              </a:rPr>
              <a:t>int</a:t>
            </a:r>
            <a:r>
              <a:rPr kumimoji="1" lang="en-GB" altLang="zh-CN" sz="2000" dirty="0">
                <a:effectLst>
                  <a:outerShdw blurRad="38100" dist="38100" dir="2700000" algn="tl">
                    <a:srgbClr val="000000">
                      <a:alpha val="43137"/>
                    </a:srgbClr>
                  </a:outerShdw>
                </a:effectLst>
              </a:rPr>
              <a:t> y;</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	  </a:t>
            </a:r>
            <a:r>
              <a:rPr kumimoji="1" lang="en-GB" altLang="zh-CN" sz="2000" dirty="0" err="1">
                <a:effectLst>
                  <a:outerShdw blurRad="38100" dist="38100" dir="2700000" algn="tl">
                    <a:srgbClr val="000000">
                      <a:alpha val="43137"/>
                    </a:srgbClr>
                  </a:outerShdw>
                </a:effectLst>
              </a:rPr>
              <a:t>int</a:t>
            </a:r>
            <a:r>
              <a:rPr kumimoji="1" lang="en-GB" altLang="zh-CN" sz="2000" dirty="0">
                <a:effectLst>
                  <a:outerShdw blurRad="38100" dist="38100" dir="2700000" algn="tl">
                    <a:srgbClr val="000000">
                      <a:alpha val="43137"/>
                    </a:srgbClr>
                  </a:outerShdw>
                </a:effectLst>
              </a:rPr>
              <a:t>&amp; z;</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public:</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	  A(): </a:t>
            </a:r>
            <a:r>
              <a:rPr kumimoji="1" lang="en-GB" altLang="zh-CN" sz="2000" dirty="0">
                <a:solidFill>
                  <a:schemeClr val="folHlink"/>
                </a:solidFill>
                <a:effectLst>
                  <a:outerShdw blurRad="38100" dist="38100" dir="2700000" algn="tl">
                    <a:srgbClr val="000000">
                      <a:alpha val="43137"/>
                    </a:srgbClr>
                  </a:outerShdw>
                </a:effectLst>
              </a:rPr>
              <a:t>z(x),y(1)</a:t>
            </a:r>
            <a:r>
              <a:rPr kumimoji="1" lang="en-GB" altLang="zh-CN" sz="2000" dirty="0">
                <a:effectLst>
                  <a:outerShdw blurRad="38100" dist="38100" dir="2700000" algn="tl">
                    <a:srgbClr val="000000">
                      <a:alpha val="43137"/>
                    </a:srgbClr>
                  </a:outerShdw>
                </a:effectLst>
              </a:rPr>
              <a:t>  //</a:t>
            </a:r>
            <a:r>
              <a:rPr kumimoji="1" lang="zh-CN" altLang="en-GB" sz="2000" dirty="0">
                <a:solidFill>
                  <a:schemeClr val="folHlink"/>
                </a:solidFill>
                <a:effectLst>
                  <a:outerShdw blurRad="38100" dist="38100" dir="2700000" algn="tl">
                    <a:srgbClr val="000000">
                      <a:alpha val="43137"/>
                    </a:srgbClr>
                  </a:outerShdw>
                </a:effectLst>
              </a:rPr>
              <a:t>成员初始化表</a:t>
            </a:r>
          </a:p>
          <a:p>
            <a:pPr marL="719138" lvl="2" eaLnBrk="1" hangingPunct="1">
              <a:lnSpc>
                <a:spcPct val="90000"/>
              </a:lnSpc>
              <a:buFontTx/>
              <a:buNone/>
              <a:defRPr/>
            </a:pPr>
            <a:r>
              <a:rPr kumimoji="1" lang="zh-CN" altLang="en-GB" sz="2000" dirty="0">
                <a:effectLst>
                  <a:outerShdw blurRad="38100" dist="38100" dir="2700000" algn="tl">
                    <a:srgbClr val="000000">
                      <a:alpha val="43137"/>
                    </a:srgbClr>
                  </a:outerShdw>
                </a:effectLst>
              </a:rPr>
              <a:t>	  </a:t>
            </a:r>
            <a:r>
              <a:rPr kumimoji="1" lang="en-GB" altLang="zh-CN" sz="2000" dirty="0">
                <a:effectLst>
                  <a:outerShdw blurRad="38100" dist="38100" dir="2700000" algn="tl">
                    <a:srgbClr val="000000">
                      <a:alpha val="43137"/>
                    </a:srgbClr>
                  </a:outerShdw>
                </a:effectLst>
              </a:rPr>
              <a:t>{ x = 0;</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	  }</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a:t>
            </a:r>
          </a:p>
          <a:p>
            <a:pPr lvl="1" eaLnBrk="1" hangingPunct="1">
              <a:defRPr/>
            </a:pPr>
            <a:r>
              <a:rPr lang="zh-CN" altLang="en-US" sz="2400" dirty="0"/>
              <a:t>成员变量的初始化顺序仅与其定义顺序相关，与初始化列表顺序无关；而且初始化列表先与构造函数体执行</a:t>
            </a:r>
            <a:r>
              <a:rPr lang="zh-CN" altLang="en-GB" sz="2400" dirty="0"/>
              <a:t>。</a:t>
            </a:r>
            <a:endParaRPr lang="zh-CN" altLang="en-US" sz="2400" dirty="0"/>
          </a:p>
        </p:txBody>
      </p:sp>
      <p:sp>
        <p:nvSpPr>
          <p:cNvPr id="3" name="Rectangle 2">
            <a:extLst>
              <a:ext uri="{FF2B5EF4-FFF2-40B4-BE49-F238E27FC236}">
                <a16:creationId xmlns:a16="http://schemas.microsoft.com/office/drawing/2014/main" id="{5BD07371-A808-DFF0-CCB1-939C8FEEFCC8}"/>
              </a:ext>
            </a:extLst>
          </p:cNvPr>
          <p:cNvSpPr>
            <a:spLocks noGrp="1" noChangeArrowheads="1"/>
          </p:cNvSpPr>
          <p:nvPr>
            <p:ph type="title"/>
          </p:nvPr>
        </p:nvSpPr>
        <p:spPr>
          <a:xfrm>
            <a:off x="468313" y="115888"/>
            <a:ext cx="8218487" cy="868362"/>
          </a:xfrm>
        </p:spPr>
        <p:txBody>
          <a:bodyPr/>
          <a:lstStyle/>
          <a:p>
            <a:pPr marL="838200" indent="-838200" eaLnBrk="1" hangingPunct="1">
              <a:defRPr/>
            </a:pPr>
            <a:r>
              <a:rPr lang="zh-CN" altLang="en-GB" sz="4000" dirty="0"/>
              <a:t>成员初始化表</a:t>
            </a:r>
            <a:endParaRPr lang="zh-CN" alt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5" name="Rectangle 3">
            <a:extLst>
              <a:ext uri="{FF2B5EF4-FFF2-40B4-BE49-F238E27FC236}">
                <a16:creationId xmlns:a16="http://schemas.microsoft.com/office/drawing/2014/main" id="{723FD747-D913-1A70-0E94-E3E41A61EB5B}"/>
              </a:ext>
            </a:extLst>
          </p:cNvPr>
          <p:cNvSpPr>
            <a:spLocks noGrp="1" noChangeArrowheads="1"/>
          </p:cNvSpPr>
          <p:nvPr>
            <p:ph type="body" idx="1"/>
          </p:nvPr>
        </p:nvSpPr>
        <p:spPr>
          <a:xfrm>
            <a:off x="539750" y="1125538"/>
            <a:ext cx="8229600" cy="5543550"/>
          </a:xfrm>
        </p:spPr>
        <p:txBody>
          <a:bodyPr/>
          <a:lstStyle/>
          <a:p>
            <a:pPr eaLnBrk="1" hangingPunct="1">
              <a:defRPr/>
            </a:pPr>
            <a:r>
              <a:rPr lang="en-US" altLang="zh-CN" sz="2800" dirty="0"/>
              <a:t>C++11</a:t>
            </a:r>
            <a:r>
              <a:rPr lang="zh-CN" altLang="en-US" sz="2800" dirty="0"/>
              <a:t>新引入的特性，在成员变量声明时，使用“</a:t>
            </a:r>
            <a:r>
              <a:rPr lang="en-US" altLang="zh-CN" sz="2800" dirty="0"/>
              <a:t>=</a:t>
            </a:r>
            <a:r>
              <a:rPr lang="zh-CN" altLang="en-US" sz="2800" dirty="0"/>
              <a:t>”或“</a:t>
            </a:r>
            <a:r>
              <a:rPr lang="en-US" altLang="zh-CN" sz="2800" dirty="0"/>
              <a:t>{}</a:t>
            </a:r>
            <a:r>
              <a:rPr lang="zh-CN" altLang="en-US" sz="2800" dirty="0"/>
              <a:t>”实现成员变量的初始化工作</a:t>
            </a:r>
            <a:r>
              <a:rPr lang="zh-CN" altLang="en-GB" sz="2800" dirty="0"/>
              <a:t>。</a:t>
            </a:r>
            <a:endParaRPr lang="en-US" altLang="zh-CN" sz="2800" dirty="0"/>
          </a:p>
          <a:p>
            <a:pPr eaLnBrk="1" hangingPunct="1">
              <a:defRPr/>
            </a:pPr>
            <a:r>
              <a:rPr lang="zh-CN" altLang="en-US" sz="2800" dirty="0"/>
              <a:t>执行次序：就地初始化</a:t>
            </a:r>
            <a:r>
              <a:rPr lang="en-US" altLang="zh-CN" sz="2800" dirty="0"/>
              <a:t>=&gt;</a:t>
            </a:r>
            <a:r>
              <a:rPr lang="zh-CN" altLang="en-US" sz="2800" dirty="0"/>
              <a:t>初始化列表</a:t>
            </a:r>
            <a:r>
              <a:rPr lang="en-US" altLang="zh-CN" sz="2800"/>
              <a:t>=&gt;</a:t>
            </a:r>
            <a:r>
              <a:rPr lang="zh-CN" altLang="en-US" sz="2800"/>
              <a:t>构造</a:t>
            </a:r>
            <a:r>
              <a:rPr lang="zh-CN" altLang="en-US" sz="2800" dirty="0"/>
              <a:t>函数。</a:t>
            </a:r>
            <a:endParaRPr lang="en-US" altLang="zh-CN" sz="2800" dirty="0"/>
          </a:p>
          <a:p>
            <a:pPr eaLnBrk="1" hangingPunct="1">
              <a:defRPr/>
            </a:pPr>
            <a:r>
              <a:rPr lang="zh-CN" altLang="en-GB" sz="2800" dirty="0"/>
              <a:t>例如：</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class A</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 {  </a:t>
            </a:r>
            <a:r>
              <a:rPr kumimoji="1" lang="en-GB" altLang="zh-CN" sz="2000" dirty="0" err="1">
                <a:effectLst>
                  <a:outerShdw blurRad="38100" dist="38100" dir="2700000" algn="tl">
                    <a:srgbClr val="000000">
                      <a:alpha val="43137"/>
                    </a:srgbClr>
                  </a:outerShdw>
                </a:effectLst>
              </a:rPr>
              <a:t>int</a:t>
            </a:r>
            <a:r>
              <a:rPr kumimoji="1" lang="en-GB" altLang="zh-CN" sz="2000" dirty="0">
                <a:effectLst>
                  <a:outerShdw blurRad="38100" dist="38100" dir="2700000" algn="tl">
                    <a:srgbClr val="000000">
                      <a:alpha val="43137"/>
                    </a:srgbClr>
                  </a:outerShdw>
                </a:effectLst>
              </a:rPr>
              <a:t> x = 0;</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	  </a:t>
            </a:r>
            <a:r>
              <a:rPr kumimoji="1" lang="en-GB" altLang="zh-CN" sz="2000" dirty="0" err="1">
                <a:effectLst>
                  <a:outerShdw blurRad="38100" dist="38100" dir="2700000" algn="tl">
                    <a:srgbClr val="000000">
                      <a:alpha val="43137"/>
                    </a:srgbClr>
                  </a:outerShdw>
                </a:effectLst>
              </a:rPr>
              <a:t>const</a:t>
            </a:r>
            <a:r>
              <a:rPr kumimoji="1" lang="en-GB" altLang="zh-CN" sz="2000" dirty="0">
                <a:effectLst>
                  <a:outerShdw blurRad="38100" dist="38100" dir="2700000" algn="tl">
                    <a:srgbClr val="000000">
                      <a:alpha val="43137"/>
                    </a:srgbClr>
                  </a:outerShdw>
                </a:effectLst>
              </a:rPr>
              <a:t> </a:t>
            </a:r>
            <a:r>
              <a:rPr kumimoji="1" lang="en-GB" altLang="zh-CN" sz="2000" dirty="0" err="1">
                <a:effectLst>
                  <a:outerShdw blurRad="38100" dist="38100" dir="2700000" algn="tl">
                    <a:srgbClr val="000000">
                      <a:alpha val="43137"/>
                    </a:srgbClr>
                  </a:outerShdw>
                </a:effectLst>
              </a:rPr>
              <a:t>int</a:t>
            </a:r>
            <a:r>
              <a:rPr kumimoji="1" lang="en-GB" altLang="zh-CN" sz="2000" dirty="0">
                <a:effectLst>
                  <a:outerShdw blurRad="38100" dist="38100" dir="2700000" algn="tl">
                    <a:srgbClr val="000000">
                      <a:alpha val="43137"/>
                    </a:srgbClr>
                  </a:outerShdw>
                </a:effectLst>
              </a:rPr>
              <a:t> y = 1;</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		</a:t>
            </a:r>
            <a:r>
              <a:rPr kumimoji="1" lang="en-GB" altLang="zh-CN" sz="2000" dirty="0" err="1">
                <a:effectLst>
                  <a:outerShdw blurRad="38100" dist="38100" dir="2700000" algn="tl">
                    <a:srgbClr val="000000">
                      <a:alpha val="43137"/>
                    </a:srgbClr>
                  </a:outerShdw>
                </a:effectLst>
              </a:rPr>
              <a:t>int</a:t>
            </a:r>
            <a:r>
              <a:rPr kumimoji="1" lang="en-GB" altLang="zh-CN" sz="2000" dirty="0">
                <a:effectLst>
                  <a:outerShdw blurRad="38100" dist="38100" dir="2700000" algn="tl">
                    <a:srgbClr val="000000">
                      <a:alpha val="43137"/>
                    </a:srgbClr>
                  </a:outerShdw>
                </a:effectLst>
              </a:rPr>
              <a:t> &amp;z=x; </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	 public:</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	  A(): </a:t>
            </a:r>
            <a:r>
              <a:rPr kumimoji="1" lang="en-US" altLang="zh-CN" sz="2000" dirty="0">
                <a:solidFill>
                  <a:schemeClr val="folHlink"/>
                </a:solidFill>
                <a:effectLst>
                  <a:outerShdw blurRad="38100" dist="38100" dir="2700000" algn="tl">
                    <a:srgbClr val="000000">
                      <a:alpha val="43137"/>
                    </a:srgbClr>
                  </a:outerShdw>
                </a:effectLst>
              </a:rPr>
              <a:t>x</a:t>
            </a:r>
            <a:r>
              <a:rPr kumimoji="1" lang="en-GB" altLang="zh-CN" sz="2000" dirty="0">
                <a:solidFill>
                  <a:schemeClr val="folHlink"/>
                </a:solidFill>
                <a:effectLst>
                  <a:outerShdw blurRad="38100" dist="38100" dir="2700000" algn="tl">
                    <a:srgbClr val="000000">
                      <a:alpha val="43137"/>
                    </a:srgbClr>
                  </a:outerShdw>
                </a:effectLst>
              </a:rPr>
              <a:t>(1)</a:t>
            </a:r>
            <a:r>
              <a:rPr kumimoji="1" lang="en-GB" altLang="zh-CN" sz="2000" dirty="0">
                <a:effectLst>
                  <a:outerShdw blurRad="38100" dist="38100" dir="2700000" algn="tl">
                    <a:srgbClr val="000000">
                      <a:alpha val="43137"/>
                    </a:srgbClr>
                  </a:outerShdw>
                </a:effectLst>
              </a:rPr>
              <a:t>  //</a:t>
            </a:r>
            <a:r>
              <a:rPr kumimoji="1" lang="zh-CN" altLang="en-GB" sz="2000" dirty="0">
                <a:solidFill>
                  <a:schemeClr val="folHlink"/>
                </a:solidFill>
                <a:effectLst>
                  <a:outerShdw blurRad="38100" dist="38100" dir="2700000" algn="tl">
                    <a:srgbClr val="000000">
                      <a:alpha val="43137"/>
                    </a:srgbClr>
                  </a:outerShdw>
                </a:effectLst>
              </a:rPr>
              <a:t>成员初始化表</a:t>
            </a:r>
          </a:p>
          <a:p>
            <a:pPr marL="719138" lvl="2" eaLnBrk="1" hangingPunct="1">
              <a:lnSpc>
                <a:spcPct val="90000"/>
              </a:lnSpc>
              <a:buFontTx/>
              <a:buNone/>
              <a:defRPr/>
            </a:pPr>
            <a:r>
              <a:rPr kumimoji="1" lang="zh-CN" altLang="en-GB" sz="2000" dirty="0">
                <a:effectLst>
                  <a:outerShdw blurRad="38100" dist="38100" dir="2700000" algn="tl">
                    <a:srgbClr val="000000">
                      <a:alpha val="43137"/>
                    </a:srgbClr>
                  </a:outerShdw>
                </a:effectLst>
              </a:rPr>
              <a:t>	  </a:t>
            </a:r>
            <a:r>
              <a:rPr kumimoji="1" lang="en-GB" altLang="zh-CN" sz="2000" dirty="0">
                <a:effectLst>
                  <a:outerShdw blurRad="38100" dist="38100" dir="2700000" algn="tl">
                    <a:srgbClr val="000000">
                      <a:alpha val="43137"/>
                    </a:srgbClr>
                  </a:outerShdw>
                </a:effectLst>
              </a:rPr>
              <a:t>{ x = 2</a:t>
            </a:r>
            <a:r>
              <a:rPr kumimoji="1" lang="zh-CN" altLang="en-US" sz="2000" dirty="0">
                <a:effectLst>
                  <a:outerShdw blurRad="38100" dist="38100" dir="2700000" algn="tl">
                    <a:srgbClr val="000000">
                      <a:alpha val="43137"/>
                    </a:srgbClr>
                  </a:outerShdw>
                </a:effectLst>
              </a:rPr>
              <a:t>；</a:t>
            </a:r>
            <a:endParaRPr kumimoji="1" lang="en-GB" altLang="zh-CN" sz="2000" dirty="0">
              <a:effectLst>
                <a:outerShdw blurRad="38100" dist="38100" dir="2700000" algn="tl">
                  <a:srgbClr val="000000">
                    <a:alpha val="43137"/>
                  </a:srgbClr>
                </a:outerShdw>
              </a:effectLst>
            </a:endParaRP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	  }</a:t>
            </a:r>
          </a:p>
          <a:p>
            <a:pPr marL="719138" lvl="2" eaLnBrk="1" hangingPunct="1">
              <a:lnSpc>
                <a:spcPct val="90000"/>
              </a:lnSpc>
              <a:buFontTx/>
              <a:buNone/>
              <a:defRPr/>
            </a:pPr>
            <a:r>
              <a:rPr kumimoji="1" lang="en-GB" altLang="zh-CN" sz="2000" dirty="0">
                <a:effectLst>
                  <a:outerShdw blurRad="38100" dist="38100" dir="2700000" algn="tl">
                    <a:srgbClr val="000000">
                      <a:alpha val="43137"/>
                    </a:srgbClr>
                  </a:outerShdw>
                </a:effectLst>
              </a:rPr>
              <a:t>};</a:t>
            </a:r>
          </a:p>
          <a:p>
            <a:pPr lvl="1" eaLnBrk="1" hangingPunct="1">
              <a:defRPr/>
            </a:pPr>
            <a:endParaRPr lang="zh-CN" altLang="en-US" sz="2400" dirty="0"/>
          </a:p>
        </p:txBody>
      </p:sp>
      <p:sp>
        <p:nvSpPr>
          <p:cNvPr id="3" name="Rectangle 2">
            <a:extLst>
              <a:ext uri="{FF2B5EF4-FFF2-40B4-BE49-F238E27FC236}">
                <a16:creationId xmlns:a16="http://schemas.microsoft.com/office/drawing/2014/main" id="{F811AC07-89B5-EB13-7E00-89807DEC3BC9}"/>
              </a:ext>
            </a:extLst>
          </p:cNvPr>
          <p:cNvSpPr>
            <a:spLocks noGrp="1" noChangeArrowheads="1"/>
          </p:cNvSpPr>
          <p:nvPr>
            <p:ph type="title"/>
          </p:nvPr>
        </p:nvSpPr>
        <p:spPr>
          <a:xfrm>
            <a:off x="468313" y="115888"/>
            <a:ext cx="8218487" cy="868362"/>
          </a:xfrm>
        </p:spPr>
        <p:txBody>
          <a:bodyPr/>
          <a:lstStyle/>
          <a:p>
            <a:pPr marL="838200" indent="-838200" eaLnBrk="1" hangingPunct="1">
              <a:defRPr/>
            </a:pPr>
            <a:r>
              <a:rPr lang="zh-CN" altLang="en-US" sz="4000" dirty="0"/>
              <a:t>就地（内部）</a:t>
            </a:r>
            <a:r>
              <a:rPr lang="zh-CN" altLang="en-GB" sz="4000" dirty="0"/>
              <a:t>初始化</a:t>
            </a:r>
            <a:endParaRPr lang="zh-CN" alt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1252" name="Rectangle 4">
            <a:extLst>
              <a:ext uri="{FF2B5EF4-FFF2-40B4-BE49-F238E27FC236}">
                <a16:creationId xmlns:a16="http://schemas.microsoft.com/office/drawing/2014/main" id="{EA6DA394-6ECF-B6BB-DEB1-BFE1A0E2C9CB}"/>
              </a:ext>
            </a:extLst>
          </p:cNvPr>
          <p:cNvSpPr>
            <a:spLocks noGrp="1" noChangeArrowheads="1"/>
          </p:cNvSpPr>
          <p:nvPr>
            <p:ph type="title"/>
          </p:nvPr>
        </p:nvSpPr>
        <p:spPr>
          <a:xfrm>
            <a:off x="457200" y="188913"/>
            <a:ext cx="8229600" cy="796925"/>
          </a:xfrm>
        </p:spPr>
        <p:txBody>
          <a:bodyPr lIns="92075" tIns="46038" rIns="92075" bIns="46038" anchor="b" anchorCtr="0"/>
          <a:lstStyle/>
          <a:p>
            <a:pPr eaLnBrk="1" hangingPunct="1">
              <a:defRPr/>
            </a:pPr>
            <a:r>
              <a:rPr lang="zh-CN" altLang="en-US" dirty="0"/>
              <a:t>析构函数</a:t>
            </a:r>
            <a:endParaRPr lang="en-US" altLang="zh-CN" sz="4000" dirty="0"/>
          </a:p>
        </p:txBody>
      </p:sp>
      <p:sp>
        <p:nvSpPr>
          <p:cNvPr id="821253" name="Rectangle 5">
            <a:extLst>
              <a:ext uri="{FF2B5EF4-FFF2-40B4-BE49-F238E27FC236}">
                <a16:creationId xmlns:a16="http://schemas.microsoft.com/office/drawing/2014/main" id="{466D4BE9-F904-50EB-3264-1BADF7531DBC}"/>
              </a:ext>
            </a:extLst>
          </p:cNvPr>
          <p:cNvSpPr>
            <a:spLocks noGrp="1" noChangeArrowheads="1"/>
          </p:cNvSpPr>
          <p:nvPr>
            <p:ph type="body" idx="1"/>
          </p:nvPr>
        </p:nvSpPr>
        <p:spPr>
          <a:xfrm>
            <a:off x="323850" y="1268413"/>
            <a:ext cx="8362950" cy="5400675"/>
          </a:xfrm>
        </p:spPr>
        <p:txBody>
          <a:bodyPr lIns="92075" tIns="46038" rIns="92075" bIns="46038">
            <a:normAutofit lnSpcReduction="10000"/>
          </a:bodyPr>
          <a:lstStyle/>
          <a:p>
            <a:pPr eaLnBrk="1" hangingPunct="1">
              <a:lnSpc>
                <a:spcPct val="110000"/>
              </a:lnSpc>
              <a:defRPr/>
            </a:pPr>
            <a:r>
              <a:rPr lang="zh-CN" altLang="en-US" sz="2400" dirty="0"/>
              <a:t>在类中可以定义一个特殊的成员函数：</a:t>
            </a:r>
            <a:r>
              <a:rPr lang="zh-CN" altLang="en-US" sz="2400" dirty="0">
                <a:solidFill>
                  <a:schemeClr val="folHlink"/>
                </a:solidFill>
              </a:rPr>
              <a:t>析构函数</a:t>
            </a:r>
            <a:r>
              <a:rPr lang="zh-CN" altLang="en-US" sz="2400" dirty="0"/>
              <a:t>，</a:t>
            </a:r>
            <a:r>
              <a:rPr lang="zh-CN" altLang="en-GB" sz="2400" dirty="0"/>
              <a:t>它的名字为“</a:t>
            </a:r>
            <a:r>
              <a:rPr lang="en-GB" altLang="zh-CN" sz="2400" dirty="0">
                <a:solidFill>
                  <a:schemeClr val="folHlink"/>
                </a:solidFill>
              </a:rPr>
              <a:t>~&lt;</a:t>
            </a:r>
            <a:r>
              <a:rPr lang="zh-CN" altLang="en-GB" sz="2400" dirty="0">
                <a:solidFill>
                  <a:schemeClr val="folHlink"/>
                </a:solidFill>
              </a:rPr>
              <a:t>类名</a:t>
            </a:r>
            <a:r>
              <a:rPr lang="en-GB" altLang="zh-CN" sz="2400" dirty="0">
                <a:solidFill>
                  <a:schemeClr val="folHlink"/>
                </a:solidFill>
              </a:rPr>
              <a:t>&gt;</a:t>
            </a:r>
            <a:r>
              <a:rPr lang="en-GB" altLang="zh-CN" sz="2400" dirty="0"/>
              <a:t>”</a:t>
            </a:r>
            <a:r>
              <a:rPr lang="zh-CN" altLang="en-GB" sz="2400" dirty="0"/>
              <a:t>，</a:t>
            </a:r>
            <a:r>
              <a:rPr lang="zh-CN" altLang="en-US" sz="2400" dirty="0"/>
              <a:t>没有返回类型、不带参数、不能被重载。例如：</a:t>
            </a:r>
          </a:p>
          <a:p>
            <a:pPr lvl="1" eaLnBrk="1" hangingPunct="1">
              <a:lnSpc>
                <a:spcPct val="80000"/>
              </a:lnSpc>
              <a:buFontTx/>
              <a:buNone/>
              <a:defRPr/>
            </a:pPr>
            <a:r>
              <a:rPr lang="en-US" altLang="zh-CN" sz="2200" dirty="0"/>
              <a:t>class A </a:t>
            </a:r>
          </a:p>
          <a:p>
            <a:pPr lvl="1" eaLnBrk="1" hangingPunct="1">
              <a:lnSpc>
                <a:spcPct val="80000"/>
              </a:lnSpc>
              <a:buFontTx/>
              <a:buNone/>
              <a:defRPr/>
            </a:pPr>
            <a:r>
              <a:rPr lang="en-US" altLang="zh-CN" sz="2200" dirty="0"/>
              <a:t>{   ......</a:t>
            </a:r>
          </a:p>
          <a:p>
            <a:pPr lvl="1" eaLnBrk="1" hangingPunct="1">
              <a:lnSpc>
                <a:spcPct val="80000"/>
              </a:lnSpc>
              <a:buFontTx/>
              <a:buNone/>
              <a:defRPr/>
            </a:pPr>
            <a:r>
              <a:rPr lang="en-US" altLang="zh-CN" sz="2200" dirty="0"/>
              <a:t>  public:</a:t>
            </a:r>
          </a:p>
          <a:p>
            <a:pPr lvl="1" eaLnBrk="1" hangingPunct="1">
              <a:lnSpc>
                <a:spcPct val="80000"/>
              </a:lnSpc>
              <a:buFontTx/>
              <a:buNone/>
              <a:defRPr/>
            </a:pPr>
            <a:r>
              <a:rPr lang="en-US" altLang="zh-CN" sz="2200" dirty="0"/>
              <a:t>     ......</a:t>
            </a:r>
          </a:p>
          <a:p>
            <a:pPr lvl="1" eaLnBrk="1" hangingPunct="1">
              <a:lnSpc>
                <a:spcPct val="80000"/>
              </a:lnSpc>
              <a:buFontTx/>
              <a:buNone/>
              <a:defRPr/>
            </a:pPr>
            <a:r>
              <a:rPr lang="en-US" altLang="zh-CN" sz="2200" dirty="0"/>
              <a:t>     </a:t>
            </a:r>
            <a:r>
              <a:rPr lang="en-US" altLang="zh-CN" sz="2200" dirty="0">
                <a:solidFill>
                  <a:schemeClr val="folHlink"/>
                </a:solidFill>
              </a:rPr>
              <a:t>~A</a:t>
            </a:r>
            <a:r>
              <a:rPr lang="en-US" altLang="zh-CN" sz="2200" dirty="0"/>
              <a:t>(); //</a:t>
            </a:r>
            <a:r>
              <a:rPr lang="zh-CN" altLang="en-US" sz="2200" dirty="0">
                <a:solidFill>
                  <a:srgbClr val="FFC000"/>
                </a:solidFill>
              </a:rPr>
              <a:t>析构函数</a:t>
            </a:r>
            <a:endParaRPr lang="en-US" altLang="zh-CN" sz="2200" dirty="0">
              <a:solidFill>
                <a:srgbClr val="FFC000"/>
              </a:solidFill>
            </a:endParaRPr>
          </a:p>
          <a:p>
            <a:pPr lvl="1" eaLnBrk="1" hangingPunct="1">
              <a:lnSpc>
                <a:spcPct val="80000"/>
              </a:lnSpc>
              <a:buFontTx/>
              <a:buNone/>
              <a:defRPr/>
            </a:pPr>
            <a:r>
              <a:rPr lang="en-US" altLang="zh-CN" sz="2200" dirty="0"/>
              <a:t>}; </a:t>
            </a:r>
          </a:p>
          <a:p>
            <a:pPr eaLnBrk="1" hangingPunct="1">
              <a:lnSpc>
                <a:spcPct val="110000"/>
              </a:lnSpc>
              <a:defRPr/>
            </a:pPr>
            <a:r>
              <a:rPr lang="zh-CN" altLang="en-US" sz="2400" dirty="0"/>
              <a:t>一个对象消亡时，系统在收回它的内存空间之前，将会</a:t>
            </a:r>
            <a:r>
              <a:rPr lang="zh-CN" altLang="en-US" sz="2400" dirty="0">
                <a:solidFill>
                  <a:srgbClr val="FFC000"/>
                </a:solidFill>
              </a:rPr>
              <a:t>自动调用</a:t>
            </a:r>
            <a:r>
              <a:rPr lang="zh-CN" altLang="en-US" sz="2400" dirty="0"/>
              <a:t>对象类中的析构函数。可以在析构函数中完成对象被删除前的一些清理工作。</a:t>
            </a:r>
            <a:endParaRPr lang="en-US" altLang="zh-CN" sz="2400" dirty="0"/>
          </a:p>
          <a:p>
            <a:pPr eaLnBrk="1" hangingPunct="1">
              <a:lnSpc>
                <a:spcPct val="110000"/>
              </a:lnSpc>
              <a:defRPr/>
            </a:pPr>
            <a:r>
              <a:rPr lang="zh-CN" altLang="en-US" sz="2400" dirty="0"/>
              <a:t>一般情况下，类中不需要自定义析构函数，但如果对象创建后，自己又</a:t>
            </a:r>
            <a:r>
              <a:rPr lang="zh-CN" altLang="en-US" sz="2400" dirty="0">
                <a:solidFill>
                  <a:srgbClr val="FFC000"/>
                </a:solidFill>
              </a:rPr>
              <a:t>额外</a:t>
            </a:r>
            <a:r>
              <a:rPr lang="zh-CN" altLang="en-US" sz="2400" dirty="0"/>
              <a:t>申请了资源（如：额外申请了内存空间），则可以自定义析构函数来归还它们。</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6803" name="Rectangle 3">
            <a:extLst>
              <a:ext uri="{FF2B5EF4-FFF2-40B4-BE49-F238E27FC236}">
                <a16:creationId xmlns:a16="http://schemas.microsoft.com/office/drawing/2014/main" id="{D28B4208-B63E-B7F5-BB2A-9D19B8689373}"/>
              </a:ext>
            </a:extLst>
          </p:cNvPr>
          <p:cNvSpPr>
            <a:spLocks noGrp="1" noChangeArrowheads="1"/>
          </p:cNvSpPr>
          <p:nvPr>
            <p:ph type="body" idx="1"/>
          </p:nvPr>
        </p:nvSpPr>
        <p:spPr>
          <a:xfrm>
            <a:off x="250825" y="188913"/>
            <a:ext cx="8229600" cy="6524625"/>
          </a:xfrm>
        </p:spPr>
        <p:txBody>
          <a:bodyPr>
            <a:normAutofit fontScale="85000" lnSpcReduction="20000"/>
          </a:bodyPr>
          <a:lstStyle/>
          <a:p>
            <a:pPr eaLnBrk="1" hangingPunct="1">
              <a:lnSpc>
                <a:spcPct val="120000"/>
              </a:lnSpc>
              <a:defRPr/>
            </a:pPr>
            <a:r>
              <a:rPr lang="zh-CN" altLang="en-US" sz="2800" dirty="0"/>
              <a:t>例如，在下面的程序中，系统为对象</a:t>
            </a:r>
            <a:r>
              <a:rPr lang="en-US" altLang="zh-CN" sz="2800" dirty="0"/>
              <a:t>s1</a:t>
            </a:r>
            <a:r>
              <a:rPr lang="zh-CN" altLang="en-US" sz="2800" dirty="0"/>
              <a:t>分配的内存空间只包含</a:t>
            </a:r>
            <a:r>
              <a:rPr lang="en-US" altLang="zh-CN" sz="2800" dirty="0" err="1"/>
              <a:t>len</a:t>
            </a:r>
            <a:r>
              <a:rPr lang="zh-CN" altLang="en-US" sz="2800" dirty="0"/>
              <a:t>和</a:t>
            </a:r>
            <a:r>
              <a:rPr lang="en-US" altLang="zh-CN" sz="2800" dirty="0" err="1"/>
              <a:t>str</a:t>
            </a:r>
            <a:r>
              <a:rPr lang="zh-CN" altLang="en-US" sz="2800" dirty="0"/>
              <a:t>（指针）本身所需的空间，</a:t>
            </a:r>
            <a:r>
              <a:rPr lang="en-US" altLang="zh-CN" sz="2800" dirty="0" err="1"/>
              <a:t>str</a:t>
            </a:r>
            <a:r>
              <a:rPr lang="zh-CN" altLang="en-US" sz="2800" dirty="0"/>
              <a:t>所指向的空间是由对象作为资源自己申请的，</a:t>
            </a:r>
            <a:r>
              <a:rPr lang="en-US" altLang="zh-CN" sz="2800" dirty="0"/>
              <a:t>s1</a:t>
            </a:r>
            <a:r>
              <a:rPr lang="zh-CN" altLang="en-US" sz="2800" dirty="0"/>
              <a:t>消亡时，需要在析构函数中归还</a:t>
            </a:r>
            <a:r>
              <a:rPr lang="en-US" altLang="zh-CN" sz="2800" dirty="0" err="1"/>
              <a:t>str</a:t>
            </a:r>
            <a:r>
              <a:rPr lang="zh-CN" altLang="en-US" sz="2800" dirty="0"/>
              <a:t>指向的空间！</a:t>
            </a:r>
            <a:endParaRPr lang="en-US" altLang="zh-CN" sz="2800" dirty="0"/>
          </a:p>
          <a:p>
            <a:pPr lvl="1" eaLnBrk="1" hangingPunct="1">
              <a:lnSpc>
                <a:spcPct val="120000"/>
              </a:lnSpc>
              <a:spcBef>
                <a:spcPts val="36"/>
              </a:spcBef>
              <a:buFontTx/>
              <a:buNone/>
              <a:defRPr/>
            </a:pPr>
            <a:r>
              <a:rPr lang="en-US" altLang="zh-CN" sz="2000" dirty="0"/>
              <a:t>class String </a:t>
            </a:r>
          </a:p>
          <a:p>
            <a:pPr lvl="1" eaLnBrk="1" hangingPunct="1">
              <a:lnSpc>
                <a:spcPct val="120000"/>
              </a:lnSpc>
              <a:spcBef>
                <a:spcPts val="36"/>
              </a:spcBef>
              <a:buFontTx/>
              <a:buNone/>
              <a:defRPr/>
            </a:pPr>
            <a:r>
              <a:rPr lang="en-US" altLang="zh-CN" sz="2000" dirty="0"/>
              <a:t>{      </a:t>
            </a:r>
            <a:r>
              <a:rPr lang="en-US" altLang="zh-CN" sz="2000" dirty="0" err="1"/>
              <a:t>int</a:t>
            </a:r>
            <a:r>
              <a:rPr lang="en-US" altLang="zh-CN" sz="2000" dirty="0"/>
              <a:t> </a:t>
            </a:r>
            <a:r>
              <a:rPr lang="en-US" altLang="zh-CN" sz="2000" dirty="0" err="1"/>
              <a:t>len</a:t>
            </a:r>
            <a:r>
              <a:rPr lang="en-US" altLang="zh-CN" sz="2000" dirty="0"/>
              <a:t>; </a:t>
            </a:r>
            <a:endParaRPr lang="en-US" altLang="zh-CN" sz="2000" dirty="0">
              <a:solidFill>
                <a:srgbClr val="FFC000"/>
              </a:solidFill>
            </a:endParaRPr>
          </a:p>
          <a:p>
            <a:pPr lvl="1" eaLnBrk="1" hangingPunct="1">
              <a:lnSpc>
                <a:spcPct val="120000"/>
              </a:lnSpc>
              <a:spcBef>
                <a:spcPts val="36"/>
              </a:spcBef>
              <a:buFontTx/>
              <a:buNone/>
              <a:defRPr/>
            </a:pPr>
            <a:r>
              <a:rPr lang="en-US" altLang="zh-CN" sz="2000" dirty="0"/>
              <a:t>        char *</a:t>
            </a:r>
            <a:r>
              <a:rPr lang="en-US" altLang="zh-CN" sz="2000" dirty="0" err="1"/>
              <a:t>str</a:t>
            </a:r>
            <a:r>
              <a:rPr lang="en-US" altLang="zh-CN" sz="2000" dirty="0"/>
              <a:t>;</a:t>
            </a:r>
          </a:p>
          <a:p>
            <a:pPr lvl="1" eaLnBrk="1" hangingPunct="1">
              <a:lnSpc>
                <a:spcPct val="120000"/>
              </a:lnSpc>
              <a:spcBef>
                <a:spcPts val="36"/>
              </a:spcBef>
              <a:buFontTx/>
              <a:buNone/>
              <a:defRPr/>
            </a:pPr>
            <a:r>
              <a:rPr lang="en-US" altLang="zh-CN" sz="2000" dirty="0"/>
              <a:t>    public:</a:t>
            </a:r>
          </a:p>
          <a:p>
            <a:pPr lvl="1" eaLnBrk="1" hangingPunct="1">
              <a:lnSpc>
                <a:spcPct val="120000"/>
              </a:lnSpc>
              <a:spcBef>
                <a:spcPts val="36"/>
              </a:spcBef>
              <a:buFontTx/>
              <a:buNone/>
              <a:defRPr/>
            </a:pPr>
            <a:r>
              <a:rPr lang="en-US" altLang="zh-CN" sz="2000" dirty="0"/>
              <a:t>        String(char* s)</a:t>
            </a:r>
          </a:p>
          <a:p>
            <a:pPr marL="1438275" lvl="3" eaLnBrk="1" hangingPunct="1">
              <a:lnSpc>
                <a:spcPct val="120000"/>
              </a:lnSpc>
              <a:spcBef>
                <a:spcPts val="36"/>
              </a:spcBef>
              <a:buFontTx/>
              <a:buNone/>
              <a:defRPr/>
            </a:pPr>
            <a:r>
              <a:rPr kumimoji="1" lang="en-US" altLang="zh-CN" dirty="0"/>
              <a:t>{  </a:t>
            </a:r>
            <a:r>
              <a:rPr kumimoji="1" lang="en-US" altLang="zh-CN" dirty="0" err="1"/>
              <a:t>len</a:t>
            </a:r>
            <a:r>
              <a:rPr kumimoji="1" lang="en-US" altLang="zh-CN" dirty="0"/>
              <a:t> = </a:t>
            </a:r>
            <a:r>
              <a:rPr kumimoji="1" lang="en-US" altLang="zh-CN" dirty="0" err="1"/>
              <a:t>strlen</a:t>
            </a:r>
            <a:r>
              <a:rPr kumimoji="1" lang="en-US" altLang="zh-CN" dirty="0"/>
              <a:t>(s);</a:t>
            </a:r>
          </a:p>
          <a:p>
            <a:pPr marL="1438275" lvl="3" eaLnBrk="1" hangingPunct="1">
              <a:lnSpc>
                <a:spcPct val="120000"/>
              </a:lnSpc>
              <a:spcBef>
                <a:spcPts val="36"/>
              </a:spcBef>
              <a:buFontTx/>
              <a:buNone/>
              <a:defRPr/>
            </a:pPr>
            <a:r>
              <a:rPr kumimoji="1" lang="en-US" altLang="zh-CN" dirty="0"/>
              <a:t>    </a:t>
            </a:r>
            <a:r>
              <a:rPr kumimoji="1" lang="en-US" altLang="zh-CN" dirty="0" err="1"/>
              <a:t>str</a:t>
            </a:r>
            <a:r>
              <a:rPr kumimoji="1" lang="en-US" altLang="zh-CN" dirty="0"/>
              <a:t> = </a:t>
            </a:r>
            <a:r>
              <a:rPr kumimoji="1" lang="en-US" altLang="zh-CN" dirty="0">
                <a:solidFill>
                  <a:schemeClr val="folHlink"/>
                </a:solidFill>
              </a:rPr>
              <a:t>new char[len+1]; //</a:t>
            </a:r>
            <a:r>
              <a:rPr kumimoji="1" lang="zh-CN" altLang="en-US" dirty="0">
                <a:solidFill>
                  <a:schemeClr val="folHlink"/>
                </a:solidFill>
              </a:rPr>
              <a:t>申请额外的内存空间</a:t>
            </a:r>
            <a:endParaRPr kumimoji="1" lang="en-US" altLang="zh-CN" dirty="0">
              <a:solidFill>
                <a:schemeClr val="folHlink"/>
              </a:solidFill>
            </a:endParaRPr>
          </a:p>
          <a:p>
            <a:pPr marL="1438275" lvl="3" eaLnBrk="1" hangingPunct="1">
              <a:lnSpc>
                <a:spcPct val="120000"/>
              </a:lnSpc>
              <a:spcBef>
                <a:spcPts val="36"/>
              </a:spcBef>
              <a:buFontTx/>
              <a:buNone/>
              <a:defRPr/>
            </a:pPr>
            <a:r>
              <a:rPr kumimoji="1" lang="en-US" altLang="zh-CN" dirty="0"/>
              <a:t>    </a:t>
            </a:r>
            <a:r>
              <a:rPr kumimoji="1" lang="en-US" altLang="zh-CN" dirty="0" err="1"/>
              <a:t>strcpy</a:t>
            </a:r>
            <a:r>
              <a:rPr kumimoji="1" lang="en-US" altLang="zh-CN" dirty="0"/>
              <a:t>(</a:t>
            </a:r>
            <a:r>
              <a:rPr kumimoji="1" lang="en-US" altLang="zh-CN" dirty="0" err="1"/>
              <a:t>str</a:t>
            </a:r>
            <a:r>
              <a:rPr kumimoji="1" lang="en-US" altLang="zh-CN" dirty="0"/>
              <a:t>, s);</a:t>
            </a:r>
          </a:p>
          <a:p>
            <a:pPr marL="1438275" lvl="3" eaLnBrk="1" hangingPunct="1">
              <a:lnSpc>
                <a:spcPct val="120000"/>
              </a:lnSpc>
              <a:spcBef>
                <a:spcPts val="36"/>
              </a:spcBef>
              <a:buFontTx/>
              <a:buNone/>
              <a:defRPr/>
            </a:pPr>
            <a:r>
              <a:rPr kumimoji="1" lang="en-US" altLang="zh-CN" dirty="0"/>
              <a:t>} </a:t>
            </a:r>
          </a:p>
          <a:p>
            <a:pPr lvl="1" eaLnBrk="1" hangingPunct="1">
              <a:lnSpc>
                <a:spcPct val="120000"/>
              </a:lnSpc>
              <a:spcBef>
                <a:spcPts val="36"/>
              </a:spcBef>
              <a:buFontTx/>
              <a:buNone/>
              <a:defRPr/>
            </a:pPr>
            <a:r>
              <a:rPr lang="en-US" altLang="zh-CN" sz="2000" dirty="0"/>
              <a:t>        ~String()</a:t>
            </a:r>
          </a:p>
          <a:p>
            <a:pPr marL="1438275" lvl="3" eaLnBrk="1" hangingPunct="1">
              <a:lnSpc>
                <a:spcPct val="120000"/>
              </a:lnSpc>
              <a:spcBef>
                <a:spcPts val="36"/>
              </a:spcBef>
              <a:buFontTx/>
              <a:buNone/>
              <a:defRPr/>
            </a:pPr>
            <a:r>
              <a:rPr lang="en-US" altLang="zh-CN" dirty="0"/>
              <a:t>{  </a:t>
            </a:r>
            <a:r>
              <a:rPr kumimoji="1" lang="en-US" altLang="zh-CN" dirty="0">
                <a:solidFill>
                  <a:schemeClr val="folHlink"/>
                </a:solidFill>
              </a:rPr>
              <a:t>delete[] </a:t>
            </a:r>
            <a:r>
              <a:rPr kumimoji="1" lang="en-US" altLang="zh-CN" dirty="0" err="1">
                <a:solidFill>
                  <a:schemeClr val="folHlink"/>
                </a:solidFill>
              </a:rPr>
              <a:t>str</a:t>
            </a:r>
            <a:r>
              <a:rPr kumimoji="1" lang="en-US" altLang="zh-CN" dirty="0">
                <a:solidFill>
                  <a:schemeClr val="folHlink"/>
                </a:solidFill>
              </a:rPr>
              <a:t>; //</a:t>
            </a:r>
            <a:r>
              <a:rPr kumimoji="1" lang="zh-CN" altLang="en-US" dirty="0">
                <a:solidFill>
                  <a:schemeClr val="folHlink"/>
                </a:solidFill>
              </a:rPr>
              <a:t>归还额外申请的空间</a:t>
            </a:r>
            <a:endParaRPr kumimoji="1" lang="en-US" altLang="zh-CN" dirty="0">
              <a:solidFill>
                <a:schemeClr val="folHlink"/>
              </a:solidFill>
            </a:endParaRPr>
          </a:p>
          <a:p>
            <a:pPr marL="1438275" lvl="3" eaLnBrk="1" hangingPunct="1">
              <a:lnSpc>
                <a:spcPct val="120000"/>
              </a:lnSpc>
              <a:spcBef>
                <a:spcPts val="36"/>
              </a:spcBef>
              <a:buFontTx/>
              <a:buNone/>
              <a:defRPr/>
            </a:pPr>
            <a:r>
              <a:rPr kumimoji="1" lang="en-US" altLang="zh-CN" dirty="0">
                <a:solidFill>
                  <a:schemeClr val="folHlink"/>
                </a:solidFill>
              </a:rPr>
              <a:t>    </a:t>
            </a:r>
            <a:r>
              <a:rPr kumimoji="1" lang="en-US" altLang="zh-CN" dirty="0" err="1"/>
              <a:t>len</a:t>
            </a:r>
            <a:r>
              <a:rPr kumimoji="1" lang="en-US" altLang="zh-CN" dirty="0"/>
              <a:t> = 0; </a:t>
            </a:r>
            <a:r>
              <a:rPr kumimoji="1" lang="en-US" altLang="zh-CN" dirty="0" err="1"/>
              <a:t>str</a:t>
            </a:r>
            <a:r>
              <a:rPr kumimoji="1" lang="en-US" altLang="zh-CN" dirty="0"/>
              <a:t> = NULL; </a:t>
            </a:r>
            <a:endParaRPr lang="en-US" altLang="zh-CN" dirty="0">
              <a:solidFill>
                <a:schemeClr val="folHlink"/>
              </a:solidFill>
            </a:endParaRPr>
          </a:p>
          <a:p>
            <a:pPr marL="1438275" lvl="3" eaLnBrk="1" hangingPunct="1">
              <a:lnSpc>
                <a:spcPct val="120000"/>
              </a:lnSpc>
              <a:spcBef>
                <a:spcPts val="36"/>
              </a:spcBef>
              <a:buFontTx/>
              <a:buNone/>
              <a:defRPr/>
            </a:pPr>
            <a:r>
              <a:rPr lang="en-US" altLang="zh-CN" dirty="0"/>
              <a:t>}</a:t>
            </a:r>
          </a:p>
          <a:p>
            <a:pPr marL="1438275" lvl="3" eaLnBrk="1" hangingPunct="1">
              <a:lnSpc>
                <a:spcPct val="120000"/>
              </a:lnSpc>
              <a:spcBef>
                <a:spcPts val="36"/>
              </a:spcBef>
              <a:buFontTx/>
              <a:buNone/>
              <a:defRPr/>
            </a:pPr>
            <a:r>
              <a:rPr lang="en-US" altLang="zh-CN" dirty="0"/>
              <a:t>......</a:t>
            </a:r>
          </a:p>
          <a:p>
            <a:pPr lvl="1" eaLnBrk="1" hangingPunct="1">
              <a:lnSpc>
                <a:spcPct val="120000"/>
              </a:lnSpc>
              <a:spcBef>
                <a:spcPts val="36"/>
              </a:spcBef>
              <a:buFontTx/>
              <a:buNone/>
              <a:defRPr/>
            </a:pPr>
            <a:r>
              <a:rPr lang="en-US" altLang="zh-CN" sz="2000" dirty="0"/>
              <a:t>};</a:t>
            </a:r>
          </a:p>
          <a:p>
            <a:pPr lvl="1" eaLnBrk="1" hangingPunct="1">
              <a:lnSpc>
                <a:spcPct val="120000"/>
              </a:lnSpc>
              <a:spcBef>
                <a:spcPts val="36"/>
              </a:spcBef>
              <a:buFontTx/>
              <a:buNone/>
              <a:defRPr/>
            </a:pPr>
            <a:r>
              <a:rPr lang="en-US" altLang="zh-CN" sz="2000" dirty="0"/>
              <a:t>void f()</a:t>
            </a:r>
          </a:p>
          <a:p>
            <a:pPr lvl="1" eaLnBrk="1" hangingPunct="1">
              <a:lnSpc>
                <a:spcPct val="120000"/>
              </a:lnSpc>
              <a:spcBef>
                <a:spcPts val="36"/>
              </a:spcBef>
              <a:buFontTx/>
              <a:buNone/>
              <a:defRPr/>
            </a:pPr>
            <a:r>
              <a:rPr lang="en-US" altLang="zh-CN" sz="2000" dirty="0"/>
              <a:t>{  String s1("</a:t>
            </a:r>
            <a:r>
              <a:rPr lang="en-US" altLang="zh-CN" sz="2000" dirty="0" err="1"/>
              <a:t>abcd</a:t>
            </a:r>
            <a:r>
              <a:rPr lang="en-US" altLang="zh-CN" sz="2000" dirty="0"/>
              <a:t>"); //</a:t>
            </a:r>
            <a:r>
              <a:rPr lang="zh-CN" altLang="en-US" sz="2000" dirty="0">
                <a:solidFill>
                  <a:schemeClr val="folHlink"/>
                </a:solidFill>
              </a:rPr>
              <a:t>调用</a:t>
            </a:r>
            <a:r>
              <a:rPr lang="en-US" altLang="zh-CN" sz="2000" dirty="0">
                <a:solidFill>
                  <a:schemeClr val="folHlink"/>
                </a:solidFill>
              </a:rPr>
              <a:t>s1</a:t>
            </a:r>
            <a:r>
              <a:rPr lang="zh-CN" altLang="en-US" sz="2000" dirty="0">
                <a:solidFill>
                  <a:schemeClr val="folHlink"/>
                </a:solidFill>
              </a:rPr>
              <a:t>的构造函数</a:t>
            </a:r>
          </a:p>
          <a:p>
            <a:pPr lvl="1" eaLnBrk="1" hangingPunct="1">
              <a:lnSpc>
                <a:spcPct val="120000"/>
              </a:lnSpc>
              <a:spcBef>
                <a:spcPts val="36"/>
              </a:spcBef>
              <a:buFontTx/>
              <a:buNone/>
              <a:defRPr/>
            </a:pPr>
            <a:r>
              <a:rPr lang="zh-CN" altLang="en-US" sz="2000" dirty="0"/>
              <a:t>    </a:t>
            </a:r>
            <a:r>
              <a:rPr lang="en-US" altLang="zh-CN" sz="2000" dirty="0"/>
              <a:t>...... </a:t>
            </a:r>
          </a:p>
          <a:p>
            <a:pPr lvl="1" eaLnBrk="1" hangingPunct="1">
              <a:lnSpc>
                <a:spcPct val="120000"/>
              </a:lnSpc>
              <a:spcBef>
                <a:spcPts val="36"/>
              </a:spcBef>
              <a:buFontTx/>
              <a:buNone/>
              <a:defRPr/>
            </a:pPr>
            <a:r>
              <a:rPr lang="en-US" altLang="zh-CN" sz="2000" dirty="0"/>
              <a:t>} //</a:t>
            </a:r>
            <a:r>
              <a:rPr lang="zh-CN" altLang="en-US" sz="2000" dirty="0">
                <a:solidFill>
                  <a:schemeClr val="folHlink"/>
                </a:solidFill>
              </a:rPr>
              <a:t>调用</a:t>
            </a:r>
            <a:r>
              <a:rPr lang="en-US" altLang="zh-CN" sz="2000" dirty="0">
                <a:solidFill>
                  <a:schemeClr val="folHlink"/>
                </a:solidFill>
              </a:rPr>
              <a:t>s1</a:t>
            </a:r>
            <a:r>
              <a:rPr lang="zh-CN" altLang="en-US" sz="2000" dirty="0">
                <a:solidFill>
                  <a:schemeClr val="folHlink"/>
                </a:solidFill>
              </a:rPr>
              <a:t>的析构函数</a:t>
            </a:r>
          </a:p>
        </p:txBody>
      </p:sp>
      <p:grpSp>
        <p:nvGrpSpPr>
          <p:cNvPr id="14339" name="组合 8">
            <a:extLst>
              <a:ext uri="{FF2B5EF4-FFF2-40B4-BE49-F238E27FC236}">
                <a16:creationId xmlns:a16="http://schemas.microsoft.com/office/drawing/2014/main" id="{1034F231-3E4D-6616-E447-15DAF07C7644}"/>
              </a:ext>
            </a:extLst>
          </p:cNvPr>
          <p:cNvGrpSpPr>
            <a:grpSpLocks/>
          </p:cNvGrpSpPr>
          <p:nvPr/>
        </p:nvGrpSpPr>
        <p:grpSpPr bwMode="auto">
          <a:xfrm>
            <a:off x="6156325" y="3724275"/>
            <a:ext cx="1655763" cy="1296988"/>
            <a:chOff x="5796136" y="1340768"/>
            <a:chExt cx="1656184" cy="1296144"/>
          </a:xfrm>
        </p:grpSpPr>
        <p:sp>
          <p:nvSpPr>
            <p:cNvPr id="14344" name="TextBox 2">
              <a:extLst>
                <a:ext uri="{FF2B5EF4-FFF2-40B4-BE49-F238E27FC236}">
                  <a16:creationId xmlns:a16="http://schemas.microsoft.com/office/drawing/2014/main" id="{D54D363B-37B5-18CD-CB43-C8657212C698}"/>
                </a:ext>
              </a:extLst>
            </p:cNvPr>
            <p:cNvSpPr txBox="1">
              <a:spLocks noChangeArrowheads="1"/>
            </p:cNvSpPr>
            <p:nvPr/>
          </p:nvSpPr>
          <p:spPr bwMode="auto">
            <a:xfrm>
              <a:off x="6819322" y="1340768"/>
              <a:ext cx="540670" cy="461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400"/>
                <a:t>s1</a:t>
              </a:r>
              <a:endParaRPr lang="zh-CN" altLang="en-US" sz="2400"/>
            </a:p>
          </p:txBody>
        </p:sp>
        <p:sp>
          <p:nvSpPr>
            <p:cNvPr id="14345" name="矩形 3">
              <a:extLst>
                <a:ext uri="{FF2B5EF4-FFF2-40B4-BE49-F238E27FC236}">
                  <a16:creationId xmlns:a16="http://schemas.microsoft.com/office/drawing/2014/main" id="{E065A0F9-FB42-E307-7F12-F91F41ADA0C9}"/>
                </a:ext>
              </a:extLst>
            </p:cNvPr>
            <p:cNvSpPr>
              <a:spLocks noChangeArrowheads="1"/>
            </p:cNvSpPr>
            <p:nvPr/>
          </p:nvSpPr>
          <p:spPr bwMode="auto">
            <a:xfrm>
              <a:off x="6588224" y="1844824"/>
              <a:ext cx="864096" cy="792088"/>
            </a:xfrm>
            <a:prstGeom prst="rect">
              <a:avLst/>
            </a:prstGeom>
            <a:solidFill>
              <a:schemeClr val="accent1"/>
            </a:solidFill>
            <a:ln w="12700" cap="sq" algn="ctr">
              <a:solidFill>
                <a:schemeClr val="tx1"/>
              </a:solidFill>
              <a:round/>
              <a:headEnd type="none" w="sm" len="sm"/>
              <a:tailEnd type="none" w="sm" len="sm"/>
            </a:ln>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cxnSp>
          <p:nvCxnSpPr>
            <p:cNvPr id="14346" name="直接连接符 5">
              <a:extLst>
                <a:ext uri="{FF2B5EF4-FFF2-40B4-BE49-F238E27FC236}">
                  <a16:creationId xmlns:a16="http://schemas.microsoft.com/office/drawing/2014/main" id="{DA983AFE-CE09-0CCF-9C08-55E5C420E157}"/>
                </a:ext>
              </a:extLst>
            </p:cNvPr>
            <p:cNvCxnSpPr>
              <a:cxnSpLocks noChangeShapeType="1"/>
              <a:stCxn id="14345" idx="1"/>
              <a:endCxn id="14345" idx="3"/>
            </p:cNvCxnSpPr>
            <p:nvPr/>
          </p:nvCxnSpPr>
          <p:spPr bwMode="auto">
            <a:xfrm rot="10800000" flipH="1">
              <a:off x="6588224" y="2240868"/>
              <a:ext cx="864096" cy="0"/>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14347" name="TextBox 6">
              <a:extLst>
                <a:ext uri="{FF2B5EF4-FFF2-40B4-BE49-F238E27FC236}">
                  <a16:creationId xmlns:a16="http://schemas.microsoft.com/office/drawing/2014/main" id="{3FACD0E6-B689-6C38-0A16-C878C6273E6E}"/>
                </a:ext>
              </a:extLst>
            </p:cNvPr>
            <p:cNvSpPr txBox="1">
              <a:spLocks noChangeArrowheads="1"/>
            </p:cNvSpPr>
            <p:nvPr/>
          </p:nvSpPr>
          <p:spPr bwMode="auto">
            <a:xfrm>
              <a:off x="5796136" y="1804754"/>
              <a:ext cx="6864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a:t>len:</a:t>
              </a:r>
              <a:endParaRPr lang="zh-CN" altLang="en-US" sz="2000"/>
            </a:p>
          </p:txBody>
        </p:sp>
        <p:sp>
          <p:nvSpPr>
            <p:cNvPr id="14348" name="TextBox 7">
              <a:extLst>
                <a:ext uri="{FF2B5EF4-FFF2-40B4-BE49-F238E27FC236}">
                  <a16:creationId xmlns:a16="http://schemas.microsoft.com/office/drawing/2014/main" id="{CF1CC451-EC4E-5DCB-FC74-01E9E2DF8624}"/>
                </a:ext>
              </a:extLst>
            </p:cNvPr>
            <p:cNvSpPr txBox="1">
              <a:spLocks noChangeArrowheads="1"/>
            </p:cNvSpPr>
            <p:nvPr/>
          </p:nvSpPr>
          <p:spPr bwMode="auto">
            <a:xfrm>
              <a:off x="5796136" y="2204864"/>
              <a:ext cx="6447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a:t>str:</a:t>
              </a:r>
              <a:endParaRPr lang="zh-CN" altLang="en-US" sz="2000"/>
            </a:p>
          </p:txBody>
        </p:sp>
      </p:grpSp>
      <p:grpSp>
        <p:nvGrpSpPr>
          <p:cNvPr id="14340" name="组合 13">
            <a:extLst>
              <a:ext uri="{FF2B5EF4-FFF2-40B4-BE49-F238E27FC236}">
                <a16:creationId xmlns:a16="http://schemas.microsoft.com/office/drawing/2014/main" id="{0EFC1BDE-B3DA-1A75-AEC4-2A5F636F9AB7}"/>
              </a:ext>
            </a:extLst>
          </p:cNvPr>
          <p:cNvGrpSpPr>
            <a:grpSpLocks/>
          </p:cNvGrpSpPr>
          <p:nvPr/>
        </p:nvGrpSpPr>
        <p:grpSpPr bwMode="auto">
          <a:xfrm>
            <a:off x="7248525" y="4229100"/>
            <a:ext cx="1716088" cy="792163"/>
            <a:chOff x="7248164" y="3140968"/>
            <a:chExt cx="1716324" cy="792088"/>
          </a:xfrm>
        </p:grpSpPr>
        <p:sp>
          <p:nvSpPr>
            <p:cNvPr id="14341" name="TextBox 9">
              <a:extLst>
                <a:ext uri="{FF2B5EF4-FFF2-40B4-BE49-F238E27FC236}">
                  <a16:creationId xmlns:a16="http://schemas.microsoft.com/office/drawing/2014/main" id="{C4B733F2-55A8-8210-68ED-2AD64AC06269}"/>
                </a:ext>
              </a:extLst>
            </p:cNvPr>
            <p:cNvSpPr txBox="1">
              <a:spLocks noChangeArrowheads="1"/>
            </p:cNvSpPr>
            <p:nvPr/>
          </p:nvSpPr>
          <p:spPr bwMode="auto">
            <a:xfrm>
              <a:off x="7248164" y="3140968"/>
              <a:ext cx="348220" cy="400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a:t>4</a:t>
              </a:r>
              <a:endParaRPr lang="zh-CN" altLang="en-US" sz="2000"/>
            </a:p>
          </p:txBody>
        </p:sp>
        <p:cxnSp>
          <p:nvCxnSpPr>
            <p:cNvPr id="14342" name="直接箭头连接符 11">
              <a:extLst>
                <a:ext uri="{FF2B5EF4-FFF2-40B4-BE49-F238E27FC236}">
                  <a16:creationId xmlns:a16="http://schemas.microsoft.com/office/drawing/2014/main" id="{5F175D61-39E5-C474-C946-13FFDC58364D}"/>
                </a:ext>
              </a:extLst>
            </p:cNvPr>
            <p:cNvCxnSpPr>
              <a:cxnSpLocks noChangeShapeType="1"/>
            </p:cNvCxnSpPr>
            <p:nvPr/>
          </p:nvCxnSpPr>
          <p:spPr bwMode="auto">
            <a:xfrm>
              <a:off x="7380312" y="3717032"/>
              <a:ext cx="720080" cy="1588"/>
            </a:xfrm>
            <a:prstGeom prst="straightConnector1">
              <a:avLst/>
            </a:prstGeom>
            <a:noFill/>
            <a:ln w="12700" cap="sq"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sp>
          <p:nvSpPr>
            <p:cNvPr id="14343" name="矩形 12">
              <a:extLst>
                <a:ext uri="{FF2B5EF4-FFF2-40B4-BE49-F238E27FC236}">
                  <a16:creationId xmlns:a16="http://schemas.microsoft.com/office/drawing/2014/main" id="{A710C493-3FBF-0864-9CC3-4B315358348E}"/>
                </a:ext>
              </a:extLst>
            </p:cNvPr>
            <p:cNvSpPr>
              <a:spLocks noChangeArrowheads="1"/>
            </p:cNvSpPr>
            <p:nvPr/>
          </p:nvSpPr>
          <p:spPr bwMode="auto">
            <a:xfrm>
              <a:off x="8172400" y="3573016"/>
              <a:ext cx="792088" cy="360040"/>
            </a:xfrm>
            <a:prstGeom prst="rect">
              <a:avLst/>
            </a:prstGeom>
            <a:solidFill>
              <a:srgbClr val="C00000"/>
            </a:solidFill>
            <a:ln w="12700" cap="sq" algn="ctr">
              <a:solidFill>
                <a:schemeClr val="tx1"/>
              </a:solidFill>
              <a:round/>
              <a:headEnd type="none" w="sm" len="sm"/>
              <a:tailEnd type="none" w="sm" len="sm"/>
            </a:ln>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abcd</a:t>
              </a:r>
              <a:endParaRPr lang="zh-CN" altLang="en-US" sz="180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5E09F9C-A083-2F4B-178B-70EFD1CC64D3}"/>
              </a:ext>
            </a:extLst>
          </p:cNvPr>
          <p:cNvSpPr>
            <a:spLocks noGrp="1"/>
          </p:cNvSpPr>
          <p:nvPr>
            <p:ph idx="1"/>
          </p:nvPr>
        </p:nvSpPr>
        <p:spPr>
          <a:xfrm>
            <a:off x="323850" y="115888"/>
            <a:ext cx="8362950" cy="6697662"/>
          </a:xfrm>
        </p:spPr>
        <p:txBody>
          <a:bodyPr>
            <a:normAutofit fontScale="40000" lnSpcReduction="20000"/>
          </a:bodyPr>
          <a:lstStyle/>
          <a:p>
            <a:pPr eaLnBrk="1" hangingPunct="1">
              <a:lnSpc>
                <a:spcPct val="120000"/>
              </a:lnSpc>
              <a:defRPr/>
            </a:pPr>
            <a:r>
              <a:rPr lang="zh-CN" altLang="en-US" sz="5500" dirty="0"/>
              <a:t>再例如：用链表实现的栈类，由于链表中的结点空间是</a:t>
            </a:r>
            <a:r>
              <a:rPr lang="en-US" altLang="zh-CN" sz="5500" dirty="0"/>
              <a:t>push</a:t>
            </a:r>
            <a:r>
              <a:rPr lang="zh-CN" altLang="en-US" sz="5500" dirty="0"/>
              <a:t>操作申请的，如果</a:t>
            </a:r>
            <a:r>
              <a:rPr lang="en-US" altLang="zh-CN" sz="5500" dirty="0"/>
              <a:t>pop</a:t>
            </a:r>
            <a:r>
              <a:rPr lang="zh-CN" altLang="en-US" sz="5500" dirty="0"/>
              <a:t>操作数量不够，则对象消亡时要归还它们！</a:t>
            </a:r>
            <a:endParaRPr lang="en-GB" altLang="zh-CN" sz="5500" dirty="0"/>
          </a:p>
          <a:p>
            <a:pPr eaLnBrk="1" hangingPunct="1">
              <a:lnSpc>
                <a:spcPct val="120000"/>
              </a:lnSpc>
              <a:buFont typeface="Wingdings" panose="05000000000000000000" pitchFamily="2" charset="2"/>
              <a:buNone/>
              <a:defRPr/>
            </a:pPr>
            <a:r>
              <a:rPr lang="en-GB" altLang="zh-CN" sz="4500" dirty="0"/>
              <a:t>class Stack</a:t>
            </a:r>
          </a:p>
          <a:p>
            <a:pPr eaLnBrk="1" hangingPunct="1">
              <a:lnSpc>
                <a:spcPct val="120000"/>
              </a:lnSpc>
              <a:buFont typeface="Wingdings" panose="05000000000000000000" pitchFamily="2" charset="2"/>
              <a:buNone/>
              <a:defRPr/>
            </a:pPr>
            <a:r>
              <a:rPr lang="en-GB" altLang="zh-CN" sz="4500" dirty="0"/>
              <a:t>{	public:</a:t>
            </a:r>
            <a:endParaRPr lang="zh-CN" altLang="en-GB" sz="4500" dirty="0"/>
          </a:p>
          <a:p>
            <a:pPr eaLnBrk="1" hangingPunct="1">
              <a:lnSpc>
                <a:spcPct val="120000"/>
              </a:lnSpc>
              <a:buFont typeface="Wingdings" panose="05000000000000000000" pitchFamily="2" charset="2"/>
              <a:buNone/>
              <a:defRPr/>
            </a:pPr>
            <a:r>
              <a:rPr lang="en-GB" altLang="zh-CN" sz="4500" dirty="0"/>
              <a:t>		Stack() { top = NULL; }</a:t>
            </a:r>
          </a:p>
          <a:p>
            <a:pPr eaLnBrk="1" hangingPunct="1">
              <a:lnSpc>
                <a:spcPct val="120000"/>
              </a:lnSpc>
              <a:buFont typeface="Wingdings" panose="05000000000000000000" pitchFamily="2" charset="2"/>
              <a:buNone/>
              <a:defRPr/>
            </a:pPr>
            <a:r>
              <a:rPr lang="en-GB" altLang="zh-CN" sz="4500" dirty="0"/>
              <a:t>		</a:t>
            </a:r>
            <a:r>
              <a:rPr lang="en-GB" altLang="zh-CN" sz="4500" dirty="0">
                <a:solidFill>
                  <a:srgbClr val="FFC000"/>
                </a:solidFill>
              </a:rPr>
              <a:t>~Stack()</a:t>
            </a:r>
            <a:r>
              <a:rPr lang="en-GB" altLang="zh-CN" sz="4500" dirty="0"/>
              <a:t> </a:t>
            </a:r>
            <a:r>
              <a:rPr lang="en-US" altLang="zh-CN" sz="4500" dirty="0">
                <a:solidFill>
                  <a:srgbClr val="FFC000"/>
                </a:solidFill>
              </a:rPr>
              <a:t>//</a:t>
            </a:r>
            <a:r>
              <a:rPr lang="zh-CN" altLang="en-US" sz="4500" dirty="0">
                <a:solidFill>
                  <a:srgbClr val="FFC000"/>
                </a:solidFill>
              </a:rPr>
              <a:t>析构函数</a:t>
            </a:r>
            <a:endParaRPr lang="en-GB" altLang="zh-CN" sz="4500" dirty="0">
              <a:solidFill>
                <a:srgbClr val="FFC000"/>
              </a:solidFill>
            </a:endParaRPr>
          </a:p>
          <a:p>
            <a:pPr eaLnBrk="1" hangingPunct="1">
              <a:lnSpc>
                <a:spcPct val="120000"/>
              </a:lnSpc>
              <a:buFont typeface="Wingdings" panose="05000000000000000000" pitchFamily="2" charset="2"/>
              <a:buNone/>
              <a:defRPr/>
            </a:pPr>
            <a:r>
              <a:rPr lang="en-GB" altLang="zh-CN" sz="4500" dirty="0"/>
              <a:t>		{ while (top != NULL)</a:t>
            </a:r>
          </a:p>
          <a:p>
            <a:pPr eaLnBrk="1" hangingPunct="1">
              <a:lnSpc>
                <a:spcPct val="120000"/>
              </a:lnSpc>
              <a:buFont typeface="Wingdings" panose="05000000000000000000" pitchFamily="2" charset="2"/>
              <a:buNone/>
              <a:defRPr/>
            </a:pPr>
            <a:r>
              <a:rPr lang="en-GB" altLang="zh-CN" sz="4500" dirty="0"/>
              <a:t>		   { Node *p=top;   top = top-&gt;next;</a:t>
            </a:r>
          </a:p>
          <a:p>
            <a:pPr eaLnBrk="1" hangingPunct="1">
              <a:lnSpc>
                <a:spcPct val="120000"/>
              </a:lnSpc>
              <a:buFont typeface="Wingdings" panose="05000000000000000000" pitchFamily="2" charset="2"/>
              <a:buNone/>
              <a:defRPr/>
            </a:pPr>
            <a:r>
              <a:rPr lang="en-GB" altLang="zh-CN" sz="4500" dirty="0"/>
              <a:t>		      delete p;</a:t>
            </a:r>
          </a:p>
          <a:p>
            <a:pPr eaLnBrk="1" hangingPunct="1">
              <a:lnSpc>
                <a:spcPct val="120000"/>
              </a:lnSpc>
              <a:buFont typeface="Wingdings" panose="05000000000000000000" pitchFamily="2" charset="2"/>
              <a:buNone/>
              <a:defRPr/>
            </a:pPr>
            <a:r>
              <a:rPr lang="en-GB" altLang="zh-CN" sz="4500" dirty="0"/>
              <a:t>		   }  </a:t>
            </a:r>
          </a:p>
          <a:p>
            <a:pPr eaLnBrk="1" hangingPunct="1">
              <a:lnSpc>
                <a:spcPct val="120000"/>
              </a:lnSpc>
              <a:buFont typeface="Wingdings" panose="05000000000000000000" pitchFamily="2" charset="2"/>
              <a:buNone/>
              <a:defRPr/>
            </a:pPr>
            <a:r>
              <a:rPr lang="en-GB" altLang="zh-CN" sz="4500" dirty="0"/>
              <a:t>		}</a:t>
            </a:r>
          </a:p>
          <a:p>
            <a:pPr eaLnBrk="1" hangingPunct="1">
              <a:lnSpc>
                <a:spcPct val="120000"/>
              </a:lnSpc>
              <a:buFont typeface="Wingdings" panose="05000000000000000000" pitchFamily="2" charset="2"/>
              <a:buNone/>
              <a:defRPr/>
            </a:pPr>
            <a:r>
              <a:rPr lang="en-GB" altLang="zh-CN" sz="4500" dirty="0"/>
              <a:t>		void push(</a:t>
            </a:r>
            <a:r>
              <a:rPr lang="en-GB" altLang="zh-CN" sz="4500" dirty="0" err="1"/>
              <a:t>int</a:t>
            </a:r>
            <a:r>
              <a:rPr lang="en-GB" altLang="zh-CN" sz="4500" dirty="0"/>
              <a:t> </a:t>
            </a:r>
            <a:r>
              <a:rPr lang="en-GB" altLang="zh-CN" sz="4500" dirty="0" err="1"/>
              <a:t>i</a:t>
            </a:r>
            <a:r>
              <a:rPr lang="en-GB" altLang="zh-CN" sz="4500" dirty="0"/>
              <a:t>);</a:t>
            </a:r>
          </a:p>
          <a:p>
            <a:pPr eaLnBrk="1" hangingPunct="1">
              <a:lnSpc>
                <a:spcPct val="120000"/>
              </a:lnSpc>
              <a:buFont typeface="Wingdings" panose="05000000000000000000" pitchFamily="2" charset="2"/>
              <a:buNone/>
              <a:defRPr/>
            </a:pPr>
            <a:r>
              <a:rPr lang="en-GB" altLang="zh-CN" sz="4500" dirty="0"/>
              <a:t>		void pop(</a:t>
            </a:r>
            <a:r>
              <a:rPr lang="en-GB" altLang="zh-CN" sz="4500" dirty="0" err="1"/>
              <a:t>int</a:t>
            </a:r>
            <a:r>
              <a:rPr lang="en-GB" altLang="zh-CN" sz="4500" dirty="0"/>
              <a:t> &amp;</a:t>
            </a:r>
            <a:r>
              <a:rPr lang="en-GB" altLang="zh-CN" sz="4500" dirty="0" err="1"/>
              <a:t>i</a:t>
            </a:r>
            <a:r>
              <a:rPr lang="en-GB" altLang="zh-CN" sz="4500" dirty="0"/>
              <a:t>);</a:t>
            </a:r>
          </a:p>
          <a:p>
            <a:pPr eaLnBrk="1" hangingPunct="1">
              <a:lnSpc>
                <a:spcPct val="120000"/>
              </a:lnSpc>
              <a:buFont typeface="Wingdings" panose="05000000000000000000" pitchFamily="2" charset="2"/>
              <a:buNone/>
              <a:defRPr/>
            </a:pPr>
            <a:r>
              <a:rPr lang="en-GB" altLang="zh-CN" sz="4500" dirty="0"/>
              <a:t>	private:</a:t>
            </a:r>
            <a:endParaRPr lang="en-US" altLang="zh-CN" sz="4500" dirty="0"/>
          </a:p>
          <a:p>
            <a:pPr eaLnBrk="1" hangingPunct="1">
              <a:lnSpc>
                <a:spcPct val="120000"/>
              </a:lnSpc>
              <a:buFont typeface="Wingdings" panose="05000000000000000000" pitchFamily="2" charset="2"/>
              <a:buNone/>
              <a:defRPr/>
            </a:pPr>
            <a:r>
              <a:rPr lang="en-US" altLang="zh-CN" sz="4500" dirty="0"/>
              <a:t>		</a:t>
            </a:r>
            <a:r>
              <a:rPr lang="en-US" altLang="zh-CN" sz="4500" dirty="0" err="1"/>
              <a:t>struct</a:t>
            </a:r>
            <a:r>
              <a:rPr lang="en-US" altLang="zh-CN" sz="4500" dirty="0"/>
              <a:t> Node</a:t>
            </a:r>
          </a:p>
          <a:p>
            <a:pPr eaLnBrk="1" hangingPunct="1">
              <a:lnSpc>
                <a:spcPct val="120000"/>
              </a:lnSpc>
              <a:buFont typeface="Wingdings" panose="05000000000000000000" pitchFamily="2" charset="2"/>
              <a:buNone/>
              <a:defRPr/>
            </a:pPr>
            <a:r>
              <a:rPr lang="en-US" altLang="zh-CN" sz="4500" dirty="0"/>
              <a:t>		{ </a:t>
            </a:r>
            <a:r>
              <a:rPr lang="en-US" altLang="zh-CN" sz="4500" dirty="0" err="1"/>
              <a:t>int</a:t>
            </a:r>
            <a:r>
              <a:rPr lang="en-US" altLang="zh-CN" sz="4500" dirty="0"/>
              <a:t> content</a:t>
            </a:r>
            <a:r>
              <a:rPr lang="en-GB" altLang="zh-CN" sz="4500" dirty="0"/>
              <a:t>;</a:t>
            </a:r>
          </a:p>
          <a:p>
            <a:pPr eaLnBrk="1" hangingPunct="1">
              <a:lnSpc>
                <a:spcPct val="120000"/>
              </a:lnSpc>
              <a:buFont typeface="Wingdings" panose="05000000000000000000" pitchFamily="2" charset="2"/>
              <a:buNone/>
              <a:defRPr/>
            </a:pPr>
            <a:r>
              <a:rPr lang="en-GB" altLang="zh-CN" sz="4500" dirty="0"/>
              <a:t>		   Node *next;</a:t>
            </a:r>
          </a:p>
          <a:p>
            <a:pPr eaLnBrk="1" hangingPunct="1">
              <a:lnSpc>
                <a:spcPct val="120000"/>
              </a:lnSpc>
              <a:buFont typeface="Wingdings" panose="05000000000000000000" pitchFamily="2" charset="2"/>
              <a:buNone/>
              <a:defRPr/>
            </a:pPr>
            <a:r>
              <a:rPr lang="en-GB" altLang="zh-CN" sz="4500" dirty="0"/>
              <a:t>		} *top;</a:t>
            </a:r>
          </a:p>
          <a:p>
            <a:pPr eaLnBrk="1" hangingPunct="1">
              <a:lnSpc>
                <a:spcPct val="120000"/>
              </a:lnSpc>
              <a:buFont typeface="Wingdings" panose="05000000000000000000" pitchFamily="2" charset="2"/>
              <a:buNone/>
              <a:defRPr/>
            </a:pPr>
            <a:r>
              <a:rPr lang="en-GB" altLang="zh-CN" sz="4500" dirty="0"/>
              <a:t>};</a:t>
            </a:r>
            <a:endParaRPr lang="en-US" altLang="zh-CN" sz="4500"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B539FDE-0D91-9E94-60BD-CBD6E178C79A}"/>
              </a:ext>
            </a:extLst>
          </p:cNvPr>
          <p:cNvSpPr>
            <a:spLocks noGrp="1"/>
          </p:cNvSpPr>
          <p:nvPr>
            <p:ph idx="1"/>
          </p:nvPr>
        </p:nvSpPr>
        <p:spPr>
          <a:xfrm>
            <a:off x="457200" y="511175"/>
            <a:ext cx="8362950" cy="5870575"/>
          </a:xfrm>
        </p:spPr>
        <p:txBody>
          <a:bodyPr>
            <a:normAutofit/>
          </a:bodyPr>
          <a:lstStyle/>
          <a:p>
            <a:pPr eaLnBrk="1" hangingPunct="1">
              <a:defRPr/>
            </a:pPr>
            <a:r>
              <a:rPr lang="zh-CN" altLang="en-US" dirty="0"/>
              <a:t>析构函数可以显式调用，这时并不是让对象消亡，而是暂时归还对象额外申请的资源。</a:t>
            </a:r>
            <a:endParaRPr lang="en-US" altLang="zh-CN" dirty="0"/>
          </a:p>
          <a:p>
            <a:pPr eaLnBrk="1" hangingPunct="1">
              <a:defRPr/>
            </a:pPr>
            <a:r>
              <a:rPr lang="zh-CN" altLang="en-US" dirty="0"/>
              <a:t>例如，</a:t>
            </a:r>
            <a:endParaRPr lang="en-US" altLang="zh-CN" dirty="0"/>
          </a:p>
          <a:p>
            <a:pPr lvl="1">
              <a:buFontTx/>
              <a:buNone/>
              <a:defRPr/>
            </a:pPr>
            <a:r>
              <a:rPr lang="en-US" altLang="zh-CN" sz="2600" dirty="0"/>
              <a:t>String s1("</a:t>
            </a:r>
            <a:r>
              <a:rPr lang="en-US" altLang="zh-CN" sz="2600" dirty="0" err="1"/>
              <a:t>abcd</a:t>
            </a:r>
            <a:r>
              <a:rPr lang="en-US" altLang="zh-CN" sz="2600" dirty="0"/>
              <a:t>");</a:t>
            </a:r>
          </a:p>
          <a:p>
            <a:pPr lvl="1">
              <a:buFontTx/>
              <a:buNone/>
              <a:defRPr/>
            </a:pPr>
            <a:r>
              <a:rPr lang="en-US" altLang="zh-CN" sz="2600" dirty="0"/>
              <a:t>......</a:t>
            </a:r>
          </a:p>
          <a:p>
            <a:pPr lvl="1">
              <a:buFontTx/>
              <a:buNone/>
              <a:defRPr/>
            </a:pPr>
            <a:r>
              <a:rPr lang="en-US" altLang="zh-CN" sz="2600" dirty="0"/>
              <a:t>s1.~String(); //</a:t>
            </a:r>
            <a:r>
              <a:rPr lang="zh-CN" altLang="en-US" sz="2600" dirty="0"/>
              <a:t>把字符串</a:t>
            </a:r>
            <a:r>
              <a:rPr lang="en-US" altLang="zh-CN" sz="2600" dirty="0"/>
              <a:t>s1</a:t>
            </a:r>
            <a:r>
              <a:rPr lang="zh-CN" altLang="en-US" sz="2600" dirty="0"/>
              <a:t>清空，对象并未消亡！</a:t>
            </a:r>
            <a:endParaRPr lang="en-US" altLang="zh-CN" sz="2600" dirty="0"/>
          </a:p>
          <a:p>
            <a:pPr lvl="1">
              <a:buFontTx/>
              <a:buNone/>
              <a:defRPr/>
            </a:pPr>
            <a:r>
              <a:rPr lang="en-US" altLang="zh-CN" sz="2600" dirty="0"/>
              <a:t>... s1 ... //</a:t>
            </a:r>
            <a:r>
              <a:rPr lang="zh-CN" altLang="en-US" sz="2600" dirty="0"/>
              <a:t>仍然可以使用对象</a:t>
            </a:r>
            <a:r>
              <a:rPr lang="en-US" altLang="zh-CN" sz="2600" dirty="0"/>
              <a:t>s1</a:t>
            </a:r>
          </a:p>
          <a:p>
            <a:pPr marL="457200" lvl="1" indent="0">
              <a:buFontTx/>
              <a:buNone/>
              <a:defRPr/>
            </a:pPr>
            <a:endParaRPr lang="en-US" altLang="zh-CN" dirty="0"/>
          </a:p>
          <a:p>
            <a:pPr marL="457200" lvl="1" indent="0">
              <a:buFontTx/>
              <a:buNone/>
              <a:defRPr/>
            </a:pPr>
            <a:endParaRPr lang="zh-CN" altLang="en-US"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3314" name="Rectangle 2">
            <a:extLst>
              <a:ext uri="{FF2B5EF4-FFF2-40B4-BE49-F238E27FC236}">
                <a16:creationId xmlns:a16="http://schemas.microsoft.com/office/drawing/2014/main" id="{9BEF7024-82F3-7D64-B8E2-1886BD381DDC}"/>
              </a:ext>
            </a:extLst>
          </p:cNvPr>
          <p:cNvSpPr>
            <a:spLocks noGrp="1" noChangeArrowheads="1"/>
          </p:cNvSpPr>
          <p:nvPr>
            <p:ph type="title"/>
          </p:nvPr>
        </p:nvSpPr>
        <p:spPr>
          <a:xfrm>
            <a:off x="457200" y="206375"/>
            <a:ext cx="8229600" cy="774700"/>
          </a:xfrm>
        </p:spPr>
        <p:txBody>
          <a:bodyPr/>
          <a:lstStyle/>
          <a:p>
            <a:pPr eaLnBrk="1" hangingPunct="1">
              <a:defRPr/>
            </a:pPr>
            <a:r>
              <a:rPr lang="zh-CN" altLang="en-US" dirty="0"/>
              <a:t>成员对象的初始化和消亡处理</a:t>
            </a:r>
          </a:p>
        </p:txBody>
      </p:sp>
      <p:sp>
        <p:nvSpPr>
          <p:cNvPr id="1293315" name="Rectangle 3">
            <a:extLst>
              <a:ext uri="{FF2B5EF4-FFF2-40B4-BE49-F238E27FC236}">
                <a16:creationId xmlns:a16="http://schemas.microsoft.com/office/drawing/2014/main" id="{56DC8996-D698-EA28-D2BD-42E96CBD4F3F}"/>
              </a:ext>
            </a:extLst>
          </p:cNvPr>
          <p:cNvSpPr>
            <a:spLocks noGrp="1" noChangeArrowheads="1"/>
          </p:cNvSpPr>
          <p:nvPr>
            <p:ph type="body" idx="1"/>
          </p:nvPr>
        </p:nvSpPr>
        <p:spPr>
          <a:xfrm>
            <a:off x="457200" y="1268413"/>
            <a:ext cx="8435975" cy="5329237"/>
          </a:xfrm>
        </p:spPr>
        <p:txBody>
          <a:bodyPr>
            <a:normAutofit fontScale="92500" lnSpcReduction="10000"/>
          </a:bodyPr>
          <a:lstStyle/>
          <a:p>
            <a:pPr eaLnBrk="1" hangingPunct="1">
              <a:lnSpc>
                <a:spcPct val="120000"/>
              </a:lnSpc>
              <a:defRPr/>
            </a:pPr>
            <a:r>
              <a:rPr lang="zh-CN" altLang="en-US" dirty="0"/>
              <a:t>在创建包含成员对象的对象时，除了会自动调用本身类的构造函数外，还会自动去调用成员对象类的构造函数。</a:t>
            </a:r>
          </a:p>
          <a:p>
            <a:pPr lvl="1" eaLnBrk="1" hangingPunct="1">
              <a:lnSpc>
                <a:spcPct val="120000"/>
              </a:lnSpc>
              <a:defRPr/>
            </a:pPr>
            <a:r>
              <a:rPr lang="zh-CN" altLang="en-US" dirty="0"/>
              <a:t>通常是调用成员对象类的默认构造函数。</a:t>
            </a:r>
          </a:p>
          <a:p>
            <a:pPr lvl="1" eaLnBrk="1" hangingPunct="1">
              <a:lnSpc>
                <a:spcPct val="120000"/>
              </a:lnSpc>
              <a:defRPr/>
            </a:pPr>
            <a:r>
              <a:rPr lang="zh-CN" altLang="en-US" dirty="0"/>
              <a:t>如果要调用成员对象类的</a:t>
            </a:r>
            <a:r>
              <a:rPr lang="zh-CN" altLang="en-US" dirty="0">
                <a:solidFill>
                  <a:srgbClr val="FFC000"/>
                </a:solidFill>
              </a:rPr>
              <a:t>非默认构造函数</a:t>
            </a:r>
            <a:r>
              <a:rPr lang="zh-CN" altLang="en-US" dirty="0"/>
              <a:t>，需要在包含成员对象的对象类的构造函数</a:t>
            </a:r>
            <a:r>
              <a:rPr lang="zh-CN" altLang="en-US" dirty="0">
                <a:solidFill>
                  <a:srgbClr val="FFC000"/>
                </a:solidFill>
              </a:rPr>
              <a:t>成员初始化表</a:t>
            </a:r>
            <a:r>
              <a:rPr lang="zh-CN" altLang="en-US" dirty="0"/>
              <a:t>中显式指出！</a:t>
            </a:r>
            <a:endParaRPr lang="en-US" altLang="zh-CN" dirty="0"/>
          </a:p>
          <a:p>
            <a:pPr eaLnBrk="1" hangingPunct="1">
              <a:lnSpc>
                <a:spcPct val="120000"/>
              </a:lnSpc>
              <a:defRPr/>
            </a:pPr>
            <a:r>
              <a:rPr lang="zh-CN" altLang="en-US" dirty="0"/>
              <a:t>包含成员对象的对象消亡时，除了会自动调用本身类的析构函数外，还会自动去调用成员对象类的析构函数。</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9091" name="Rectangle 3">
            <a:extLst>
              <a:ext uri="{FF2B5EF4-FFF2-40B4-BE49-F238E27FC236}">
                <a16:creationId xmlns:a16="http://schemas.microsoft.com/office/drawing/2014/main" id="{559BC4E2-FCFF-ED54-D081-03B50FA9B301}"/>
              </a:ext>
            </a:extLst>
          </p:cNvPr>
          <p:cNvSpPr>
            <a:spLocks noGrp="1" noChangeArrowheads="1"/>
          </p:cNvSpPr>
          <p:nvPr>
            <p:ph type="body" idx="1"/>
          </p:nvPr>
        </p:nvSpPr>
        <p:spPr>
          <a:xfrm>
            <a:off x="446088" y="260350"/>
            <a:ext cx="8229600" cy="6408738"/>
          </a:xfrm>
        </p:spPr>
        <p:txBody>
          <a:bodyPr>
            <a:normAutofit lnSpcReduction="10000"/>
          </a:bodyPr>
          <a:lstStyle/>
          <a:p>
            <a:pPr eaLnBrk="1" hangingPunct="1">
              <a:lnSpc>
                <a:spcPct val="130000"/>
              </a:lnSpc>
              <a:buFont typeface="Wingdings" panose="05000000000000000000" pitchFamily="2" charset="2"/>
              <a:buNone/>
              <a:defRPr/>
            </a:pPr>
            <a:r>
              <a:rPr lang="en-US" altLang="zh-CN" sz="2200" dirty="0"/>
              <a:t>class A</a:t>
            </a:r>
          </a:p>
          <a:p>
            <a:pPr eaLnBrk="1" hangingPunct="1">
              <a:lnSpc>
                <a:spcPct val="80000"/>
              </a:lnSpc>
              <a:buFont typeface="Wingdings" panose="05000000000000000000" pitchFamily="2" charset="2"/>
              <a:buNone/>
              <a:defRPr/>
            </a:pPr>
            <a:r>
              <a:rPr lang="en-US" altLang="zh-CN" sz="2200" dirty="0"/>
              <a:t>{   </a:t>
            </a:r>
            <a:r>
              <a:rPr lang="en-US" altLang="zh-CN" sz="2200" dirty="0" err="1"/>
              <a:t>int</a:t>
            </a:r>
            <a:r>
              <a:rPr lang="en-US" altLang="zh-CN" sz="2200" dirty="0"/>
              <a:t> x;</a:t>
            </a:r>
          </a:p>
          <a:p>
            <a:pPr eaLnBrk="1" hangingPunct="1">
              <a:lnSpc>
                <a:spcPct val="80000"/>
              </a:lnSpc>
              <a:buFont typeface="Wingdings" panose="05000000000000000000" pitchFamily="2" charset="2"/>
              <a:buNone/>
              <a:defRPr/>
            </a:pPr>
            <a:r>
              <a:rPr lang="en-US" altLang="zh-CN" sz="2200" dirty="0"/>
              <a:t>   public:</a:t>
            </a:r>
          </a:p>
          <a:p>
            <a:pPr eaLnBrk="1" hangingPunct="1">
              <a:lnSpc>
                <a:spcPct val="80000"/>
              </a:lnSpc>
              <a:buFont typeface="Wingdings" panose="05000000000000000000" pitchFamily="2" charset="2"/>
              <a:buNone/>
              <a:defRPr/>
            </a:pPr>
            <a:r>
              <a:rPr lang="en-US" altLang="zh-CN" sz="2200" dirty="0"/>
              <a:t>	 A() { x = 0; }</a:t>
            </a:r>
          </a:p>
          <a:p>
            <a:pPr eaLnBrk="1" hangingPunct="1">
              <a:lnSpc>
                <a:spcPct val="80000"/>
              </a:lnSpc>
              <a:buFont typeface="Wingdings" panose="05000000000000000000" pitchFamily="2" charset="2"/>
              <a:buNone/>
              <a:defRPr/>
            </a:pPr>
            <a:r>
              <a:rPr lang="en-US" altLang="zh-CN" sz="2200" dirty="0"/>
              <a:t>	 A(</a:t>
            </a:r>
            <a:r>
              <a:rPr lang="en-US" altLang="zh-CN" sz="2200" dirty="0" err="1"/>
              <a:t>int</a:t>
            </a:r>
            <a:r>
              <a:rPr lang="en-US" altLang="zh-CN" sz="2200" dirty="0"/>
              <a:t> </a:t>
            </a:r>
            <a:r>
              <a:rPr lang="en-US" altLang="zh-CN" sz="2200" dirty="0" err="1"/>
              <a:t>i</a:t>
            </a:r>
            <a:r>
              <a:rPr lang="en-US" altLang="zh-CN" sz="2200" dirty="0"/>
              <a:t>) { x = </a:t>
            </a:r>
            <a:r>
              <a:rPr lang="en-US" altLang="zh-CN" sz="2200" dirty="0" err="1"/>
              <a:t>i</a:t>
            </a:r>
            <a:r>
              <a:rPr lang="en-US" altLang="zh-CN" sz="2200" dirty="0"/>
              <a:t>; }</a:t>
            </a:r>
          </a:p>
          <a:p>
            <a:pPr eaLnBrk="1" hangingPunct="1">
              <a:lnSpc>
                <a:spcPct val="80000"/>
              </a:lnSpc>
              <a:buFont typeface="Wingdings" panose="05000000000000000000" pitchFamily="2" charset="2"/>
              <a:buNone/>
              <a:defRPr/>
            </a:pPr>
            <a:r>
              <a:rPr lang="en-US" altLang="zh-CN" sz="2200" dirty="0"/>
              <a:t>};</a:t>
            </a:r>
          </a:p>
          <a:p>
            <a:pPr eaLnBrk="1" hangingPunct="1">
              <a:lnSpc>
                <a:spcPct val="80000"/>
              </a:lnSpc>
              <a:buFont typeface="Wingdings" panose="05000000000000000000" pitchFamily="2" charset="2"/>
              <a:buNone/>
              <a:defRPr/>
            </a:pPr>
            <a:r>
              <a:rPr lang="en-US" altLang="zh-CN" sz="2200" dirty="0"/>
              <a:t>class B</a:t>
            </a:r>
          </a:p>
          <a:p>
            <a:pPr eaLnBrk="1" hangingPunct="1">
              <a:lnSpc>
                <a:spcPct val="80000"/>
              </a:lnSpc>
              <a:buFont typeface="Wingdings" panose="05000000000000000000" pitchFamily="2" charset="2"/>
              <a:buNone/>
              <a:defRPr/>
            </a:pPr>
            <a:r>
              <a:rPr lang="en-US" altLang="zh-CN" sz="2200" dirty="0"/>
              <a:t>{   A </a:t>
            </a:r>
            <a:r>
              <a:rPr lang="en-US" altLang="zh-CN" sz="2200" dirty="0" err="1">
                <a:solidFill>
                  <a:srgbClr val="FFC000"/>
                </a:solidFill>
              </a:rPr>
              <a:t>a</a:t>
            </a:r>
            <a:r>
              <a:rPr lang="en-US" altLang="zh-CN" sz="2200" dirty="0"/>
              <a:t>;</a:t>
            </a:r>
          </a:p>
          <a:p>
            <a:pPr eaLnBrk="1" hangingPunct="1">
              <a:lnSpc>
                <a:spcPct val="80000"/>
              </a:lnSpc>
              <a:buFont typeface="Wingdings" panose="05000000000000000000" pitchFamily="2" charset="2"/>
              <a:buNone/>
              <a:defRPr/>
            </a:pPr>
            <a:r>
              <a:rPr lang="en-US" altLang="zh-CN" sz="2200" dirty="0"/>
              <a:t>     </a:t>
            </a:r>
            <a:r>
              <a:rPr lang="en-US" altLang="zh-CN" sz="2200" dirty="0" err="1"/>
              <a:t>int</a:t>
            </a:r>
            <a:r>
              <a:rPr lang="en-US" altLang="zh-CN" sz="2200" dirty="0"/>
              <a:t> y;</a:t>
            </a:r>
          </a:p>
          <a:p>
            <a:pPr eaLnBrk="1" hangingPunct="1">
              <a:lnSpc>
                <a:spcPct val="80000"/>
              </a:lnSpc>
              <a:buFont typeface="Wingdings" panose="05000000000000000000" pitchFamily="2" charset="2"/>
              <a:buNone/>
              <a:defRPr/>
            </a:pPr>
            <a:r>
              <a:rPr lang="en-US" altLang="zh-CN" sz="2200" dirty="0"/>
              <a:t>   public:</a:t>
            </a:r>
          </a:p>
          <a:p>
            <a:pPr eaLnBrk="1" hangingPunct="1">
              <a:lnSpc>
                <a:spcPct val="80000"/>
              </a:lnSpc>
              <a:buFont typeface="Wingdings" panose="05000000000000000000" pitchFamily="2" charset="2"/>
              <a:buNone/>
              <a:defRPr/>
            </a:pPr>
            <a:r>
              <a:rPr lang="en-US" altLang="zh-CN" sz="2200" dirty="0"/>
              <a:t>     B() { y = 0;}</a:t>
            </a:r>
            <a:endParaRPr lang="zh-CN" altLang="en-US" sz="2200" dirty="0"/>
          </a:p>
          <a:p>
            <a:pPr eaLnBrk="1" hangingPunct="1">
              <a:lnSpc>
                <a:spcPct val="80000"/>
              </a:lnSpc>
              <a:buFont typeface="Wingdings" panose="05000000000000000000" pitchFamily="2" charset="2"/>
              <a:buNone/>
              <a:defRPr/>
            </a:pPr>
            <a:r>
              <a:rPr lang="zh-CN" altLang="en-US" sz="2200" dirty="0"/>
              <a:t>     </a:t>
            </a:r>
            <a:r>
              <a:rPr lang="en-US" altLang="zh-CN" sz="2200" dirty="0"/>
              <a:t>B(</a:t>
            </a:r>
            <a:r>
              <a:rPr lang="en-US" altLang="zh-CN" sz="2200" dirty="0" err="1"/>
              <a:t>int</a:t>
            </a:r>
            <a:r>
              <a:rPr lang="en-US" altLang="zh-CN" sz="2200" dirty="0"/>
              <a:t> </a:t>
            </a:r>
            <a:r>
              <a:rPr lang="en-US" altLang="zh-CN" sz="2200" dirty="0" err="1"/>
              <a:t>i</a:t>
            </a:r>
            <a:r>
              <a:rPr lang="en-US" altLang="zh-CN" sz="2200" dirty="0"/>
              <a:t>) { y = </a:t>
            </a:r>
            <a:r>
              <a:rPr lang="en-US" altLang="zh-CN" sz="2200" dirty="0" err="1"/>
              <a:t>i</a:t>
            </a:r>
            <a:r>
              <a:rPr lang="en-US" altLang="zh-CN" sz="2200" dirty="0"/>
              <a:t>; } </a:t>
            </a:r>
            <a:endParaRPr lang="zh-CN" altLang="en-US" sz="2200" dirty="0"/>
          </a:p>
          <a:p>
            <a:pPr eaLnBrk="1" hangingPunct="1">
              <a:lnSpc>
                <a:spcPct val="80000"/>
              </a:lnSpc>
              <a:buFont typeface="Wingdings" panose="05000000000000000000" pitchFamily="2" charset="2"/>
              <a:buNone/>
              <a:defRPr/>
            </a:pPr>
            <a:r>
              <a:rPr lang="zh-CN" altLang="en-US" sz="2200" dirty="0"/>
              <a:t>     </a:t>
            </a:r>
            <a:r>
              <a:rPr lang="en-US" altLang="zh-CN" sz="2200" dirty="0"/>
              <a:t>B(</a:t>
            </a:r>
            <a:r>
              <a:rPr lang="en-US" altLang="zh-CN" sz="2200" dirty="0" err="1"/>
              <a:t>int</a:t>
            </a:r>
            <a:r>
              <a:rPr lang="en-US" altLang="zh-CN" sz="2200" dirty="0"/>
              <a:t> </a:t>
            </a:r>
            <a:r>
              <a:rPr lang="en-US" altLang="zh-CN" sz="2200" dirty="0" err="1"/>
              <a:t>i</a:t>
            </a:r>
            <a:r>
              <a:rPr lang="en-US" altLang="zh-CN" sz="2200" dirty="0"/>
              <a:t>, </a:t>
            </a:r>
            <a:r>
              <a:rPr lang="en-US" altLang="zh-CN" sz="2200" dirty="0" err="1"/>
              <a:t>int</a:t>
            </a:r>
            <a:r>
              <a:rPr lang="en-US" altLang="zh-CN" sz="2200" dirty="0"/>
              <a:t> j): </a:t>
            </a:r>
            <a:r>
              <a:rPr lang="en-US" altLang="zh-CN" sz="2200" dirty="0">
                <a:solidFill>
                  <a:schemeClr val="folHlink"/>
                </a:solidFill>
              </a:rPr>
              <a:t>a(j)</a:t>
            </a:r>
            <a:r>
              <a:rPr lang="en-US" altLang="zh-CN" sz="2200" dirty="0"/>
              <a:t> { y = </a:t>
            </a:r>
            <a:r>
              <a:rPr lang="en-US" altLang="zh-CN" sz="2200" dirty="0" err="1"/>
              <a:t>i</a:t>
            </a:r>
            <a:r>
              <a:rPr lang="en-US" altLang="zh-CN" sz="2200" dirty="0"/>
              <a:t>; } </a:t>
            </a:r>
          </a:p>
          <a:p>
            <a:pPr eaLnBrk="1" hangingPunct="1">
              <a:lnSpc>
                <a:spcPct val="80000"/>
              </a:lnSpc>
              <a:buFont typeface="Wingdings" panose="05000000000000000000" pitchFamily="2" charset="2"/>
              <a:buNone/>
              <a:defRPr/>
            </a:pPr>
            <a:r>
              <a:rPr lang="en-US" altLang="zh-CN" sz="2200" dirty="0"/>
              <a:t>};</a:t>
            </a:r>
          </a:p>
          <a:p>
            <a:pPr eaLnBrk="1" hangingPunct="1">
              <a:lnSpc>
                <a:spcPct val="80000"/>
              </a:lnSpc>
              <a:buFont typeface="Wingdings" panose="05000000000000000000" pitchFamily="2" charset="2"/>
              <a:buNone/>
              <a:defRPr/>
            </a:pPr>
            <a:r>
              <a:rPr lang="en-US" altLang="zh-CN" sz="2200" dirty="0"/>
              <a:t>B b0; //</a:t>
            </a:r>
            <a:r>
              <a:rPr lang="zh-CN" altLang="en-US" sz="2200" dirty="0"/>
              <a:t>调用</a:t>
            </a:r>
            <a:r>
              <a:rPr lang="en-US" altLang="zh-CN" sz="2200" dirty="0"/>
              <a:t>B()</a:t>
            </a:r>
            <a:r>
              <a:rPr lang="zh-CN" altLang="en-US" sz="2200" dirty="0"/>
              <a:t>和</a:t>
            </a:r>
            <a:r>
              <a:rPr lang="en-US" altLang="zh-CN" sz="2200" dirty="0"/>
              <a:t>A()</a:t>
            </a:r>
            <a:r>
              <a:rPr lang="zh-CN" altLang="en-US" sz="2200" dirty="0"/>
              <a:t>：</a:t>
            </a:r>
            <a:r>
              <a:rPr lang="en-US" altLang="zh-CN" sz="2200" dirty="0"/>
              <a:t>b0.y=</a:t>
            </a:r>
            <a:r>
              <a:rPr lang="en-US" altLang="zh-CN" sz="2200" dirty="0">
                <a:solidFill>
                  <a:srgbClr val="FFC000"/>
                </a:solidFill>
              </a:rPr>
              <a:t>0</a:t>
            </a:r>
            <a:r>
              <a:rPr lang="zh-CN" altLang="en-US" sz="2200" dirty="0"/>
              <a:t>；</a:t>
            </a:r>
            <a:r>
              <a:rPr lang="en-US" altLang="zh-CN" sz="2200" dirty="0"/>
              <a:t>b0.a.x=</a:t>
            </a:r>
            <a:r>
              <a:rPr lang="en-US" altLang="zh-CN" sz="2200" dirty="0">
                <a:solidFill>
                  <a:srgbClr val="FFC000"/>
                </a:solidFill>
              </a:rPr>
              <a:t>0</a:t>
            </a:r>
          </a:p>
          <a:p>
            <a:pPr eaLnBrk="1" hangingPunct="1">
              <a:lnSpc>
                <a:spcPct val="80000"/>
              </a:lnSpc>
              <a:buFont typeface="Wingdings" panose="05000000000000000000" pitchFamily="2" charset="2"/>
              <a:buNone/>
              <a:defRPr/>
            </a:pPr>
            <a:r>
              <a:rPr lang="en-US" altLang="zh-CN" sz="2200" dirty="0"/>
              <a:t>B b1(1); //</a:t>
            </a:r>
            <a:r>
              <a:rPr lang="zh-CN" altLang="en-US" sz="2200" dirty="0"/>
              <a:t>调用</a:t>
            </a:r>
            <a:r>
              <a:rPr lang="en-US" altLang="zh-CN" sz="2200" dirty="0"/>
              <a:t>B(</a:t>
            </a:r>
            <a:r>
              <a:rPr lang="en-US" altLang="zh-CN" sz="2200" dirty="0" err="1"/>
              <a:t>int</a:t>
            </a:r>
            <a:r>
              <a:rPr lang="en-US" altLang="zh-CN" sz="2200" dirty="0"/>
              <a:t>)</a:t>
            </a:r>
            <a:r>
              <a:rPr lang="zh-CN" altLang="en-US" sz="2200" dirty="0"/>
              <a:t>和</a:t>
            </a:r>
            <a:r>
              <a:rPr lang="en-US" altLang="zh-CN" sz="2200" dirty="0"/>
              <a:t>A()</a:t>
            </a:r>
            <a:r>
              <a:rPr lang="zh-CN" altLang="en-US" sz="2200" dirty="0"/>
              <a:t>：</a:t>
            </a:r>
            <a:r>
              <a:rPr lang="en-US" altLang="zh-CN" sz="2200" dirty="0"/>
              <a:t>b1.y=</a:t>
            </a:r>
            <a:r>
              <a:rPr lang="en-US" altLang="zh-CN" sz="2200" dirty="0">
                <a:solidFill>
                  <a:srgbClr val="FFC000"/>
                </a:solidFill>
              </a:rPr>
              <a:t>1</a:t>
            </a:r>
            <a:r>
              <a:rPr lang="zh-CN" altLang="en-US" sz="2200" dirty="0"/>
              <a:t>；</a:t>
            </a:r>
            <a:r>
              <a:rPr lang="en-US" altLang="zh-CN" sz="2200" dirty="0"/>
              <a:t>b1.a.x=</a:t>
            </a:r>
            <a:r>
              <a:rPr lang="en-US" altLang="zh-CN" sz="2200" dirty="0">
                <a:solidFill>
                  <a:srgbClr val="FFC000"/>
                </a:solidFill>
              </a:rPr>
              <a:t>0</a:t>
            </a:r>
          </a:p>
          <a:p>
            <a:pPr eaLnBrk="1" hangingPunct="1">
              <a:lnSpc>
                <a:spcPct val="80000"/>
              </a:lnSpc>
              <a:buFont typeface="Wingdings" panose="05000000000000000000" pitchFamily="2" charset="2"/>
              <a:buNone/>
              <a:defRPr/>
            </a:pPr>
            <a:r>
              <a:rPr lang="en-US" altLang="zh-CN" sz="2200" dirty="0"/>
              <a:t>B b2(1,2); //</a:t>
            </a:r>
            <a:r>
              <a:rPr lang="zh-CN" altLang="en-US" sz="2200" dirty="0"/>
              <a:t>调用</a:t>
            </a:r>
            <a:r>
              <a:rPr lang="en-US" altLang="zh-CN" sz="2200" dirty="0"/>
              <a:t>B(</a:t>
            </a:r>
            <a:r>
              <a:rPr lang="en-US" altLang="zh-CN" sz="2200" dirty="0" err="1"/>
              <a:t>int,int</a:t>
            </a:r>
            <a:r>
              <a:rPr lang="en-US" altLang="zh-CN" sz="2200" dirty="0"/>
              <a:t>)</a:t>
            </a:r>
            <a:r>
              <a:rPr lang="zh-CN" altLang="en-US" sz="2200" dirty="0"/>
              <a:t>和</a:t>
            </a:r>
            <a:r>
              <a:rPr lang="en-US" altLang="zh-CN" sz="2200" dirty="0"/>
              <a:t>A(</a:t>
            </a:r>
            <a:r>
              <a:rPr lang="en-US" altLang="zh-CN" sz="2200" dirty="0" err="1"/>
              <a:t>int</a:t>
            </a:r>
            <a:r>
              <a:rPr lang="en-US" altLang="zh-CN" sz="2200" dirty="0"/>
              <a:t>)</a:t>
            </a:r>
            <a:r>
              <a:rPr lang="zh-CN" altLang="en-US" sz="2200" dirty="0"/>
              <a:t>：</a:t>
            </a:r>
            <a:r>
              <a:rPr lang="en-US" altLang="zh-CN" sz="2200" dirty="0"/>
              <a:t>b2.y=</a:t>
            </a:r>
            <a:r>
              <a:rPr lang="en-US" altLang="zh-CN" sz="2200" dirty="0">
                <a:solidFill>
                  <a:srgbClr val="FFC000"/>
                </a:solidFill>
              </a:rPr>
              <a:t>1</a:t>
            </a:r>
            <a:r>
              <a:rPr lang="zh-CN" altLang="en-US" sz="2200" dirty="0"/>
              <a:t>；</a:t>
            </a:r>
            <a:r>
              <a:rPr lang="en-US" altLang="zh-CN" sz="2200" dirty="0"/>
              <a:t>b2.a.x=</a:t>
            </a:r>
            <a:r>
              <a:rPr lang="en-US" altLang="zh-CN" sz="2200" dirty="0">
                <a:solidFill>
                  <a:srgbClr val="FFC000"/>
                </a:solidFill>
              </a:rPr>
              <a:t>2</a:t>
            </a:r>
          </a:p>
          <a:p>
            <a:pPr eaLnBrk="1" hangingPunct="1">
              <a:lnSpc>
                <a:spcPct val="80000"/>
              </a:lnSpc>
              <a:buFont typeface="Wingdings" panose="05000000000000000000" pitchFamily="2" charset="2"/>
              <a:buNone/>
              <a:defRPr/>
            </a:pPr>
            <a:r>
              <a:rPr lang="en-US" altLang="zh-CN" sz="2200" dirty="0"/>
              <a:t>......</a:t>
            </a:r>
          </a:p>
          <a:p>
            <a:pPr eaLnBrk="1" hangingPunct="1">
              <a:lnSpc>
                <a:spcPct val="80000"/>
              </a:lnSpc>
              <a:buFont typeface="Wingdings" panose="05000000000000000000" pitchFamily="2" charset="2"/>
              <a:buNone/>
              <a:defRPr/>
            </a:pPr>
            <a:r>
              <a:rPr lang="en-US" altLang="zh-CN" sz="2200" dirty="0"/>
              <a:t>//b0</a:t>
            </a:r>
            <a:r>
              <a:rPr lang="zh-CN" altLang="en-US" sz="2200" dirty="0"/>
              <a:t>、</a:t>
            </a:r>
            <a:r>
              <a:rPr lang="en-US" altLang="zh-CN" sz="2200" dirty="0"/>
              <a:t>b1</a:t>
            </a:r>
            <a:r>
              <a:rPr lang="zh-CN" altLang="en-US" sz="2200" dirty="0"/>
              <a:t>、</a:t>
            </a:r>
            <a:r>
              <a:rPr lang="en-US" altLang="zh-CN" sz="2200" dirty="0"/>
              <a:t>b2</a:t>
            </a:r>
            <a:r>
              <a:rPr lang="zh-CN" altLang="en-US" sz="2200" dirty="0"/>
              <a:t>消亡时，会分别去调用</a:t>
            </a:r>
            <a:r>
              <a:rPr lang="en-US" altLang="zh-CN" sz="2200" dirty="0"/>
              <a:t>B</a:t>
            </a:r>
            <a:r>
              <a:rPr lang="zh-CN" altLang="en-US" sz="2200" dirty="0"/>
              <a:t>和</a:t>
            </a:r>
            <a:r>
              <a:rPr lang="en-US" altLang="zh-CN" sz="2200" dirty="0"/>
              <a:t>A</a:t>
            </a:r>
            <a:r>
              <a:rPr lang="zh-CN" altLang="en-US" sz="2200" dirty="0"/>
              <a:t>的析构函数</a:t>
            </a:r>
            <a:endParaRPr lang="en-US" altLang="zh-CN"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4339" name="Rectangle 3">
            <a:extLst>
              <a:ext uri="{FF2B5EF4-FFF2-40B4-BE49-F238E27FC236}">
                <a16:creationId xmlns:a16="http://schemas.microsoft.com/office/drawing/2014/main" id="{5CAC7D5B-61D1-DECF-F3A5-59532DF5E5E3}"/>
              </a:ext>
            </a:extLst>
          </p:cNvPr>
          <p:cNvSpPr>
            <a:spLocks noGrp="1" noChangeArrowheads="1"/>
          </p:cNvSpPr>
          <p:nvPr>
            <p:ph type="body" idx="1"/>
          </p:nvPr>
        </p:nvSpPr>
        <p:spPr>
          <a:xfrm>
            <a:off x="457200" y="1341438"/>
            <a:ext cx="8218488" cy="5327650"/>
          </a:xfrm>
        </p:spPr>
        <p:txBody>
          <a:bodyPr>
            <a:normAutofit fontScale="92500" lnSpcReduction="20000"/>
          </a:bodyPr>
          <a:lstStyle/>
          <a:p>
            <a:pPr eaLnBrk="1" hangingPunct="1">
              <a:lnSpc>
                <a:spcPct val="110000"/>
              </a:lnSpc>
              <a:defRPr/>
            </a:pPr>
            <a:r>
              <a:rPr lang="zh-CN" altLang="en-US" dirty="0"/>
              <a:t>创建包含成员对象的对象时，</a:t>
            </a:r>
            <a:endParaRPr lang="en-US" altLang="zh-CN" dirty="0"/>
          </a:p>
          <a:p>
            <a:pPr lvl="1" eaLnBrk="1" hangingPunct="1">
              <a:lnSpc>
                <a:spcPct val="110000"/>
              </a:lnSpc>
              <a:defRPr/>
            </a:pPr>
            <a:r>
              <a:rPr lang="zh-CN" altLang="en-US" dirty="0"/>
              <a:t>先执行成员对象类的构造函数，再执行本对象类的构造函数。</a:t>
            </a:r>
          </a:p>
          <a:p>
            <a:pPr lvl="1" eaLnBrk="1" hangingPunct="1">
              <a:lnSpc>
                <a:spcPct val="110000"/>
              </a:lnSpc>
              <a:defRPr/>
            </a:pPr>
            <a:r>
              <a:rPr lang="zh-CN" altLang="en-US" dirty="0"/>
              <a:t>若包含</a:t>
            </a:r>
            <a:r>
              <a:rPr lang="zh-CN" altLang="en-US" dirty="0">
                <a:solidFill>
                  <a:srgbClr val="FFC000"/>
                </a:solidFill>
              </a:rPr>
              <a:t>多个</a:t>
            </a:r>
            <a:r>
              <a:rPr lang="zh-CN" altLang="en-US" dirty="0"/>
              <a:t>成员对象，这些成员对象的构造函数执行次序则按它们在</a:t>
            </a:r>
            <a:r>
              <a:rPr lang="zh-CN" altLang="en-US" dirty="0">
                <a:solidFill>
                  <a:srgbClr val="FFC000"/>
                </a:solidFill>
              </a:rPr>
              <a:t>本对象类中的说明次序</a:t>
            </a:r>
            <a:r>
              <a:rPr lang="zh-CN" altLang="en-US" dirty="0"/>
              <a:t>进行。</a:t>
            </a:r>
            <a:endParaRPr lang="en-US" altLang="zh-CN" dirty="0"/>
          </a:p>
          <a:p>
            <a:pPr lvl="1" eaLnBrk="1" hangingPunct="1">
              <a:lnSpc>
                <a:spcPct val="110000"/>
              </a:lnSpc>
              <a:defRPr/>
            </a:pPr>
            <a:r>
              <a:rPr lang="zh-CN" altLang="en-US" dirty="0"/>
              <a:t>从实现上说，</a:t>
            </a:r>
            <a:endParaRPr lang="en-US" altLang="zh-CN" dirty="0"/>
          </a:p>
          <a:p>
            <a:pPr lvl="2" eaLnBrk="1" hangingPunct="1">
              <a:lnSpc>
                <a:spcPct val="110000"/>
              </a:lnSpc>
              <a:defRPr/>
            </a:pPr>
            <a:r>
              <a:rPr lang="zh-CN" altLang="en-US" dirty="0"/>
              <a:t>是先调用本身类的构造函数，但在</a:t>
            </a:r>
            <a:r>
              <a:rPr lang="zh-CN" altLang="en-US" dirty="0">
                <a:solidFill>
                  <a:srgbClr val="FFC000"/>
                </a:solidFill>
              </a:rPr>
              <a:t>进入函数体之前，</a:t>
            </a:r>
            <a:r>
              <a:rPr lang="zh-CN" altLang="en-US" dirty="0"/>
              <a:t>会去调用成员对象类的构造函数，然后再执行本身类构造函数的函数体！</a:t>
            </a:r>
            <a:endParaRPr lang="en-US" altLang="zh-CN" dirty="0"/>
          </a:p>
          <a:p>
            <a:pPr lvl="2" eaLnBrk="1" hangingPunct="1">
              <a:lnSpc>
                <a:spcPct val="110000"/>
              </a:lnSpc>
              <a:defRPr/>
            </a:pPr>
            <a:r>
              <a:rPr lang="zh-CN" altLang="en-US" dirty="0"/>
              <a:t>也就是说，构造函数的成员初始化表（即使没显式给出）中有对成员对象类的构造函数的调用代码。</a:t>
            </a:r>
            <a:endParaRPr lang="en-US" altLang="zh-CN" dirty="0"/>
          </a:p>
          <a:p>
            <a:pPr lvl="2" eaLnBrk="1" hangingPunct="1">
              <a:lnSpc>
                <a:spcPct val="110000"/>
              </a:lnSpc>
              <a:defRPr/>
            </a:pPr>
            <a:r>
              <a:rPr lang="zh-CN" altLang="en-US" dirty="0">
                <a:solidFill>
                  <a:srgbClr val="FFC000"/>
                </a:solidFill>
              </a:rPr>
              <a:t>注意：</a:t>
            </a:r>
            <a:r>
              <a:rPr lang="zh-CN" altLang="en-US" dirty="0"/>
              <a:t>如果类中未提供任何构造函数，但它包含成员对象，则编译程序会隐式地为之提供一个默认构造函数，其作用就是调用成员对象类的构造函数！</a:t>
            </a:r>
            <a:endParaRPr lang="en-US" altLang="zh-CN" dirty="0"/>
          </a:p>
        </p:txBody>
      </p:sp>
      <p:sp>
        <p:nvSpPr>
          <p:cNvPr id="3" name="Rectangle 2">
            <a:extLst>
              <a:ext uri="{FF2B5EF4-FFF2-40B4-BE49-F238E27FC236}">
                <a16:creationId xmlns:a16="http://schemas.microsoft.com/office/drawing/2014/main" id="{3F91DE83-76FC-F180-28C1-9554BB014A8E}"/>
              </a:ext>
            </a:extLst>
          </p:cNvPr>
          <p:cNvSpPr>
            <a:spLocks noGrp="1" noChangeArrowheads="1"/>
          </p:cNvSpPr>
          <p:nvPr>
            <p:ph type="title"/>
          </p:nvPr>
        </p:nvSpPr>
        <p:spPr>
          <a:xfrm>
            <a:off x="457200" y="206375"/>
            <a:ext cx="8229600" cy="774700"/>
          </a:xfrm>
        </p:spPr>
        <p:txBody>
          <a:bodyPr/>
          <a:lstStyle/>
          <a:p>
            <a:pPr eaLnBrk="1" hangingPunct="1">
              <a:defRPr/>
            </a:pPr>
            <a:r>
              <a:rPr lang="zh-CN" altLang="en-US" sz="4000" dirty="0"/>
              <a:t>成员对象初始化和消亡处理的次序</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76838C8-8671-9034-66B1-38D1B077B86B}"/>
              </a:ext>
            </a:extLst>
          </p:cNvPr>
          <p:cNvSpPr>
            <a:spLocks noGrp="1"/>
          </p:cNvSpPr>
          <p:nvPr>
            <p:ph idx="1"/>
          </p:nvPr>
        </p:nvSpPr>
        <p:spPr>
          <a:xfrm>
            <a:off x="457200" y="908050"/>
            <a:ext cx="8229600" cy="5473700"/>
          </a:xfrm>
        </p:spPr>
        <p:txBody>
          <a:bodyPr>
            <a:normAutofit fontScale="92500" lnSpcReduction="10000"/>
          </a:bodyPr>
          <a:lstStyle/>
          <a:p>
            <a:pPr eaLnBrk="1" hangingPunct="1">
              <a:lnSpc>
                <a:spcPct val="110000"/>
              </a:lnSpc>
              <a:defRPr/>
            </a:pPr>
            <a:r>
              <a:rPr lang="zh-CN" altLang="en-US" dirty="0"/>
              <a:t>对象消亡时，</a:t>
            </a:r>
            <a:endParaRPr lang="en-US" altLang="zh-CN" dirty="0"/>
          </a:p>
          <a:p>
            <a:pPr lvl="1" eaLnBrk="1" hangingPunct="1">
              <a:lnSpc>
                <a:spcPct val="110000"/>
              </a:lnSpc>
              <a:defRPr/>
            </a:pPr>
            <a:r>
              <a:rPr lang="zh-CN" altLang="en-US" dirty="0"/>
              <a:t>先执行本身类的析构函数，再执行成员对象类的析构函数。</a:t>
            </a:r>
            <a:endParaRPr lang="en-US" altLang="zh-CN" dirty="0"/>
          </a:p>
          <a:p>
            <a:pPr lvl="1" eaLnBrk="1" hangingPunct="1">
              <a:lnSpc>
                <a:spcPct val="110000"/>
              </a:lnSpc>
              <a:defRPr/>
            </a:pPr>
            <a:r>
              <a:rPr lang="zh-CN" altLang="en-US" dirty="0"/>
              <a:t>如果有多个成员对象，则成员对象析构函数的执行次序则按它们在本对象类中的说明次序的</a:t>
            </a:r>
            <a:r>
              <a:rPr lang="zh-CN" altLang="en-US" dirty="0">
                <a:solidFill>
                  <a:srgbClr val="FFC000"/>
                </a:solidFill>
              </a:rPr>
              <a:t>逆序</a:t>
            </a:r>
            <a:r>
              <a:rPr lang="zh-CN" altLang="en-US" dirty="0"/>
              <a:t>进行。</a:t>
            </a:r>
          </a:p>
          <a:p>
            <a:pPr lvl="1">
              <a:lnSpc>
                <a:spcPct val="110000"/>
              </a:lnSpc>
              <a:defRPr/>
            </a:pPr>
            <a:r>
              <a:rPr lang="zh-CN" altLang="en-US" dirty="0"/>
              <a:t>从实现上说，</a:t>
            </a:r>
            <a:endParaRPr lang="en-US" altLang="zh-CN" dirty="0"/>
          </a:p>
          <a:p>
            <a:pPr lvl="2">
              <a:lnSpc>
                <a:spcPct val="110000"/>
              </a:lnSpc>
              <a:defRPr/>
            </a:pPr>
            <a:r>
              <a:rPr lang="zh-CN" altLang="en-US" dirty="0"/>
              <a:t>是先调用本身类的析构函数，</a:t>
            </a:r>
            <a:r>
              <a:rPr lang="zh-CN" altLang="en-US" dirty="0">
                <a:solidFill>
                  <a:srgbClr val="FFC000"/>
                </a:solidFill>
              </a:rPr>
              <a:t>本身类析构函数的函数体执行完之后</a:t>
            </a:r>
            <a:r>
              <a:rPr lang="zh-CN" altLang="en-US" dirty="0"/>
              <a:t>，再去调用成员对象类的析构函数！</a:t>
            </a:r>
            <a:endParaRPr lang="en-US" altLang="zh-CN" dirty="0"/>
          </a:p>
          <a:p>
            <a:pPr lvl="2">
              <a:lnSpc>
                <a:spcPct val="110000"/>
              </a:lnSpc>
              <a:defRPr/>
            </a:pPr>
            <a:r>
              <a:rPr lang="zh-CN" altLang="en-US" dirty="0"/>
              <a:t>也就是说，析构函数的函数体最后有对成员对象类的析构函数的调用代码！</a:t>
            </a:r>
            <a:endParaRPr lang="en-US" altLang="zh-CN" dirty="0"/>
          </a:p>
          <a:p>
            <a:pPr lvl="2">
              <a:lnSpc>
                <a:spcPct val="110000"/>
              </a:lnSpc>
              <a:defRPr/>
            </a:pPr>
            <a:r>
              <a:rPr lang="zh-CN" altLang="en-US" dirty="0">
                <a:solidFill>
                  <a:srgbClr val="FFC000"/>
                </a:solidFill>
              </a:rPr>
              <a:t>注意：</a:t>
            </a:r>
            <a:r>
              <a:rPr lang="zh-CN" altLang="en-US" dirty="0"/>
              <a:t>如果类中未提供析构函数，但它包含成员对象，则编译程序会隐式地为之提供一个析构函数，其作用就是调用成员对象类的析构函数。</a:t>
            </a:r>
          </a:p>
        </p:txBody>
      </p:sp>
    </p:spTree>
  </p:cSld>
  <p:clrMapOvr>
    <a:masterClrMapping/>
  </p:clrMapOvr>
</p:sld>
</file>

<file path=ppt/theme/theme1.xml><?xml version="1.0" encoding="utf-8"?>
<a:theme xmlns:a="http://schemas.openxmlformats.org/drawingml/2006/main" name="Globe">
  <a:themeElements>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CC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0">
        <a:dk1>
          <a:srgbClr val="003B76"/>
        </a:dk1>
        <a:lt1>
          <a:srgbClr val="FFFFFF"/>
        </a:lt1>
        <a:dk2>
          <a:srgbClr val="0066CC"/>
        </a:dk2>
        <a:lt2>
          <a:srgbClr val="FFCC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Globe</Template>
  <TotalTime>34435</TotalTime>
  <Words>1922</Words>
  <Application>Microsoft Office PowerPoint</Application>
  <PresentationFormat>全屏显示(4:3)</PresentationFormat>
  <Paragraphs>196</Paragraphs>
  <Slides>16</Slides>
  <Notes>0</Notes>
  <HiddenSlides>1</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Verdana</vt:lpstr>
      <vt:lpstr>宋体</vt:lpstr>
      <vt:lpstr>Arial</vt:lpstr>
      <vt:lpstr>Wingdings</vt:lpstr>
      <vt:lpstr>Times New Roman</vt:lpstr>
      <vt:lpstr>Globe</vt:lpstr>
      <vt:lpstr>构造函数与析构函数</vt:lpstr>
      <vt:lpstr>对象的初始化--构造函数</vt:lpstr>
      <vt:lpstr>PowerPoint 演示文稿</vt:lpstr>
      <vt:lpstr>PowerPoint 演示文稿</vt:lpstr>
      <vt:lpstr>PowerPoint 演示文稿</vt:lpstr>
      <vt:lpstr>PowerPoint 演示文稿</vt:lpstr>
      <vt:lpstr>成员初始化表</vt:lpstr>
      <vt:lpstr>就地（内部）初始化</vt:lpstr>
      <vt:lpstr>析构函数</vt:lpstr>
      <vt:lpstr>PowerPoint 演示文稿</vt:lpstr>
      <vt:lpstr>PowerPoint 演示文稿</vt:lpstr>
      <vt:lpstr>PowerPoint 演示文稿</vt:lpstr>
      <vt:lpstr>成员对象的初始化和消亡处理</vt:lpstr>
      <vt:lpstr>PowerPoint 演示文稿</vt:lpstr>
      <vt:lpstr>成员对象初始化和消亡处理的次序</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chenjj</dc:creator>
  <cp:lastModifiedBy>润泽 颜</cp:lastModifiedBy>
  <cp:revision>635</cp:revision>
  <dcterms:created xsi:type="dcterms:W3CDTF">1999-05-22T12:40:20Z</dcterms:created>
  <dcterms:modified xsi:type="dcterms:W3CDTF">2026-06-18T00:20:38Z</dcterms:modified>
</cp:coreProperties>
</file>