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A8B98-4C00-D82F-8876-5F7AFD286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C205EA-9B12-FA39-7189-BDFE2D1B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BC1F79-B4E4-2812-67D0-FA0AB7F3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CF011-64AE-7137-3904-F6C55389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CCC4F1-5D91-CF02-1325-E33765B7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4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120C2-C3A8-BE06-0CCE-E7A891DA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CCC64A-083F-6D84-2C36-08940BAEA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9C88E-AD9F-CE56-50D1-A0D65876F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501517-CEC9-81DD-626E-ABFE4391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9083C-A962-1E66-7345-8A109927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92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8294A-6CCC-2F15-2400-F164B92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8349E-C94A-C820-09A7-77202D5B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56C7C0-77EF-12A6-4761-7742D365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95B8B-E067-AF23-D730-56C870AF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E2101B-5F19-8600-C987-05C65734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D5FCE-04A6-8FDB-A69F-CF881EDE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2A8DE6-4E0B-5F68-159B-5940F3AED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435A36-93F1-BB76-2CB5-A66C25051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0F0041-93D3-0078-AF59-28F026A8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2441B5-DBAC-12BF-958D-78839958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93F919-10FF-9279-476D-1CFE64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55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E2F03-D505-DF94-D52E-37B22F673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BF342E-4FFB-7471-3D0E-D48D8CFD5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DE0492-EF83-B4E0-89AE-EFEC5118A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1F4117-463B-639D-316D-E55DA85E4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906D37-F127-9958-029E-DCF3074E5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56EDC6-E4B3-70D2-4CFD-D2D6DEF8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179662-07BA-BAD6-8A25-45302588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8F2D27-4DEB-D31C-28F6-66934294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13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32EB6-819A-E075-F883-40BA09B3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E3AF3C-5BC7-70EE-DFA4-59C15C2F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DF9E72-A770-F04D-B7B6-8410ABCFD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4036DF-A930-FB86-5FDD-0043226A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5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8972FC-910F-7D41-8FA8-D03A5DEC0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3FC2D0-5DE5-607D-C143-54CADE97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8A0BD0-376B-2F8A-274E-5298CC7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827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FA457-2158-E5AA-BE30-856028C8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66E12-FCB3-DEDC-5D1D-ABF7804C5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E159C-9D19-C4EE-6385-4A86B79D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56920C-EC73-6739-A4CE-31BE2DB6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D5D637-3F7C-14F9-7D3F-3531DA95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466C17-F28F-835E-977D-79CD5281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29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AC82F-E4C4-D568-FA11-208B93C4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E46EDE-0386-C290-12F5-53D9BDBD5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6D00E-6B72-5C5B-673E-45ADF7B28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DE0F65-91EA-92FD-3CB6-A0FF1EBD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8FD1DD-F1B6-8061-B1AE-7CD6666B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C4D375-723A-30E2-1336-13CB56B7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29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50F51-23A1-96E6-39EA-FDE79413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5FC9C3-2BDA-154B-84D1-6B4919EF8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5ECC8-083B-EC9D-7C79-25F77542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D78A5-04B9-8E02-ADBD-E7829E57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AC1A74-BEF3-17FA-E4E0-40CB969D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7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673B59-42EC-BD46-DD85-AB7543508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166FFD-15B8-61FA-2966-63A984197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2DE6F-C43F-E9A4-AB2B-EAF9CDC9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D6069B-8A21-AA73-37DD-F0858321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4DBA1F-B442-2CF9-3A73-DAD7BA70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75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EA2802-6750-019F-F36A-91336423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E29523-48D9-00D2-98A8-34353FA7A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5ED212-53B5-D975-1F63-9D6BF16CD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D1BD2-F0C0-4CDF-A555-98824DBE118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1DF6E3-992A-27C6-90B6-79EE2A70F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AEFEC-5739-1F86-A46B-7B4202097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336D2-29D4-4A27-9A98-47D2AAE207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83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E066AC4-FACD-5571-58C8-BE3E0C0D5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650"/>
            <a:ext cx="10515600" cy="58229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类与对象：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访问控制、对象创建、对象作为参数、对象初始化、析构函数、成员对象、拷贝构造函数（深浅拷贝）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、静态、常量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单继承：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访问控制、子类型、派生类对象的初始化与消亡、派生类对象的拷贝构造与赋值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、派生类成员标识符作用域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聚合与组合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多态：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静态绑定、动态绑定、虚函数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、抽象类（纯虚函数）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操作符重载、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特殊操作符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重载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友元、面向对象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结构化异常处理、异常处理的嵌套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泛型、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内存安全：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常见内存安全问题、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RAII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、智能指针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并行程序设计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773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125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25</cp:revision>
  <dcterms:created xsi:type="dcterms:W3CDTF">2026-06-08T00:43:12Z</dcterms:created>
  <dcterms:modified xsi:type="dcterms:W3CDTF">2026-06-09T00:33:04Z</dcterms:modified>
</cp:coreProperties>
</file>