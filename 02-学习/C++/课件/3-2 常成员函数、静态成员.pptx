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15"/>
  </p:notesMasterIdLst>
  <p:handoutMasterIdLst>
    <p:handoutMasterId r:id="rId16"/>
  </p:handoutMasterIdLst>
  <p:sldIdLst>
    <p:sldId id="931" r:id="rId2"/>
    <p:sldId id="833" r:id="rId3"/>
    <p:sldId id="970" r:id="rId4"/>
    <p:sldId id="1016" r:id="rId5"/>
    <p:sldId id="978" r:id="rId6"/>
    <p:sldId id="1017" r:id="rId7"/>
    <p:sldId id="1018" r:id="rId8"/>
    <p:sldId id="1019" r:id="rId9"/>
    <p:sldId id="1020" r:id="rId10"/>
    <p:sldId id="1021" r:id="rId11"/>
    <p:sldId id="1022" r:id="rId12"/>
    <p:sldId id="1023" r:id="rId13"/>
    <p:sldId id="1024" r:id="rId14"/>
  </p:sldIdLst>
  <p:sldSz cx="9144000" cy="6858000" type="screen4x3"/>
  <p:notesSz cx="6858000" cy="9144000"/>
  <p:defaultTextStyle>
    <a:defPPr>
      <a:defRPr lang="zh-CN"/>
    </a:defPPr>
    <a:lvl1pPr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1pPr>
    <a:lvl2pPr marL="4572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2pPr>
    <a:lvl3pPr marL="9144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3pPr>
    <a:lvl4pPr marL="13716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4pPr>
    <a:lvl5pPr marL="1828800" algn="l" rtl="0" eaLnBrk="0" fontAlgn="base" hangingPunct="0">
      <a:spcBef>
        <a:spcPct val="0"/>
      </a:spcBef>
      <a:spcAft>
        <a:spcPct val="0"/>
      </a:spcAft>
      <a:defRPr sz="2400" kern="1200">
        <a:solidFill>
          <a:schemeClr val="tx1"/>
        </a:solidFill>
        <a:latin typeface="Verdana" panose="020B0604030504040204" pitchFamily="34" charset="0"/>
        <a:ea typeface="宋体" panose="02010600030101010101" pitchFamily="2" charset="-122"/>
        <a:cs typeface="+mn-cs"/>
      </a:defRPr>
    </a:lvl5pPr>
    <a:lvl6pPr marL="22860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6pPr>
    <a:lvl7pPr marL="27432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7pPr>
    <a:lvl8pPr marL="32004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8pPr>
    <a:lvl9pPr marL="3657600" algn="l" defTabSz="914400" rtl="0" eaLnBrk="1" latinLnBrk="0" hangingPunct="1">
      <a:defRPr sz="2400" kern="1200">
        <a:solidFill>
          <a:schemeClr val="tx1"/>
        </a:solidFill>
        <a:latin typeface="Verdan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9900"/>
    <a:srgbClr val="000000"/>
    <a:srgbClr val="00FFFF"/>
    <a:srgbClr val="85EDA0"/>
    <a:srgbClr val="00CCFF"/>
    <a:srgbClr val="FFFF99"/>
    <a:srgbClr val="FDAFB5"/>
    <a:srgbClr val="00CC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3" autoAdjust="0"/>
    <p:restoredTop sz="88874" autoAdjust="0"/>
  </p:normalViewPr>
  <p:slideViewPr>
    <p:cSldViewPr>
      <p:cViewPr varScale="1">
        <p:scale>
          <a:sx n="162" d="100"/>
          <a:sy n="162" d="100"/>
        </p:scale>
        <p:origin x="4338"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75" d="100"/>
        <a:sy n="75" d="100"/>
      </p:scale>
      <p:origin x="0" y="21348"/>
    </p:cViewPr>
  </p:sorterViewPr>
  <p:notesViewPr>
    <p:cSldViewPr>
      <p:cViewPr>
        <p:scale>
          <a:sx n="75" d="100"/>
          <a:sy n="75" d="100"/>
        </p:scale>
        <p:origin x="-726" y="63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8786" name="Rectangle 2">
            <a:extLst>
              <a:ext uri="{FF2B5EF4-FFF2-40B4-BE49-F238E27FC236}">
                <a16:creationId xmlns:a16="http://schemas.microsoft.com/office/drawing/2014/main" id="{281047CF-123F-35B1-BA57-6CF0FC08370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118787" name="Rectangle 3">
            <a:extLst>
              <a:ext uri="{FF2B5EF4-FFF2-40B4-BE49-F238E27FC236}">
                <a16:creationId xmlns:a16="http://schemas.microsoft.com/office/drawing/2014/main" id="{B12A4A52-7A72-3D82-6514-1A6F24BCE471}"/>
              </a:ext>
            </a:extLst>
          </p:cNvPr>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118788" name="Rectangle 4">
            <a:extLst>
              <a:ext uri="{FF2B5EF4-FFF2-40B4-BE49-F238E27FC236}">
                <a16:creationId xmlns:a16="http://schemas.microsoft.com/office/drawing/2014/main" id="{64238B8D-3941-2D1F-49E0-7CE091761004}"/>
              </a:ext>
            </a:extLst>
          </p:cNvPr>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118789" name="Rectangle 5">
            <a:extLst>
              <a:ext uri="{FF2B5EF4-FFF2-40B4-BE49-F238E27FC236}">
                <a16:creationId xmlns:a16="http://schemas.microsoft.com/office/drawing/2014/main" id="{36D85B17-BCDF-2232-6258-A7E9D1A3F584}"/>
              </a:ext>
            </a:extLst>
          </p:cNvPr>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fld id="{6D2DFBDD-D5FE-4638-B941-1BD57EBE78A3}"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5C757BD7-45D5-B55B-B14E-0B122064DED6}"/>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60419" name="Rectangle 3">
            <a:extLst>
              <a:ext uri="{FF2B5EF4-FFF2-40B4-BE49-F238E27FC236}">
                <a16:creationId xmlns:a16="http://schemas.microsoft.com/office/drawing/2014/main" id="{04D52459-B2A3-1E04-1F53-33243C0AF55C}"/>
              </a:ext>
            </a:extLst>
          </p:cNvPr>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kumimoji="1" sz="1200">
                <a:latin typeface="Times New Roman" pitchFamily="18" charset="0"/>
                <a:ea typeface="宋体" pitchFamily="2" charset="-122"/>
              </a:defRPr>
            </a:lvl1pPr>
          </a:lstStyle>
          <a:p>
            <a:pPr>
              <a:defRPr/>
            </a:pPr>
            <a:endParaRPr lang="en-US" altLang="zh-CN"/>
          </a:p>
        </p:txBody>
      </p:sp>
      <p:sp>
        <p:nvSpPr>
          <p:cNvPr id="3076" name="Rectangle 4">
            <a:extLst>
              <a:ext uri="{FF2B5EF4-FFF2-40B4-BE49-F238E27FC236}">
                <a16:creationId xmlns:a16="http://schemas.microsoft.com/office/drawing/2014/main" id="{83EA3D68-DC02-6E13-303D-EFA98FEA1DED}"/>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1" name="Rectangle 5">
            <a:extLst>
              <a:ext uri="{FF2B5EF4-FFF2-40B4-BE49-F238E27FC236}">
                <a16:creationId xmlns:a16="http://schemas.microsoft.com/office/drawing/2014/main" id="{4E871EFE-5E67-0CA4-833D-B8AECB367B29}"/>
              </a:ext>
            </a:extLst>
          </p:cNvPr>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0422" name="Rectangle 6">
            <a:extLst>
              <a:ext uri="{FF2B5EF4-FFF2-40B4-BE49-F238E27FC236}">
                <a16:creationId xmlns:a16="http://schemas.microsoft.com/office/drawing/2014/main" id="{6396D0BE-CC00-41AD-4450-9565E0D6676F}"/>
              </a:ext>
            </a:extLst>
          </p:cNvPr>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kumimoji="1" sz="1200">
                <a:latin typeface="Times New Roman" pitchFamily="18" charset="0"/>
                <a:ea typeface="宋体" pitchFamily="2" charset="-122"/>
              </a:defRPr>
            </a:lvl1pPr>
          </a:lstStyle>
          <a:p>
            <a:pPr>
              <a:defRPr/>
            </a:pPr>
            <a:endParaRPr lang="en-US" altLang="zh-CN"/>
          </a:p>
        </p:txBody>
      </p:sp>
      <p:sp>
        <p:nvSpPr>
          <p:cNvPr id="60423" name="Rectangle 7">
            <a:extLst>
              <a:ext uri="{FF2B5EF4-FFF2-40B4-BE49-F238E27FC236}">
                <a16:creationId xmlns:a16="http://schemas.microsoft.com/office/drawing/2014/main" id="{39F1ADC9-2B08-DC5A-5B87-0D57C8DFCF28}"/>
              </a:ext>
            </a:extLst>
          </p:cNvPr>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kumimoji="1" sz="1200">
                <a:latin typeface="Times New Roman" panose="02020603050405020304" pitchFamily="18" charset="0"/>
              </a:defRPr>
            </a:lvl1pPr>
          </a:lstStyle>
          <a:p>
            <a:fld id="{7C551C85-CA39-4959-A4E3-DCA9892D4E3D}" type="slidenum">
              <a:rPr lang="en-US" altLang="zh-CN"/>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8387DA2E-A437-9E82-6481-1DB3A9591688}"/>
              </a:ext>
            </a:extLst>
          </p:cNvPr>
          <p:cNvGrpSpPr>
            <a:grpSpLocks/>
          </p:cNvGrpSpPr>
          <p:nvPr/>
        </p:nvGrpSpPr>
        <p:grpSpPr bwMode="auto">
          <a:xfrm>
            <a:off x="0" y="0"/>
            <a:ext cx="9148763" cy="6851650"/>
            <a:chOff x="1" y="0"/>
            <a:chExt cx="5763" cy="4316"/>
          </a:xfrm>
        </p:grpSpPr>
        <p:sp>
          <p:nvSpPr>
            <p:cNvPr id="3" name="Freeform 3">
              <a:extLst>
                <a:ext uri="{FF2B5EF4-FFF2-40B4-BE49-F238E27FC236}">
                  <a16:creationId xmlns:a16="http://schemas.microsoft.com/office/drawing/2014/main" id="{179F7CE7-5BA0-2F93-B06D-F51ED2EC6CCA}"/>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4" name="Freeform 4">
              <a:extLst>
                <a:ext uri="{FF2B5EF4-FFF2-40B4-BE49-F238E27FC236}">
                  <a16:creationId xmlns:a16="http://schemas.microsoft.com/office/drawing/2014/main" id="{78F1511D-6AD1-BA2D-30DF-236473976F77}"/>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5" name="Freeform 5">
              <a:extLst>
                <a:ext uri="{FF2B5EF4-FFF2-40B4-BE49-F238E27FC236}">
                  <a16:creationId xmlns:a16="http://schemas.microsoft.com/office/drawing/2014/main" id="{40D6CBB3-4099-C1D4-2C98-394F8053C75B}"/>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grpSp>
          <p:nvGrpSpPr>
            <p:cNvPr id="6" name="Group 6">
              <a:extLst>
                <a:ext uri="{FF2B5EF4-FFF2-40B4-BE49-F238E27FC236}">
                  <a16:creationId xmlns:a16="http://schemas.microsoft.com/office/drawing/2014/main" id="{24EB5B1F-6CDD-23FB-C358-74B00B4EA447}"/>
                </a:ext>
              </a:extLst>
            </p:cNvPr>
            <p:cNvGrpSpPr>
              <a:grpSpLocks/>
            </p:cNvGrpSpPr>
            <p:nvPr/>
          </p:nvGrpSpPr>
          <p:grpSpPr bwMode="auto">
            <a:xfrm>
              <a:off x="288" y="0"/>
              <a:ext cx="5098" cy="4316"/>
              <a:chOff x="288" y="0"/>
              <a:chExt cx="5098" cy="4316"/>
            </a:xfrm>
          </p:grpSpPr>
          <p:sp>
            <p:nvSpPr>
              <p:cNvPr id="26" name="Freeform 7">
                <a:extLst>
                  <a:ext uri="{FF2B5EF4-FFF2-40B4-BE49-F238E27FC236}">
                    <a16:creationId xmlns:a16="http://schemas.microsoft.com/office/drawing/2014/main" id="{48D98F20-FAA8-80D0-AF0D-4E5EE7E7DA7C}"/>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27" name="Freeform 8">
                <a:extLst>
                  <a:ext uri="{FF2B5EF4-FFF2-40B4-BE49-F238E27FC236}">
                    <a16:creationId xmlns:a16="http://schemas.microsoft.com/office/drawing/2014/main" id="{6E2F7D16-A775-24E2-0BE7-FF7EA70D6DDE}"/>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28" name="Freeform 9">
                <a:extLst>
                  <a:ext uri="{FF2B5EF4-FFF2-40B4-BE49-F238E27FC236}">
                    <a16:creationId xmlns:a16="http://schemas.microsoft.com/office/drawing/2014/main" id="{3C4E6805-3478-0F8A-8F1D-CD8D0EDD3D7F}"/>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29" name="Freeform 10">
                <a:extLst>
                  <a:ext uri="{FF2B5EF4-FFF2-40B4-BE49-F238E27FC236}">
                    <a16:creationId xmlns:a16="http://schemas.microsoft.com/office/drawing/2014/main" id="{69DFF026-E0E6-000C-943B-A24958069919}"/>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0" name="Freeform 11">
                <a:extLst>
                  <a:ext uri="{FF2B5EF4-FFF2-40B4-BE49-F238E27FC236}">
                    <a16:creationId xmlns:a16="http://schemas.microsoft.com/office/drawing/2014/main" id="{85B07B52-5B0B-2DCE-DFE5-6070C4E862CF}"/>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1" name="Freeform 12">
                <a:extLst>
                  <a:ext uri="{FF2B5EF4-FFF2-40B4-BE49-F238E27FC236}">
                    <a16:creationId xmlns:a16="http://schemas.microsoft.com/office/drawing/2014/main" id="{1F879909-E867-643B-B049-2C1CED5C1823}"/>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2" name="Freeform 13">
                <a:extLst>
                  <a:ext uri="{FF2B5EF4-FFF2-40B4-BE49-F238E27FC236}">
                    <a16:creationId xmlns:a16="http://schemas.microsoft.com/office/drawing/2014/main" id="{DC6B8354-6700-E12D-ABD3-34032DF0582D}"/>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3" name="Freeform 14">
                <a:extLst>
                  <a:ext uri="{FF2B5EF4-FFF2-40B4-BE49-F238E27FC236}">
                    <a16:creationId xmlns:a16="http://schemas.microsoft.com/office/drawing/2014/main" id="{95C00F16-2AB3-DFEC-B670-10EC86A015EA}"/>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4" name="Freeform 15">
                <a:extLst>
                  <a:ext uri="{FF2B5EF4-FFF2-40B4-BE49-F238E27FC236}">
                    <a16:creationId xmlns:a16="http://schemas.microsoft.com/office/drawing/2014/main" id="{17261A84-B546-D881-39AD-A7856C9211CD}"/>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5" name="Freeform 16">
                <a:extLst>
                  <a:ext uri="{FF2B5EF4-FFF2-40B4-BE49-F238E27FC236}">
                    <a16:creationId xmlns:a16="http://schemas.microsoft.com/office/drawing/2014/main" id="{DA468058-AA66-079E-043E-DA9444C2A43A}"/>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6" name="Freeform 17">
                <a:extLst>
                  <a:ext uri="{FF2B5EF4-FFF2-40B4-BE49-F238E27FC236}">
                    <a16:creationId xmlns:a16="http://schemas.microsoft.com/office/drawing/2014/main" id="{1E0B9EAF-B116-D278-D352-BB294472D0F2}"/>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7" name="Freeform 18">
                <a:extLst>
                  <a:ext uri="{FF2B5EF4-FFF2-40B4-BE49-F238E27FC236}">
                    <a16:creationId xmlns:a16="http://schemas.microsoft.com/office/drawing/2014/main" id="{4664FEC6-353C-53D0-3799-6ED3F64FFF13}"/>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38" name="Freeform 19">
                <a:extLst>
                  <a:ext uri="{FF2B5EF4-FFF2-40B4-BE49-F238E27FC236}">
                    <a16:creationId xmlns:a16="http://schemas.microsoft.com/office/drawing/2014/main" id="{F5178467-851D-B5E9-CB4B-EEB9E699302C}"/>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grpSp>
        <p:sp>
          <p:nvSpPr>
            <p:cNvPr id="7" name="Freeform 20">
              <a:extLst>
                <a:ext uri="{FF2B5EF4-FFF2-40B4-BE49-F238E27FC236}">
                  <a16:creationId xmlns:a16="http://schemas.microsoft.com/office/drawing/2014/main" id="{B2867444-4370-A1D1-B655-3D3904CA296B}"/>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8" name="Freeform 21">
              <a:extLst>
                <a:ext uri="{FF2B5EF4-FFF2-40B4-BE49-F238E27FC236}">
                  <a16:creationId xmlns:a16="http://schemas.microsoft.com/office/drawing/2014/main" id="{696C8364-C002-FB76-A956-4DFA421A555B}"/>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9" name="Freeform 22">
              <a:extLst>
                <a:ext uri="{FF2B5EF4-FFF2-40B4-BE49-F238E27FC236}">
                  <a16:creationId xmlns:a16="http://schemas.microsoft.com/office/drawing/2014/main" id="{67A87488-A2D0-3409-5720-CD56EFA33CF5}"/>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0" name="Freeform 23">
              <a:extLst>
                <a:ext uri="{FF2B5EF4-FFF2-40B4-BE49-F238E27FC236}">
                  <a16:creationId xmlns:a16="http://schemas.microsoft.com/office/drawing/2014/main" id="{7EE9212D-3219-266E-21AA-21FE1181E6A4}"/>
                </a:ext>
              </a:extLst>
            </p:cNvPr>
            <p:cNvSpPr>
              <a:spLocks/>
            </p:cNvSpPr>
            <p:nvPr/>
          </p:nvSpPr>
          <p:spPr bwMode="hidden">
            <a:xfrm>
              <a:off x="5041" y="0"/>
              <a:ext cx="719" cy="845"/>
            </a:xfrm>
            <a:custGeom>
              <a:avLst/>
              <a:gdLst>
                <a:gd name="T0" fmla="*/ 1005 w 717"/>
                <a:gd name="T1" fmla="*/ 845 h 845"/>
                <a:gd name="T2" fmla="*/ 1005 w 717"/>
                <a:gd name="T3" fmla="*/ 821 h 845"/>
                <a:gd name="T4" fmla="*/ 826 w 717"/>
                <a:gd name="T5" fmla="*/ 605 h 845"/>
                <a:gd name="T6" fmla="*/ 532 w 717"/>
                <a:gd name="T7" fmla="*/ 396 h 845"/>
                <a:gd name="T8" fmla="*/ 347 w 717"/>
                <a:gd name="T9" fmla="*/ 192 h 845"/>
                <a:gd name="T10" fmla="*/ 17 w 717"/>
                <a:gd name="T11" fmla="*/ 0 h 845"/>
                <a:gd name="T12" fmla="*/ 0 w 717"/>
                <a:gd name="T13" fmla="*/ 0 h 845"/>
                <a:gd name="T14" fmla="*/ 335 w 717"/>
                <a:gd name="T15" fmla="*/ 198 h 845"/>
                <a:gd name="T16" fmla="*/ 526 w 717"/>
                <a:gd name="T17" fmla="*/ 408 h 845"/>
                <a:gd name="T18" fmla="*/ 820 w 717"/>
                <a:gd name="T19" fmla="*/ 623 h 845"/>
                <a:gd name="T20" fmla="*/ 1005 w 717"/>
                <a:gd name="T21" fmla="*/ 845 h 845"/>
                <a:gd name="T22" fmla="*/ 100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24">
              <a:extLst>
                <a:ext uri="{FF2B5EF4-FFF2-40B4-BE49-F238E27FC236}">
                  <a16:creationId xmlns:a16="http://schemas.microsoft.com/office/drawing/2014/main" id="{FEBC6F75-3A4E-C0EC-0703-10052869681C}"/>
                </a:ext>
              </a:extLst>
            </p:cNvPr>
            <p:cNvSpPr>
              <a:spLocks/>
            </p:cNvSpPr>
            <p:nvPr/>
          </p:nvSpPr>
          <p:spPr bwMode="hidden">
            <a:xfrm>
              <a:off x="5352" y="0"/>
              <a:ext cx="408" cy="414"/>
            </a:xfrm>
            <a:custGeom>
              <a:avLst/>
              <a:gdLst>
                <a:gd name="T0" fmla="*/ 533 w 407"/>
                <a:gd name="T1" fmla="*/ 414 h 414"/>
                <a:gd name="T2" fmla="*/ 533 w 407"/>
                <a:gd name="T3" fmla="*/ 396 h 414"/>
                <a:gd name="T4" fmla="*/ 348 w 407"/>
                <a:gd name="T5" fmla="*/ 192 h 414"/>
                <a:gd name="T6" fmla="*/ 12 w 407"/>
                <a:gd name="T7" fmla="*/ 0 h 414"/>
                <a:gd name="T8" fmla="*/ 0 w 407"/>
                <a:gd name="T9" fmla="*/ 0 h 414"/>
                <a:gd name="T10" fmla="*/ 108 w 407"/>
                <a:gd name="T11" fmla="*/ 102 h 414"/>
                <a:gd name="T12" fmla="*/ 342 w 407"/>
                <a:gd name="T13" fmla="*/ 204 h 414"/>
                <a:gd name="T14" fmla="*/ 533 w 407"/>
                <a:gd name="T15" fmla="*/ 414 h 414"/>
                <a:gd name="T16" fmla="*/ 533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25">
              <a:extLst>
                <a:ext uri="{FF2B5EF4-FFF2-40B4-BE49-F238E27FC236}">
                  <a16:creationId xmlns:a16="http://schemas.microsoft.com/office/drawing/2014/main" id="{359873D1-7BDC-43AC-7CBF-6FF6D039CDEF}"/>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3" name="Freeform 26">
              <a:extLst>
                <a:ext uri="{FF2B5EF4-FFF2-40B4-BE49-F238E27FC236}">
                  <a16:creationId xmlns:a16="http://schemas.microsoft.com/office/drawing/2014/main" id="{8D4FF678-5DB3-94AE-5CB2-170F52FBC82E}"/>
                </a:ext>
              </a:extLst>
            </p:cNvPr>
            <p:cNvSpPr>
              <a:spLocks/>
            </p:cNvSpPr>
            <p:nvPr/>
          </p:nvSpPr>
          <p:spPr bwMode="hidden">
            <a:xfrm>
              <a:off x="6" y="0"/>
              <a:ext cx="588" cy="599"/>
            </a:xfrm>
            <a:custGeom>
              <a:avLst/>
              <a:gdLst>
                <a:gd name="T0" fmla="*/ 890 w 586"/>
                <a:gd name="T1" fmla="*/ 0 h 599"/>
                <a:gd name="T2" fmla="*/ 863 w 586"/>
                <a:gd name="T3" fmla="*/ 0 h 599"/>
                <a:gd name="T4" fmla="*/ 626 w 586"/>
                <a:gd name="T5" fmla="*/ 132 h 599"/>
                <a:gd name="T6" fmla="*/ 383 w 586"/>
                <a:gd name="T7" fmla="*/ 270 h 599"/>
                <a:gd name="T8" fmla="*/ 120 w 586"/>
                <a:gd name="T9" fmla="*/ 420 h 599"/>
                <a:gd name="T10" fmla="*/ 0 w 586"/>
                <a:gd name="T11" fmla="*/ 575 h 599"/>
                <a:gd name="T12" fmla="*/ 0 w 586"/>
                <a:gd name="T13" fmla="*/ 599 h 599"/>
                <a:gd name="T14" fmla="*/ 120 w 586"/>
                <a:gd name="T15" fmla="*/ 432 h 599"/>
                <a:gd name="T16" fmla="*/ 383 w 586"/>
                <a:gd name="T17" fmla="*/ 282 h 599"/>
                <a:gd name="T18" fmla="*/ 638 w 586"/>
                <a:gd name="T19" fmla="*/ 138 h 599"/>
                <a:gd name="T20" fmla="*/ 890 w 586"/>
                <a:gd name="T21" fmla="*/ 0 h 599"/>
                <a:gd name="T22" fmla="*/ 890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27">
              <a:extLst>
                <a:ext uri="{FF2B5EF4-FFF2-40B4-BE49-F238E27FC236}">
                  <a16:creationId xmlns:a16="http://schemas.microsoft.com/office/drawing/2014/main" id="{CF2E7067-A330-7258-F23F-BA597940281F}"/>
                </a:ext>
              </a:extLst>
            </p:cNvPr>
            <p:cNvSpPr>
              <a:spLocks/>
            </p:cNvSpPr>
            <p:nvPr/>
          </p:nvSpPr>
          <p:spPr bwMode="hidden">
            <a:xfrm>
              <a:off x="6" y="0"/>
              <a:ext cx="270" cy="252"/>
            </a:xfrm>
            <a:custGeom>
              <a:avLst/>
              <a:gdLst>
                <a:gd name="T0" fmla="*/ 395 w 269"/>
                <a:gd name="T1" fmla="*/ 0 h 252"/>
                <a:gd name="T2" fmla="*/ 377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95 w 269"/>
                <a:gd name="T15" fmla="*/ 0 h 252"/>
                <a:gd name="T16" fmla="*/ 395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Line 28">
              <a:extLst>
                <a:ext uri="{FF2B5EF4-FFF2-40B4-BE49-F238E27FC236}">
                  <a16:creationId xmlns:a16="http://schemas.microsoft.com/office/drawing/2014/main" id="{BD0222E8-C2E8-F656-1AFE-88FB19C4667E}"/>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29">
              <a:extLst>
                <a:ext uri="{FF2B5EF4-FFF2-40B4-BE49-F238E27FC236}">
                  <a16:creationId xmlns:a16="http://schemas.microsoft.com/office/drawing/2014/main" id="{8AAA31E0-5725-A22D-4C37-81D6E7D12C37}"/>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Line 30">
              <a:extLst>
                <a:ext uri="{FF2B5EF4-FFF2-40B4-BE49-F238E27FC236}">
                  <a16:creationId xmlns:a16="http://schemas.microsoft.com/office/drawing/2014/main" id="{4DA4B23D-CF05-262C-8E65-A32BB3C4A461}"/>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8" name="Group 31">
              <a:extLst>
                <a:ext uri="{FF2B5EF4-FFF2-40B4-BE49-F238E27FC236}">
                  <a16:creationId xmlns:a16="http://schemas.microsoft.com/office/drawing/2014/main" id="{BDC908A3-FCA8-242D-5128-1AF2FBC0B403}"/>
                </a:ext>
              </a:extLst>
            </p:cNvPr>
            <p:cNvGrpSpPr>
              <a:grpSpLocks/>
            </p:cNvGrpSpPr>
            <p:nvPr/>
          </p:nvGrpSpPr>
          <p:grpSpPr bwMode="auto">
            <a:xfrm>
              <a:off x="1" y="392"/>
              <a:ext cx="5758" cy="1571"/>
              <a:chOff x="1" y="392"/>
              <a:chExt cx="5758" cy="1571"/>
            </a:xfrm>
          </p:grpSpPr>
          <p:sp>
            <p:nvSpPr>
              <p:cNvPr id="21" name="Line 32">
                <a:extLst>
                  <a:ext uri="{FF2B5EF4-FFF2-40B4-BE49-F238E27FC236}">
                    <a16:creationId xmlns:a16="http://schemas.microsoft.com/office/drawing/2014/main" id="{1E36E29E-AB34-3CC4-C12F-19E1C1E40739}"/>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Line 33">
                <a:extLst>
                  <a:ext uri="{FF2B5EF4-FFF2-40B4-BE49-F238E27FC236}">
                    <a16:creationId xmlns:a16="http://schemas.microsoft.com/office/drawing/2014/main" id="{C1CDE396-DCF6-5844-9FEC-EFFD4EE5FF0A}"/>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34">
                <a:extLst>
                  <a:ext uri="{FF2B5EF4-FFF2-40B4-BE49-F238E27FC236}">
                    <a16:creationId xmlns:a16="http://schemas.microsoft.com/office/drawing/2014/main" id="{E59A78C4-D129-F277-5B8F-184FF4E187E4}"/>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35">
                <a:extLst>
                  <a:ext uri="{FF2B5EF4-FFF2-40B4-BE49-F238E27FC236}">
                    <a16:creationId xmlns:a16="http://schemas.microsoft.com/office/drawing/2014/main" id="{82775329-5643-93F7-6C1C-E60FB38F60BB}"/>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Line 36">
                <a:extLst>
                  <a:ext uri="{FF2B5EF4-FFF2-40B4-BE49-F238E27FC236}">
                    <a16:creationId xmlns:a16="http://schemas.microsoft.com/office/drawing/2014/main" id="{EC777B31-A89D-B02B-D091-10830EFE2CE7}"/>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9" name="Line 37">
              <a:extLst>
                <a:ext uri="{FF2B5EF4-FFF2-40B4-BE49-F238E27FC236}">
                  <a16:creationId xmlns:a16="http://schemas.microsoft.com/office/drawing/2014/main" id="{D82EE511-4FF9-7208-5AED-8EC5B060B3EE}"/>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Line 38">
              <a:extLst>
                <a:ext uri="{FF2B5EF4-FFF2-40B4-BE49-F238E27FC236}">
                  <a16:creationId xmlns:a16="http://schemas.microsoft.com/office/drawing/2014/main" id="{3A78544E-94E8-8447-8544-FDA9F93B3149}"/>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65703" name="Rectangle 39"/>
          <p:cNvSpPr>
            <a:spLocks noGrp="1" noChangeArrowheads="1"/>
          </p:cNvSpPr>
          <p:nvPr>
            <p:ph type="ctrTitle" sz="quarter"/>
          </p:nvPr>
        </p:nvSpPr>
        <p:spPr>
          <a:xfrm>
            <a:off x="685800" y="1692275"/>
            <a:ext cx="7772400" cy="1736725"/>
          </a:xfrm>
        </p:spPr>
        <p:txBody>
          <a:bodyPr anchor="b"/>
          <a:lstStyle>
            <a:lvl1pPr>
              <a:defRPr sz="5400"/>
            </a:lvl1pPr>
          </a:lstStyle>
          <a:p>
            <a:r>
              <a:rPr lang="zh-CN" altLang="en-US"/>
              <a:t>单击此处编辑母版标题样式</a:t>
            </a:r>
          </a:p>
        </p:txBody>
      </p:sp>
      <p:sp>
        <p:nvSpPr>
          <p:cNvPr id="1265704" name="Rectangle 40"/>
          <p:cNvSpPr>
            <a:spLocks noGrp="1" noChangeArrowheads="1"/>
          </p:cNvSpPr>
          <p:nvPr>
            <p:ph type="subTitle" sz="quarter" idx="1"/>
          </p:nvPr>
        </p:nvSpPr>
        <p:spPr>
          <a:xfrm>
            <a:off x="1371600" y="3886200"/>
            <a:ext cx="64008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39" name="Rectangle 41">
            <a:extLst>
              <a:ext uri="{FF2B5EF4-FFF2-40B4-BE49-F238E27FC236}">
                <a16:creationId xmlns:a16="http://schemas.microsoft.com/office/drawing/2014/main" id="{5D397DDA-5FA6-D247-AE95-62761E076194}"/>
              </a:ext>
            </a:extLst>
          </p:cNvPr>
          <p:cNvSpPr>
            <a:spLocks noGrp="1" noChangeArrowheads="1"/>
          </p:cNvSpPr>
          <p:nvPr>
            <p:ph type="dt" sz="quarter" idx="10"/>
          </p:nvPr>
        </p:nvSpPr>
        <p:spPr/>
        <p:txBody>
          <a:bodyPr/>
          <a:lstStyle>
            <a:lvl1pPr>
              <a:defRPr/>
            </a:lvl1pPr>
          </a:lstStyle>
          <a:p>
            <a:pPr>
              <a:defRPr/>
            </a:pPr>
            <a:endParaRPr lang="en-US" altLang="zh-CN"/>
          </a:p>
        </p:txBody>
      </p:sp>
      <p:sp>
        <p:nvSpPr>
          <p:cNvPr id="40" name="Rectangle 42">
            <a:extLst>
              <a:ext uri="{FF2B5EF4-FFF2-40B4-BE49-F238E27FC236}">
                <a16:creationId xmlns:a16="http://schemas.microsoft.com/office/drawing/2014/main" id="{D087A731-4D25-BF3F-6AFD-9EB295044712}"/>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41" name="Rectangle 43">
            <a:extLst>
              <a:ext uri="{FF2B5EF4-FFF2-40B4-BE49-F238E27FC236}">
                <a16:creationId xmlns:a16="http://schemas.microsoft.com/office/drawing/2014/main" id="{4A5996E0-0EE7-F088-D6D7-0B1DFD71B4DD}"/>
              </a:ext>
            </a:extLst>
          </p:cNvPr>
          <p:cNvSpPr>
            <a:spLocks noGrp="1" noChangeArrowheads="1"/>
          </p:cNvSpPr>
          <p:nvPr>
            <p:ph type="sldNum" sz="quarter" idx="12"/>
          </p:nvPr>
        </p:nvSpPr>
        <p:spPr/>
        <p:txBody>
          <a:bodyPr/>
          <a:lstStyle>
            <a:lvl1pPr>
              <a:defRPr/>
            </a:lvl1pPr>
          </a:lstStyle>
          <a:p>
            <a:fld id="{42C5DC3F-8728-4C93-8B4E-236D8E687A1C}" type="slidenum">
              <a:rPr lang="en-US" altLang="zh-CN"/>
              <a:pPr/>
              <a:t>‹#›</a:t>
            </a:fld>
            <a:endParaRPr lang="en-US" altLang="zh-CN"/>
          </a:p>
        </p:txBody>
      </p:sp>
    </p:spTree>
    <p:extLst>
      <p:ext uri="{BB962C8B-B14F-4D97-AF65-F5344CB8AC3E}">
        <p14:creationId xmlns:p14="http://schemas.microsoft.com/office/powerpoint/2010/main" val="15818423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BE242281-8A27-F3B8-C18D-F413B1E0A02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71EF4285-369A-0F0B-0ACA-2CAC7A1878B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B8791579-F5B1-299A-ABDC-54E2A5499C88}"/>
              </a:ext>
            </a:extLst>
          </p:cNvPr>
          <p:cNvSpPr>
            <a:spLocks noGrp="1" noChangeArrowheads="1"/>
          </p:cNvSpPr>
          <p:nvPr>
            <p:ph type="sldNum" sz="quarter" idx="12"/>
          </p:nvPr>
        </p:nvSpPr>
        <p:spPr>
          <a:ln/>
        </p:spPr>
        <p:txBody>
          <a:bodyPr/>
          <a:lstStyle>
            <a:lvl1pPr>
              <a:defRPr/>
            </a:lvl1pPr>
          </a:lstStyle>
          <a:p>
            <a:fld id="{E2864A7C-262D-41A4-BC69-4E2AB6D729B2}" type="slidenum">
              <a:rPr lang="en-US" altLang="zh-CN"/>
              <a:pPr/>
              <a:t>‹#›</a:t>
            </a:fld>
            <a:endParaRPr lang="en-US" altLang="zh-CN"/>
          </a:p>
        </p:txBody>
      </p:sp>
    </p:spTree>
    <p:extLst>
      <p:ext uri="{BB962C8B-B14F-4D97-AF65-F5344CB8AC3E}">
        <p14:creationId xmlns:p14="http://schemas.microsoft.com/office/powerpoint/2010/main" val="4201640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0">
            <a:extLst>
              <a:ext uri="{FF2B5EF4-FFF2-40B4-BE49-F238E27FC236}">
                <a16:creationId xmlns:a16="http://schemas.microsoft.com/office/drawing/2014/main" id="{07B4D145-CD46-29BC-4BEA-715281C76EB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7B4DE78D-10B2-4C41-A759-C70E923360D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CB01E68F-0E62-F910-B97F-0281A3CCC3F8}"/>
              </a:ext>
            </a:extLst>
          </p:cNvPr>
          <p:cNvSpPr>
            <a:spLocks noGrp="1" noChangeArrowheads="1"/>
          </p:cNvSpPr>
          <p:nvPr>
            <p:ph type="sldNum" sz="quarter" idx="12"/>
          </p:nvPr>
        </p:nvSpPr>
        <p:spPr>
          <a:ln/>
        </p:spPr>
        <p:txBody>
          <a:bodyPr/>
          <a:lstStyle>
            <a:lvl1pPr>
              <a:defRPr/>
            </a:lvl1pPr>
          </a:lstStyle>
          <a:p>
            <a:fld id="{A0C9211D-D0AE-4061-9B42-27413530EF1C}" type="slidenum">
              <a:rPr lang="en-US" altLang="zh-CN"/>
              <a:pPr/>
              <a:t>‹#›</a:t>
            </a:fld>
            <a:endParaRPr lang="en-US" altLang="zh-CN"/>
          </a:p>
        </p:txBody>
      </p:sp>
    </p:spTree>
    <p:extLst>
      <p:ext uri="{BB962C8B-B14F-4D97-AF65-F5344CB8AC3E}">
        <p14:creationId xmlns:p14="http://schemas.microsoft.com/office/powerpoint/2010/main" val="1468138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0">
            <a:extLst>
              <a:ext uri="{FF2B5EF4-FFF2-40B4-BE49-F238E27FC236}">
                <a16:creationId xmlns:a16="http://schemas.microsoft.com/office/drawing/2014/main" id="{7935EDDC-F92C-8D83-DEC8-C6829EDAE6F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AF61EDAB-3B5E-6DCD-0F8F-0BA222B53F4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4287197E-A1FA-3531-6F29-7CC17528BF54}"/>
              </a:ext>
            </a:extLst>
          </p:cNvPr>
          <p:cNvSpPr>
            <a:spLocks noGrp="1" noChangeArrowheads="1"/>
          </p:cNvSpPr>
          <p:nvPr>
            <p:ph type="sldNum" sz="quarter" idx="12"/>
          </p:nvPr>
        </p:nvSpPr>
        <p:spPr>
          <a:ln/>
        </p:spPr>
        <p:txBody>
          <a:bodyPr/>
          <a:lstStyle>
            <a:lvl1pPr>
              <a:defRPr/>
            </a:lvl1pPr>
          </a:lstStyle>
          <a:p>
            <a:fld id="{40E15D0E-3920-48E5-8C44-13E25A87A851}" type="slidenum">
              <a:rPr lang="en-US" altLang="zh-CN"/>
              <a:pPr/>
              <a:t>‹#›</a:t>
            </a:fld>
            <a:endParaRPr lang="en-US" altLang="zh-CN"/>
          </a:p>
        </p:txBody>
      </p:sp>
    </p:spTree>
    <p:extLst>
      <p:ext uri="{BB962C8B-B14F-4D97-AF65-F5344CB8AC3E}">
        <p14:creationId xmlns:p14="http://schemas.microsoft.com/office/powerpoint/2010/main" val="4163780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0">
            <a:extLst>
              <a:ext uri="{FF2B5EF4-FFF2-40B4-BE49-F238E27FC236}">
                <a16:creationId xmlns:a16="http://schemas.microsoft.com/office/drawing/2014/main" id="{B8F7ECDE-4481-ECAB-0A9B-E2C51690102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41">
            <a:extLst>
              <a:ext uri="{FF2B5EF4-FFF2-40B4-BE49-F238E27FC236}">
                <a16:creationId xmlns:a16="http://schemas.microsoft.com/office/drawing/2014/main" id="{001B6698-F1EF-A347-827E-05735E4D776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42">
            <a:extLst>
              <a:ext uri="{FF2B5EF4-FFF2-40B4-BE49-F238E27FC236}">
                <a16:creationId xmlns:a16="http://schemas.microsoft.com/office/drawing/2014/main" id="{2A723F5F-476D-D28C-024E-C4B9884DB383}"/>
              </a:ext>
            </a:extLst>
          </p:cNvPr>
          <p:cNvSpPr>
            <a:spLocks noGrp="1" noChangeArrowheads="1"/>
          </p:cNvSpPr>
          <p:nvPr>
            <p:ph type="sldNum" sz="quarter" idx="12"/>
          </p:nvPr>
        </p:nvSpPr>
        <p:spPr>
          <a:ln/>
        </p:spPr>
        <p:txBody>
          <a:bodyPr/>
          <a:lstStyle>
            <a:lvl1pPr>
              <a:defRPr/>
            </a:lvl1pPr>
          </a:lstStyle>
          <a:p>
            <a:fld id="{1AE2AE6F-E01C-4C61-B155-A997CEFB9036}" type="slidenum">
              <a:rPr lang="en-US" altLang="zh-CN"/>
              <a:pPr/>
              <a:t>‹#›</a:t>
            </a:fld>
            <a:endParaRPr lang="en-US" altLang="zh-CN"/>
          </a:p>
        </p:txBody>
      </p:sp>
    </p:spTree>
    <p:extLst>
      <p:ext uri="{BB962C8B-B14F-4D97-AF65-F5344CB8AC3E}">
        <p14:creationId xmlns:p14="http://schemas.microsoft.com/office/powerpoint/2010/main" val="2996812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0">
            <a:extLst>
              <a:ext uri="{FF2B5EF4-FFF2-40B4-BE49-F238E27FC236}">
                <a16:creationId xmlns:a16="http://schemas.microsoft.com/office/drawing/2014/main" id="{2350D41D-AA96-8F09-3C83-34961CC98D2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41">
            <a:extLst>
              <a:ext uri="{FF2B5EF4-FFF2-40B4-BE49-F238E27FC236}">
                <a16:creationId xmlns:a16="http://schemas.microsoft.com/office/drawing/2014/main" id="{1E6D9936-4DD1-9C1A-D116-FBDDF0550DB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42">
            <a:extLst>
              <a:ext uri="{FF2B5EF4-FFF2-40B4-BE49-F238E27FC236}">
                <a16:creationId xmlns:a16="http://schemas.microsoft.com/office/drawing/2014/main" id="{4857D1C9-FB4E-A8B5-A3EF-2AE9D9919791}"/>
              </a:ext>
            </a:extLst>
          </p:cNvPr>
          <p:cNvSpPr>
            <a:spLocks noGrp="1" noChangeArrowheads="1"/>
          </p:cNvSpPr>
          <p:nvPr>
            <p:ph type="sldNum" sz="quarter" idx="12"/>
          </p:nvPr>
        </p:nvSpPr>
        <p:spPr>
          <a:ln/>
        </p:spPr>
        <p:txBody>
          <a:bodyPr/>
          <a:lstStyle>
            <a:lvl1pPr>
              <a:defRPr/>
            </a:lvl1pPr>
          </a:lstStyle>
          <a:p>
            <a:fld id="{DE25D673-1346-489C-9761-A5CFD37B07BD}" type="slidenum">
              <a:rPr lang="en-US" altLang="zh-CN"/>
              <a:pPr/>
              <a:t>‹#›</a:t>
            </a:fld>
            <a:endParaRPr lang="en-US" altLang="zh-CN"/>
          </a:p>
        </p:txBody>
      </p:sp>
    </p:spTree>
    <p:extLst>
      <p:ext uri="{BB962C8B-B14F-4D97-AF65-F5344CB8AC3E}">
        <p14:creationId xmlns:p14="http://schemas.microsoft.com/office/powerpoint/2010/main" val="2705798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a:extLst>
              <a:ext uri="{FF2B5EF4-FFF2-40B4-BE49-F238E27FC236}">
                <a16:creationId xmlns:a16="http://schemas.microsoft.com/office/drawing/2014/main" id="{E05ACE0C-8A62-3D08-A453-9740D92E86A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41">
            <a:extLst>
              <a:ext uri="{FF2B5EF4-FFF2-40B4-BE49-F238E27FC236}">
                <a16:creationId xmlns:a16="http://schemas.microsoft.com/office/drawing/2014/main" id="{DC0D0F3B-F045-DE61-0FB8-1714BFF19FD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42">
            <a:extLst>
              <a:ext uri="{FF2B5EF4-FFF2-40B4-BE49-F238E27FC236}">
                <a16:creationId xmlns:a16="http://schemas.microsoft.com/office/drawing/2014/main" id="{3A2B06FF-DA22-0740-3524-6236D99BCFE6}"/>
              </a:ext>
            </a:extLst>
          </p:cNvPr>
          <p:cNvSpPr>
            <a:spLocks noGrp="1" noChangeArrowheads="1"/>
          </p:cNvSpPr>
          <p:nvPr>
            <p:ph type="sldNum" sz="quarter" idx="12"/>
          </p:nvPr>
        </p:nvSpPr>
        <p:spPr>
          <a:ln/>
        </p:spPr>
        <p:txBody>
          <a:bodyPr/>
          <a:lstStyle>
            <a:lvl1pPr>
              <a:defRPr/>
            </a:lvl1pPr>
          </a:lstStyle>
          <a:p>
            <a:fld id="{0A72B746-7134-49C9-9771-8D0F67454759}" type="slidenum">
              <a:rPr lang="en-US" altLang="zh-CN"/>
              <a:pPr/>
              <a:t>‹#›</a:t>
            </a:fld>
            <a:endParaRPr lang="en-US" altLang="zh-CN"/>
          </a:p>
        </p:txBody>
      </p:sp>
    </p:spTree>
    <p:extLst>
      <p:ext uri="{BB962C8B-B14F-4D97-AF65-F5344CB8AC3E}">
        <p14:creationId xmlns:p14="http://schemas.microsoft.com/office/powerpoint/2010/main" val="3707576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34E7E537-755F-7F10-3270-37FF29254F2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6B64C6DC-4FE5-B250-7C21-6B89146939C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78B23C21-B457-9236-E39A-533183CDA920}"/>
              </a:ext>
            </a:extLst>
          </p:cNvPr>
          <p:cNvSpPr>
            <a:spLocks noGrp="1" noChangeArrowheads="1"/>
          </p:cNvSpPr>
          <p:nvPr>
            <p:ph type="sldNum" sz="quarter" idx="12"/>
          </p:nvPr>
        </p:nvSpPr>
        <p:spPr>
          <a:ln/>
        </p:spPr>
        <p:txBody>
          <a:bodyPr/>
          <a:lstStyle>
            <a:lvl1pPr>
              <a:defRPr/>
            </a:lvl1pPr>
          </a:lstStyle>
          <a:p>
            <a:fld id="{31989896-0FFA-406B-8DC1-75764CF60290}" type="slidenum">
              <a:rPr lang="en-US" altLang="zh-CN"/>
              <a:pPr/>
              <a:t>‹#›</a:t>
            </a:fld>
            <a:endParaRPr lang="en-US" altLang="zh-CN"/>
          </a:p>
        </p:txBody>
      </p:sp>
    </p:spTree>
    <p:extLst>
      <p:ext uri="{BB962C8B-B14F-4D97-AF65-F5344CB8AC3E}">
        <p14:creationId xmlns:p14="http://schemas.microsoft.com/office/powerpoint/2010/main" val="13700148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a:extLst>
              <a:ext uri="{FF2B5EF4-FFF2-40B4-BE49-F238E27FC236}">
                <a16:creationId xmlns:a16="http://schemas.microsoft.com/office/drawing/2014/main" id="{DA1E1D36-B457-9135-BA67-C5C73F7094B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41">
            <a:extLst>
              <a:ext uri="{FF2B5EF4-FFF2-40B4-BE49-F238E27FC236}">
                <a16:creationId xmlns:a16="http://schemas.microsoft.com/office/drawing/2014/main" id="{9AE1D01A-BA11-1F18-0387-07AB05D3F09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42">
            <a:extLst>
              <a:ext uri="{FF2B5EF4-FFF2-40B4-BE49-F238E27FC236}">
                <a16:creationId xmlns:a16="http://schemas.microsoft.com/office/drawing/2014/main" id="{6ADAB39D-D9D1-9109-4721-B036B57411DE}"/>
              </a:ext>
            </a:extLst>
          </p:cNvPr>
          <p:cNvSpPr>
            <a:spLocks noGrp="1" noChangeArrowheads="1"/>
          </p:cNvSpPr>
          <p:nvPr>
            <p:ph type="sldNum" sz="quarter" idx="12"/>
          </p:nvPr>
        </p:nvSpPr>
        <p:spPr>
          <a:ln/>
        </p:spPr>
        <p:txBody>
          <a:bodyPr/>
          <a:lstStyle>
            <a:lvl1pPr>
              <a:defRPr/>
            </a:lvl1pPr>
          </a:lstStyle>
          <a:p>
            <a:fld id="{A2FDC8A7-55D4-4F80-ACCE-1115713E2CDA}" type="slidenum">
              <a:rPr lang="en-US" altLang="zh-CN"/>
              <a:pPr/>
              <a:t>‹#›</a:t>
            </a:fld>
            <a:endParaRPr lang="en-US" altLang="zh-CN"/>
          </a:p>
        </p:txBody>
      </p:sp>
    </p:spTree>
    <p:extLst>
      <p:ext uri="{BB962C8B-B14F-4D97-AF65-F5344CB8AC3E}">
        <p14:creationId xmlns:p14="http://schemas.microsoft.com/office/powerpoint/2010/main" val="2044810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EA230E4D-2C91-C123-475D-133B179477D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1C3C3CBC-1D81-17B2-B5FC-543CC0DF6B7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55C37A55-BB26-C171-0DA6-E58ACD41963B}"/>
              </a:ext>
            </a:extLst>
          </p:cNvPr>
          <p:cNvSpPr>
            <a:spLocks noGrp="1" noChangeArrowheads="1"/>
          </p:cNvSpPr>
          <p:nvPr>
            <p:ph type="sldNum" sz="quarter" idx="12"/>
          </p:nvPr>
        </p:nvSpPr>
        <p:spPr>
          <a:ln/>
        </p:spPr>
        <p:txBody>
          <a:bodyPr/>
          <a:lstStyle>
            <a:lvl1pPr>
              <a:defRPr/>
            </a:lvl1pPr>
          </a:lstStyle>
          <a:p>
            <a:fld id="{4EAEAE89-2170-4746-8778-B3FAFDF9FBF2}" type="slidenum">
              <a:rPr lang="en-US" altLang="zh-CN"/>
              <a:pPr/>
              <a:t>‹#›</a:t>
            </a:fld>
            <a:endParaRPr lang="en-US" altLang="zh-CN"/>
          </a:p>
        </p:txBody>
      </p:sp>
    </p:spTree>
    <p:extLst>
      <p:ext uri="{BB962C8B-B14F-4D97-AF65-F5344CB8AC3E}">
        <p14:creationId xmlns:p14="http://schemas.microsoft.com/office/powerpoint/2010/main" val="1737729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198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a:extLst>
              <a:ext uri="{FF2B5EF4-FFF2-40B4-BE49-F238E27FC236}">
                <a16:creationId xmlns:a16="http://schemas.microsoft.com/office/drawing/2014/main" id="{15D53688-A54A-B47B-FBD5-34CC24058B5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41">
            <a:extLst>
              <a:ext uri="{FF2B5EF4-FFF2-40B4-BE49-F238E27FC236}">
                <a16:creationId xmlns:a16="http://schemas.microsoft.com/office/drawing/2014/main" id="{DF271C84-ED79-26EA-D6BB-11104A27EA2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42">
            <a:extLst>
              <a:ext uri="{FF2B5EF4-FFF2-40B4-BE49-F238E27FC236}">
                <a16:creationId xmlns:a16="http://schemas.microsoft.com/office/drawing/2014/main" id="{881EEC1F-61A9-2FFC-4E01-94330733778E}"/>
              </a:ext>
            </a:extLst>
          </p:cNvPr>
          <p:cNvSpPr>
            <a:spLocks noGrp="1" noChangeArrowheads="1"/>
          </p:cNvSpPr>
          <p:nvPr>
            <p:ph type="sldNum" sz="quarter" idx="12"/>
          </p:nvPr>
        </p:nvSpPr>
        <p:spPr>
          <a:ln/>
        </p:spPr>
        <p:txBody>
          <a:bodyPr/>
          <a:lstStyle>
            <a:lvl1pPr>
              <a:defRPr/>
            </a:lvl1pPr>
          </a:lstStyle>
          <a:p>
            <a:fld id="{841F63A4-6D2C-4EF8-81FF-82321F204D11}" type="slidenum">
              <a:rPr lang="en-US" altLang="zh-CN"/>
              <a:pPr/>
              <a:t>‹#›</a:t>
            </a:fld>
            <a:endParaRPr lang="en-US" altLang="zh-CN"/>
          </a:p>
        </p:txBody>
      </p:sp>
    </p:spTree>
    <p:extLst>
      <p:ext uri="{BB962C8B-B14F-4D97-AF65-F5344CB8AC3E}">
        <p14:creationId xmlns:p14="http://schemas.microsoft.com/office/powerpoint/2010/main" val="445547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4D99"/>
            </a:gs>
            <a:gs pos="100000">
              <a:srgbClr val="002850"/>
            </a:gs>
          </a:gsLst>
          <a:lin ang="5400000" scaled="1"/>
        </a:gra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2186F493-5877-43BC-C5A0-932EF83271E3}"/>
              </a:ext>
            </a:extLst>
          </p:cNvPr>
          <p:cNvGrpSpPr>
            <a:grpSpLocks/>
          </p:cNvGrpSpPr>
          <p:nvPr/>
        </p:nvGrpSpPr>
        <p:grpSpPr bwMode="auto">
          <a:xfrm>
            <a:off x="1588" y="0"/>
            <a:ext cx="9148762" cy="6851650"/>
            <a:chOff x="1" y="0"/>
            <a:chExt cx="5763" cy="4316"/>
          </a:xfrm>
        </p:grpSpPr>
        <p:sp>
          <p:nvSpPr>
            <p:cNvPr id="1264643" name="Freeform 3">
              <a:extLst>
                <a:ext uri="{FF2B5EF4-FFF2-40B4-BE49-F238E27FC236}">
                  <a16:creationId xmlns:a16="http://schemas.microsoft.com/office/drawing/2014/main" id="{E4CEC8EF-1266-71C3-35C4-C0B699B13C3F}"/>
                </a:ext>
              </a:extLst>
            </p:cNvPr>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44" name="Freeform 4">
              <a:extLst>
                <a:ext uri="{FF2B5EF4-FFF2-40B4-BE49-F238E27FC236}">
                  <a16:creationId xmlns:a16="http://schemas.microsoft.com/office/drawing/2014/main" id="{7A505273-D781-405A-DE5E-8FFA2818A46C}"/>
                </a:ext>
              </a:extLst>
            </p:cNvPr>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45" name="Freeform 5">
              <a:extLst>
                <a:ext uri="{FF2B5EF4-FFF2-40B4-BE49-F238E27FC236}">
                  <a16:creationId xmlns:a16="http://schemas.microsoft.com/office/drawing/2014/main" id="{B965DCCD-9F98-C7FA-A2E0-D6E10168E57E}"/>
                </a:ext>
              </a:extLst>
            </p:cNvPr>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grpSp>
          <p:nvGrpSpPr>
            <p:cNvPr id="1035" name="Group 6">
              <a:extLst>
                <a:ext uri="{FF2B5EF4-FFF2-40B4-BE49-F238E27FC236}">
                  <a16:creationId xmlns:a16="http://schemas.microsoft.com/office/drawing/2014/main" id="{81DE294D-6AD7-0317-12B3-9EDE13790AA5}"/>
                </a:ext>
              </a:extLst>
            </p:cNvPr>
            <p:cNvGrpSpPr>
              <a:grpSpLocks/>
            </p:cNvGrpSpPr>
            <p:nvPr/>
          </p:nvGrpSpPr>
          <p:grpSpPr bwMode="auto">
            <a:xfrm>
              <a:off x="288" y="0"/>
              <a:ext cx="5098" cy="4316"/>
              <a:chOff x="288" y="0"/>
              <a:chExt cx="5098" cy="4316"/>
            </a:xfrm>
          </p:grpSpPr>
          <p:sp>
            <p:nvSpPr>
              <p:cNvPr id="1264647" name="Freeform 7">
                <a:extLst>
                  <a:ext uri="{FF2B5EF4-FFF2-40B4-BE49-F238E27FC236}">
                    <a16:creationId xmlns:a16="http://schemas.microsoft.com/office/drawing/2014/main" id="{30B2A772-9C7F-F4BC-C21E-0EB3B464CFD0}"/>
                  </a:ext>
                </a:extLst>
              </p:cNvPr>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48" name="Freeform 8">
                <a:extLst>
                  <a:ext uri="{FF2B5EF4-FFF2-40B4-BE49-F238E27FC236}">
                    <a16:creationId xmlns:a16="http://schemas.microsoft.com/office/drawing/2014/main" id="{9A13224D-CC9A-1AA8-8B2C-528E670C8CE2}"/>
                  </a:ext>
                </a:extLst>
              </p:cNvPr>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49" name="Freeform 9">
                <a:extLst>
                  <a:ext uri="{FF2B5EF4-FFF2-40B4-BE49-F238E27FC236}">
                    <a16:creationId xmlns:a16="http://schemas.microsoft.com/office/drawing/2014/main" id="{1F5E140C-9F0A-9148-EE45-0793D058A9D7}"/>
                  </a:ext>
                </a:extLst>
              </p:cNvPr>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0" name="Freeform 10">
                <a:extLst>
                  <a:ext uri="{FF2B5EF4-FFF2-40B4-BE49-F238E27FC236}">
                    <a16:creationId xmlns:a16="http://schemas.microsoft.com/office/drawing/2014/main" id="{8767BB00-BD32-5338-611B-11601896A0D1}"/>
                  </a:ext>
                </a:extLst>
              </p:cNvPr>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1" name="Freeform 11">
                <a:extLst>
                  <a:ext uri="{FF2B5EF4-FFF2-40B4-BE49-F238E27FC236}">
                    <a16:creationId xmlns:a16="http://schemas.microsoft.com/office/drawing/2014/main" id="{1F97A6C5-390B-F502-F2FE-382D484848BD}"/>
                  </a:ext>
                </a:extLst>
              </p:cNvPr>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2" name="Freeform 12">
                <a:extLst>
                  <a:ext uri="{FF2B5EF4-FFF2-40B4-BE49-F238E27FC236}">
                    <a16:creationId xmlns:a16="http://schemas.microsoft.com/office/drawing/2014/main" id="{2E625F62-CEF8-2A47-2B2D-589A09D47E49}"/>
                  </a:ext>
                </a:extLst>
              </p:cNvPr>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3" name="Freeform 13">
                <a:extLst>
                  <a:ext uri="{FF2B5EF4-FFF2-40B4-BE49-F238E27FC236}">
                    <a16:creationId xmlns:a16="http://schemas.microsoft.com/office/drawing/2014/main" id="{D4A2D8BD-4CB0-098E-2665-9A47C00FF076}"/>
                  </a:ext>
                </a:extLst>
              </p:cNvPr>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4" name="Freeform 14">
                <a:extLst>
                  <a:ext uri="{FF2B5EF4-FFF2-40B4-BE49-F238E27FC236}">
                    <a16:creationId xmlns:a16="http://schemas.microsoft.com/office/drawing/2014/main" id="{78712C7F-1C7F-C49F-3DB6-01E1C1C40503}"/>
                  </a:ext>
                </a:extLst>
              </p:cNvPr>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5" name="Freeform 15">
                <a:extLst>
                  <a:ext uri="{FF2B5EF4-FFF2-40B4-BE49-F238E27FC236}">
                    <a16:creationId xmlns:a16="http://schemas.microsoft.com/office/drawing/2014/main" id="{7071279C-936B-89A3-2D92-E24C42298390}"/>
                  </a:ext>
                </a:extLst>
              </p:cNvPr>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6" name="Freeform 16">
                <a:extLst>
                  <a:ext uri="{FF2B5EF4-FFF2-40B4-BE49-F238E27FC236}">
                    <a16:creationId xmlns:a16="http://schemas.microsoft.com/office/drawing/2014/main" id="{A430AC61-EC49-C312-06F2-139B5F50B6E8}"/>
                  </a:ext>
                </a:extLst>
              </p:cNvPr>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7" name="Freeform 17">
                <a:extLst>
                  <a:ext uri="{FF2B5EF4-FFF2-40B4-BE49-F238E27FC236}">
                    <a16:creationId xmlns:a16="http://schemas.microsoft.com/office/drawing/2014/main" id="{D80F4602-CC97-7C81-60C8-F63B3DE0746E}"/>
                  </a:ext>
                </a:extLst>
              </p:cNvPr>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8" name="Freeform 18">
                <a:extLst>
                  <a:ext uri="{FF2B5EF4-FFF2-40B4-BE49-F238E27FC236}">
                    <a16:creationId xmlns:a16="http://schemas.microsoft.com/office/drawing/2014/main" id="{EE94AC25-7018-D59A-878F-260B3E0D9A09}"/>
                  </a:ext>
                </a:extLst>
              </p:cNvPr>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sp>
            <p:nvSpPr>
              <p:cNvPr id="1264659" name="Freeform 19">
                <a:extLst>
                  <a:ext uri="{FF2B5EF4-FFF2-40B4-BE49-F238E27FC236}">
                    <a16:creationId xmlns:a16="http://schemas.microsoft.com/office/drawing/2014/main" id="{984A7900-FAF4-8009-1148-8CF95BF67667}"/>
                  </a:ext>
                </a:extLst>
              </p:cNvPr>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eaLnBrk="1" hangingPunct="1">
                  <a:defRPr/>
                </a:pPr>
                <a:endParaRPr lang="zh-CN" altLang="en-US" sz="1800"/>
              </a:p>
            </p:txBody>
          </p:sp>
        </p:grpSp>
        <p:sp>
          <p:nvSpPr>
            <p:cNvPr id="1264660" name="Freeform 20">
              <a:extLst>
                <a:ext uri="{FF2B5EF4-FFF2-40B4-BE49-F238E27FC236}">
                  <a16:creationId xmlns:a16="http://schemas.microsoft.com/office/drawing/2014/main" id="{79DA9B4B-1967-4813-A2AE-52F5EB189AF2}"/>
                </a:ext>
              </a:extLst>
            </p:cNvPr>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61" name="Freeform 21">
              <a:extLst>
                <a:ext uri="{FF2B5EF4-FFF2-40B4-BE49-F238E27FC236}">
                  <a16:creationId xmlns:a16="http://schemas.microsoft.com/office/drawing/2014/main" id="{B4CEFE97-FC60-6367-729A-FB9E70D730C8}"/>
                </a:ext>
              </a:extLst>
            </p:cNvPr>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eaLnBrk="1" hangingPunct="1">
                <a:defRPr/>
              </a:pPr>
              <a:endParaRPr lang="zh-CN" altLang="en-US" sz="1800"/>
            </a:p>
          </p:txBody>
        </p:sp>
        <p:sp>
          <p:nvSpPr>
            <p:cNvPr id="1264662" name="Freeform 22">
              <a:extLst>
                <a:ext uri="{FF2B5EF4-FFF2-40B4-BE49-F238E27FC236}">
                  <a16:creationId xmlns:a16="http://schemas.microsoft.com/office/drawing/2014/main" id="{44CE69AB-D9BF-7693-CA70-50A61923C55B}"/>
                </a:ext>
              </a:extLst>
            </p:cNvPr>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039" name="Freeform 23">
              <a:extLst>
                <a:ext uri="{FF2B5EF4-FFF2-40B4-BE49-F238E27FC236}">
                  <a16:creationId xmlns:a16="http://schemas.microsoft.com/office/drawing/2014/main" id="{C1E31261-5F3E-2FE8-7CE2-D76DE765706F}"/>
                </a:ext>
              </a:extLst>
            </p:cNvPr>
            <p:cNvSpPr>
              <a:spLocks/>
            </p:cNvSpPr>
            <p:nvPr/>
          </p:nvSpPr>
          <p:spPr bwMode="hidden">
            <a:xfrm>
              <a:off x="5041" y="0"/>
              <a:ext cx="719" cy="845"/>
            </a:xfrm>
            <a:custGeom>
              <a:avLst/>
              <a:gdLst>
                <a:gd name="T0" fmla="*/ 1005 w 717"/>
                <a:gd name="T1" fmla="*/ 845 h 845"/>
                <a:gd name="T2" fmla="*/ 1005 w 717"/>
                <a:gd name="T3" fmla="*/ 821 h 845"/>
                <a:gd name="T4" fmla="*/ 826 w 717"/>
                <a:gd name="T5" fmla="*/ 605 h 845"/>
                <a:gd name="T6" fmla="*/ 532 w 717"/>
                <a:gd name="T7" fmla="*/ 396 h 845"/>
                <a:gd name="T8" fmla="*/ 347 w 717"/>
                <a:gd name="T9" fmla="*/ 192 h 845"/>
                <a:gd name="T10" fmla="*/ 17 w 717"/>
                <a:gd name="T11" fmla="*/ 0 h 845"/>
                <a:gd name="T12" fmla="*/ 0 w 717"/>
                <a:gd name="T13" fmla="*/ 0 h 845"/>
                <a:gd name="T14" fmla="*/ 335 w 717"/>
                <a:gd name="T15" fmla="*/ 198 h 845"/>
                <a:gd name="T16" fmla="*/ 526 w 717"/>
                <a:gd name="T17" fmla="*/ 408 h 845"/>
                <a:gd name="T18" fmla="*/ 820 w 717"/>
                <a:gd name="T19" fmla="*/ 623 h 845"/>
                <a:gd name="T20" fmla="*/ 1005 w 717"/>
                <a:gd name="T21" fmla="*/ 845 h 845"/>
                <a:gd name="T22" fmla="*/ 1005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0" name="Freeform 24">
              <a:extLst>
                <a:ext uri="{FF2B5EF4-FFF2-40B4-BE49-F238E27FC236}">
                  <a16:creationId xmlns:a16="http://schemas.microsoft.com/office/drawing/2014/main" id="{EA2A7A75-5749-B81F-9FC1-A7E31C1DDC1A}"/>
                </a:ext>
              </a:extLst>
            </p:cNvPr>
            <p:cNvSpPr>
              <a:spLocks/>
            </p:cNvSpPr>
            <p:nvPr/>
          </p:nvSpPr>
          <p:spPr bwMode="hidden">
            <a:xfrm>
              <a:off x="5352" y="0"/>
              <a:ext cx="408" cy="414"/>
            </a:xfrm>
            <a:custGeom>
              <a:avLst/>
              <a:gdLst>
                <a:gd name="T0" fmla="*/ 533 w 407"/>
                <a:gd name="T1" fmla="*/ 414 h 414"/>
                <a:gd name="T2" fmla="*/ 533 w 407"/>
                <a:gd name="T3" fmla="*/ 396 h 414"/>
                <a:gd name="T4" fmla="*/ 348 w 407"/>
                <a:gd name="T5" fmla="*/ 192 h 414"/>
                <a:gd name="T6" fmla="*/ 12 w 407"/>
                <a:gd name="T7" fmla="*/ 0 h 414"/>
                <a:gd name="T8" fmla="*/ 0 w 407"/>
                <a:gd name="T9" fmla="*/ 0 h 414"/>
                <a:gd name="T10" fmla="*/ 108 w 407"/>
                <a:gd name="T11" fmla="*/ 102 h 414"/>
                <a:gd name="T12" fmla="*/ 342 w 407"/>
                <a:gd name="T13" fmla="*/ 204 h 414"/>
                <a:gd name="T14" fmla="*/ 533 w 407"/>
                <a:gd name="T15" fmla="*/ 414 h 414"/>
                <a:gd name="T16" fmla="*/ 533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64665" name="Freeform 25">
              <a:extLst>
                <a:ext uri="{FF2B5EF4-FFF2-40B4-BE49-F238E27FC236}">
                  <a16:creationId xmlns:a16="http://schemas.microsoft.com/office/drawing/2014/main" id="{53011A0F-5224-CE00-D42D-3ADA1DAD11DE}"/>
                </a:ext>
              </a:extLst>
            </p:cNvPr>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eaLnBrk="1" hangingPunct="1">
                <a:defRPr/>
              </a:pPr>
              <a:endParaRPr lang="zh-CN" altLang="en-US" sz="1800"/>
            </a:p>
          </p:txBody>
        </p:sp>
        <p:sp>
          <p:nvSpPr>
            <p:cNvPr id="1042" name="Freeform 26">
              <a:extLst>
                <a:ext uri="{FF2B5EF4-FFF2-40B4-BE49-F238E27FC236}">
                  <a16:creationId xmlns:a16="http://schemas.microsoft.com/office/drawing/2014/main" id="{6C1E43F5-6162-BF7E-592F-1DBDA279D23F}"/>
                </a:ext>
              </a:extLst>
            </p:cNvPr>
            <p:cNvSpPr>
              <a:spLocks/>
            </p:cNvSpPr>
            <p:nvPr/>
          </p:nvSpPr>
          <p:spPr bwMode="hidden">
            <a:xfrm>
              <a:off x="6" y="0"/>
              <a:ext cx="588" cy="599"/>
            </a:xfrm>
            <a:custGeom>
              <a:avLst/>
              <a:gdLst>
                <a:gd name="T0" fmla="*/ 890 w 586"/>
                <a:gd name="T1" fmla="*/ 0 h 599"/>
                <a:gd name="T2" fmla="*/ 863 w 586"/>
                <a:gd name="T3" fmla="*/ 0 h 599"/>
                <a:gd name="T4" fmla="*/ 626 w 586"/>
                <a:gd name="T5" fmla="*/ 132 h 599"/>
                <a:gd name="T6" fmla="*/ 383 w 586"/>
                <a:gd name="T7" fmla="*/ 270 h 599"/>
                <a:gd name="T8" fmla="*/ 120 w 586"/>
                <a:gd name="T9" fmla="*/ 420 h 599"/>
                <a:gd name="T10" fmla="*/ 0 w 586"/>
                <a:gd name="T11" fmla="*/ 575 h 599"/>
                <a:gd name="T12" fmla="*/ 0 w 586"/>
                <a:gd name="T13" fmla="*/ 599 h 599"/>
                <a:gd name="T14" fmla="*/ 120 w 586"/>
                <a:gd name="T15" fmla="*/ 432 h 599"/>
                <a:gd name="T16" fmla="*/ 383 w 586"/>
                <a:gd name="T17" fmla="*/ 282 h 599"/>
                <a:gd name="T18" fmla="*/ 638 w 586"/>
                <a:gd name="T19" fmla="*/ 138 h 599"/>
                <a:gd name="T20" fmla="*/ 890 w 586"/>
                <a:gd name="T21" fmla="*/ 0 h 599"/>
                <a:gd name="T22" fmla="*/ 890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3" name="Freeform 27">
              <a:extLst>
                <a:ext uri="{FF2B5EF4-FFF2-40B4-BE49-F238E27FC236}">
                  <a16:creationId xmlns:a16="http://schemas.microsoft.com/office/drawing/2014/main" id="{624278A6-84EB-5189-4F95-A4EED84C8FAA}"/>
                </a:ext>
              </a:extLst>
            </p:cNvPr>
            <p:cNvSpPr>
              <a:spLocks/>
            </p:cNvSpPr>
            <p:nvPr/>
          </p:nvSpPr>
          <p:spPr bwMode="hidden">
            <a:xfrm>
              <a:off x="6" y="0"/>
              <a:ext cx="270" cy="252"/>
            </a:xfrm>
            <a:custGeom>
              <a:avLst/>
              <a:gdLst>
                <a:gd name="T0" fmla="*/ 395 w 269"/>
                <a:gd name="T1" fmla="*/ 0 h 252"/>
                <a:gd name="T2" fmla="*/ 377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395 w 269"/>
                <a:gd name="T15" fmla="*/ 0 h 252"/>
                <a:gd name="T16" fmla="*/ 395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4" name="Line 28">
              <a:extLst>
                <a:ext uri="{FF2B5EF4-FFF2-40B4-BE49-F238E27FC236}">
                  <a16:creationId xmlns:a16="http://schemas.microsoft.com/office/drawing/2014/main" id="{BBB7D1DD-511F-C184-06F7-608617C24C4B}"/>
                </a:ext>
              </a:extLst>
            </p:cNvPr>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5" name="Line 29">
              <a:extLst>
                <a:ext uri="{FF2B5EF4-FFF2-40B4-BE49-F238E27FC236}">
                  <a16:creationId xmlns:a16="http://schemas.microsoft.com/office/drawing/2014/main" id="{81F595BE-750D-9A59-1CC3-AFFF62B12FD2}"/>
                </a:ext>
              </a:extLst>
            </p:cNvPr>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6" name="Line 30">
              <a:extLst>
                <a:ext uri="{FF2B5EF4-FFF2-40B4-BE49-F238E27FC236}">
                  <a16:creationId xmlns:a16="http://schemas.microsoft.com/office/drawing/2014/main" id="{B4726266-654E-64F4-B731-51807FE68FD9}"/>
                </a:ext>
              </a:extLst>
            </p:cNvPr>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047" name="Group 31">
              <a:extLst>
                <a:ext uri="{FF2B5EF4-FFF2-40B4-BE49-F238E27FC236}">
                  <a16:creationId xmlns:a16="http://schemas.microsoft.com/office/drawing/2014/main" id="{2A5B5A78-F47D-F3C8-F1A4-75BC154C817D}"/>
                </a:ext>
              </a:extLst>
            </p:cNvPr>
            <p:cNvGrpSpPr>
              <a:grpSpLocks/>
            </p:cNvGrpSpPr>
            <p:nvPr/>
          </p:nvGrpSpPr>
          <p:grpSpPr bwMode="auto">
            <a:xfrm>
              <a:off x="1" y="392"/>
              <a:ext cx="5758" cy="1571"/>
              <a:chOff x="1" y="392"/>
              <a:chExt cx="5758" cy="1571"/>
            </a:xfrm>
          </p:grpSpPr>
          <p:sp>
            <p:nvSpPr>
              <p:cNvPr id="1050" name="Line 32">
                <a:extLst>
                  <a:ext uri="{FF2B5EF4-FFF2-40B4-BE49-F238E27FC236}">
                    <a16:creationId xmlns:a16="http://schemas.microsoft.com/office/drawing/2014/main" id="{1774EF55-03E9-9566-2847-376A484F9FDC}"/>
                  </a:ext>
                </a:extLst>
              </p:cNvPr>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1" name="Line 33">
                <a:extLst>
                  <a:ext uri="{FF2B5EF4-FFF2-40B4-BE49-F238E27FC236}">
                    <a16:creationId xmlns:a16="http://schemas.microsoft.com/office/drawing/2014/main" id="{FBC8BC23-7DC9-2534-1796-9A5CAC334CCE}"/>
                  </a:ext>
                </a:extLst>
              </p:cNvPr>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2" name="Line 34">
                <a:extLst>
                  <a:ext uri="{FF2B5EF4-FFF2-40B4-BE49-F238E27FC236}">
                    <a16:creationId xmlns:a16="http://schemas.microsoft.com/office/drawing/2014/main" id="{F94CBCC8-DC19-0B2B-3B4E-B8B21E99A975}"/>
                  </a:ext>
                </a:extLst>
              </p:cNvPr>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3" name="Line 35">
                <a:extLst>
                  <a:ext uri="{FF2B5EF4-FFF2-40B4-BE49-F238E27FC236}">
                    <a16:creationId xmlns:a16="http://schemas.microsoft.com/office/drawing/2014/main" id="{6BE57F43-932D-A396-D1E7-3AB32DAB2D53}"/>
                  </a:ext>
                </a:extLst>
              </p:cNvPr>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4" name="Line 36">
                <a:extLst>
                  <a:ext uri="{FF2B5EF4-FFF2-40B4-BE49-F238E27FC236}">
                    <a16:creationId xmlns:a16="http://schemas.microsoft.com/office/drawing/2014/main" id="{52B41B33-6589-0410-8AE2-5EB559D6522B}"/>
                  </a:ext>
                </a:extLst>
              </p:cNvPr>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048" name="Line 37">
              <a:extLst>
                <a:ext uri="{FF2B5EF4-FFF2-40B4-BE49-F238E27FC236}">
                  <a16:creationId xmlns:a16="http://schemas.microsoft.com/office/drawing/2014/main" id="{356CC0C3-A4D7-0C80-ECD2-31B4882D2317}"/>
                </a:ext>
              </a:extLst>
            </p:cNvPr>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49" name="Line 38">
              <a:extLst>
                <a:ext uri="{FF2B5EF4-FFF2-40B4-BE49-F238E27FC236}">
                  <a16:creationId xmlns:a16="http://schemas.microsoft.com/office/drawing/2014/main" id="{E0718379-639A-AB41-7F99-F744D87E0D62}"/>
                </a:ext>
              </a:extLst>
            </p:cNvPr>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1264679" name="Rectangle 39">
            <a:extLst>
              <a:ext uri="{FF2B5EF4-FFF2-40B4-BE49-F238E27FC236}">
                <a16:creationId xmlns:a16="http://schemas.microsoft.com/office/drawing/2014/main" id="{A5B18CA4-D1BA-F751-7CEF-32A31B4DE066}"/>
              </a:ext>
            </a:extLst>
          </p:cNvPr>
          <p:cNvSpPr>
            <a:spLocks noGrp="1" noChangeArrowheads="1"/>
          </p:cNvSpPr>
          <p:nvPr>
            <p:ph type="title"/>
          </p:nvPr>
        </p:nvSpPr>
        <p:spPr bwMode="auto">
          <a:xfrm>
            <a:off x="457200" y="277813"/>
            <a:ext cx="82296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1264680" name="Rectangle 40">
            <a:extLst>
              <a:ext uri="{FF2B5EF4-FFF2-40B4-BE49-F238E27FC236}">
                <a16:creationId xmlns:a16="http://schemas.microsoft.com/office/drawing/2014/main" id="{5B558C05-315B-6D99-5DCC-1DA9ADF262FB}"/>
              </a:ext>
            </a:extLst>
          </p:cNvPr>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1264681" name="Rectangle 41">
            <a:extLst>
              <a:ext uri="{FF2B5EF4-FFF2-40B4-BE49-F238E27FC236}">
                <a16:creationId xmlns:a16="http://schemas.microsoft.com/office/drawing/2014/main" id="{ECEEABB8-DD43-55AB-955D-D1A533EDD3AA}"/>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effectLst>
                  <a:outerShdw blurRad="38100" dist="38100" dir="2700000" algn="tl">
                    <a:srgbClr val="000000"/>
                  </a:outerShdw>
                </a:effectLst>
                <a:ea typeface="宋体" pitchFamily="2" charset="-122"/>
              </a:defRPr>
            </a:lvl1pPr>
          </a:lstStyle>
          <a:p>
            <a:pPr>
              <a:defRPr/>
            </a:pPr>
            <a:endParaRPr lang="en-US" altLang="zh-CN"/>
          </a:p>
        </p:txBody>
      </p:sp>
      <p:sp>
        <p:nvSpPr>
          <p:cNvPr id="1264682" name="Rectangle 42">
            <a:extLst>
              <a:ext uri="{FF2B5EF4-FFF2-40B4-BE49-F238E27FC236}">
                <a16:creationId xmlns:a16="http://schemas.microsoft.com/office/drawing/2014/main" id="{375FA018-BF7F-0E89-9BBA-AEE9BA4D0169}"/>
              </a:ext>
            </a:extLst>
          </p:cNvPr>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effectLst>
                  <a:outerShdw blurRad="38100" dist="38100" dir="2700000" algn="tl">
                    <a:srgbClr val="000000"/>
                  </a:outerShdw>
                </a:effectLst>
              </a:defRPr>
            </a:lvl1pPr>
          </a:lstStyle>
          <a:p>
            <a:fld id="{85777E19-4ED5-43D6-9DD0-8D299E639656}" type="slidenum">
              <a:rPr lang="en-US" altLang="zh-CN"/>
              <a:pPr/>
              <a:t>‹#›</a:t>
            </a:fld>
            <a:endParaRPr lang="en-US" altLang="zh-CN"/>
          </a:p>
        </p:txBody>
      </p:sp>
      <p:sp>
        <p:nvSpPr>
          <p:cNvPr id="1264683" name="Rectangle 43">
            <a:extLst>
              <a:ext uri="{FF2B5EF4-FFF2-40B4-BE49-F238E27FC236}">
                <a16:creationId xmlns:a16="http://schemas.microsoft.com/office/drawing/2014/main" id="{BCE571D2-99D7-9C95-79AC-AF779DCECDFE}"/>
              </a:ext>
            </a:extLst>
          </p:cNvPr>
          <p:cNvSpPr>
            <a:spLocks noGrp="1" noChangeArrowheads="1"/>
          </p:cNvSpPr>
          <p:nvPr>
            <p:ph type="body" idx="1"/>
          </p:nvPr>
        </p:nvSpPr>
        <p:spPr bwMode="auto">
          <a:xfrm>
            <a:off x="457200" y="1600200"/>
            <a:ext cx="82296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5320" r:id="rId1"/>
    <p:sldLayoutId id="2147485310" r:id="rId2"/>
    <p:sldLayoutId id="2147485311" r:id="rId3"/>
    <p:sldLayoutId id="2147485312" r:id="rId4"/>
    <p:sldLayoutId id="2147485313" r:id="rId5"/>
    <p:sldLayoutId id="2147485314" r:id="rId6"/>
    <p:sldLayoutId id="2147485315" r:id="rId7"/>
    <p:sldLayoutId id="2147485316" r:id="rId8"/>
    <p:sldLayoutId id="2147485317" r:id="rId9"/>
    <p:sldLayoutId id="2147485318" r:id="rId10"/>
    <p:sldLayoutId id="2147485319"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7714" name="Rectangle 2">
            <a:extLst>
              <a:ext uri="{FF2B5EF4-FFF2-40B4-BE49-F238E27FC236}">
                <a16:creationId xmlns:a16="http://schemas.microsoft.com/office/drawing/2014/main" id="{902D0586-2B2E-7867-7771-E70D1207A074}"/>
              </a:ext>
            </a:extLst>
          </p:cNvPr>
          <p:cNvSpPr>
            <a:spLocks noGrp="1" noChangeArrowheads="1"/>
          </p:cNvSpPr>
          <p:nvPr>
            <p:ph type="ctrTitle"/>
          </p:nvPr>
        </p:nvSpPr>
        <p:spPr/>
        <p:txBody>
          <a:bodyPr/>
          <a:lstStyle/>
          <a:p>
            <a:pPr eaLnBrk="1" hangingPunct="1">
              <a:spcBef>
                <a:spcPts val="1000"/>
              </a:spcBef>
              <a:spcAft>
                <a:spcPts val="1000"/>
              </a:spcAft>
              <a:defRPr/>
            </a:pPr>
            <a:r>
              <a:rPr lang="zh-CN" altLang="en-US" dirty="0"/>
              <a:t>常成员函数及静态成员</a:t>
            </a:r>
          </a:p>
        </p:txBody>
      </p:sp>
      <p:sp>
        <p:nvSpPr>
          <p:cNvPr id="1267715" name="Rectangle 3">
            <a:extLst>
              <a:ext uri="{FF2B5EF4-FFF2-40B4-BE49-F238E27FC236}">
                <a16:creationId xmlns:a16="http://schemas.microsoft.com/office/drawing/2014/main" id="{1100FD9E-34D7-8636-392B-A17453D7AD87}"/>
              </a:ext>
            </a:extLst>
          </p:cNvPr>
          <p:cNvSpPr>
            <a:spLocks noGrp="1" noChangeArrowheads="1"/>
          </p:cNvSpPr>
          <p:nvPr>
            <p:ph type="subTitle" idx="1"/>
          </p:nvPr>
        </p:nvSpPr>
        <p:spPr/>
        <p:txBody>
          <a:bodyPr/>
          <a:lstStyle/>
          <a:p>
            <a:pPr eaLnBrk="1" hangingPunct="1">
              <a:defRPr/>
            </a:pPr>
            <a:endParaRPr lang="zh-CN" alt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1158146" name="Rectangle 2">
            <a:extLst>
              <a:ext uri="{FF2B5EF4-FFF2-40B4-BE49-F238E27FC236}">
                <a16:creationId xmlns:a16="http://schemas.microsoft.com/office/drawing/2014/main" id="{4B0DA789-A049-2937-EB5F-FA379B012BCA}"/>
              </a:ext>
            </a:extLst>
          </p:cNvPr>
          <p:cNvSpPr>
            <a:spLocks noGrp="1" noChangeArrowheads="1"/>
          </p:cNvSpPr>
          <p:nvPr>
            <p:ph type="title"/>
          </p:nvPr>
        </p:nvSpPr>
        <p:spPr>
          <a:xfrm>
            <a:off x="457200" y="44450"/>
            <a:ext cx="8229600" cy="995363"/>
          </a:xfrm>
        </p:spPr>
        <p:txBody>
          <a:bodyPr/>
          <a:lstStyle/>
          <a:p>
            <a:pPr eaLnBrk="1" hangingPunct="1">
              <a:defRPr/>
            </a:pPr>
            <a:r>
              <a:rPr lang="zh-CN" altLang="en-US" sz="4000" dirty="0"/>
              <a:t>获取</a:t>
            </a:r>
            <a:r>
              <a:rPr lang="en-US" altLang="zh-CN" sz="4000" dirty="0"/>
              <a:t>vs</a:t>
            </a:r>
            <a:r>
              <a:rPr lang="zh-CN" altLang="en-US" sz="4000" dirty="0"/>
              <a:t>改变对象的状态</a:t>
            </a:r>
          </a:p>
        </p:txBody>
      </p:sp>
      <p:sp>
        <p:nvSpPr>
          <p:cNvPr id="1158147" name="Rectangle 3">
            <a:extLst>
              <a:ext uri="{FF2B5EF4-FFF2-40B4-BE49-F238E27FC236}">
                <a16:creationId xmlns:a16="http://schemas.microsoft.com/office/drawing/2014/main" id="{C507673E-F595-B9CC-68A0-30712CDE5B7C}"/>
              </a:ext>
            </a:extLst>
          </p:cNvPr>
          <p:cNvSpPr>
            <a:spLocks noGrp="1" noChangeArrowheads="1"/>
          </p:cNvSpPr>
          <p:nvPr>
            <p:ph type="body" idx="1"/>
          </p:nvPr>
        </p:nvSpPr>
        <p:spPr>
          <a:xfrm>
            <a:off x="323850" y="1196975"/>
            <a:ext cx="8132763" cy="5661025"/>
          </a:xfrm>
        </p:spPr>
        <p:txBody>
          <a:bodyPr/>
          <a:lstStyle/>
          <a:p>
            <a:pPr eaLnBrk="1" hangingPunct="1">
              <a:defRPr/>
            </a:pPr>
            <a:r>
              <a:rPr lang="zh-CN" altLang="en-US" sz="2800" dirty="0"/>
              <a:t>在程序运行的不同时刻，一个对象可能会处于不同的</a:t>
            </a:r>
            <a:r>
              <a:rPr lang="zh-CN" altLang="en-US" sz="2800" dirty="0">
                <a:solidFill>
                  <a:srgbClr val="FFC000"/>
                </a:solidFill>
              </a:rPr>
              <a:t>状态</a:t>
            </a:r>
            <a:r>
              <a:rPr lang="zh-CN" altLang="en-US" sz="2800" dirty="0"/>
              <a:t>（由对象的数据成员的值来体现）。</a:t>
            </a:r>
          </a:p>
          <a:p>
            <a:pPr eaLnBrk="1" hangingPunct="1">
              <a:lnSpc>
                <a:spcPct val="80000"/>
              </a:lnSpc>
              <a:defRPr/>
            </a:pPr>
            <a:r>
              <a:rPr lang="zh-CN" altLang="en-US" sz="2800" dirty="0"/>
              <a:t>可以把类中的成员函数分成两类：</a:t>
            </a:r>
          </a:p>
          <a:p>
            <a:pPr lvl="1" eaLnBrk="1" hangingPunct="1">
              <a:lnSpc>
                <a:spcPct val="80000"/>
              </a:lnSpc>
              <a:defRPr/>
            </a:pPr>
            <a:r>
              <a:rPr lang="zh-CN" altLang="en-US" sz="2400" dirty="0"/>
              <a:t>获取对象状态（不改变数据成员的值）</a:t>
            </a:r>
          </a:p>
          <a:p>
            <a:pPr lvl="1" eaLnBrk="1" hangingPunct="1">
              <a:lnSpc>
                <a:spcPct val="80000"/>
              </a:lnSpc>
              <a:defRPr/>
            </a:pPr>
            <a:r>
              <a:rPr lang="zh-CN" altLang="en-US" sz="2400" dirty="0"/>
              <a:t>改变对象状态（改变数据成员的值）</a:t>
            </a:r>
          </a:p>
          <a:p>
            <a:pPr lvl="1" eaLnBrk="1" hangingPunct="1">
              <a:lnSpc>
                <a:spcPct val="80000"/>
              </a:lnSpc>
              <a:buFontTx/>
              <a:buNone/>
              <a:defRPr/>
            </a:pPr>
            <a:r>
              <a:rPr lang="zh-CN" altLang="en-US" sz="2400" dirty="0"/>
              <a:t>例如</a:t>
            </a:r>
          </a:p>
          <a:p>
            <a:pPr lvl="1" eaLnBrk="1" hangingPunct="1">
              <a:lnSpc>
                <a:spcPct val="80000"/>
              </a:lnSpc>
              <a:buFontTx/>
              <a:buNone/>
              <a:defRPr/>
            </a:pPr>
            <a:r>
              <a:rPr lang="en-US" altLang="zh-CN" sz="2400" dirty="0"/>
              <a:t>class Date</a:t>
            </a:r>
          </a:p>
          <a:p>
            <a:pPr lvl="1" eaLnBrk="1" hangingPunct="1">
              <a:lnSpc>
                <a:spcPct val="80000"/>
              </a:lnSpc>
              <a:buFontTx/>
              <a:buNone/>
              <a:defRPr/>
            </a:pPr>
            <a:r>
              <a:rPr lang="en-US" altLang="zh-CN" sz="2400" dirty="0"/>
              <a:t>{	public:</a:t>
            </a:r>
          </a:p>
          <a:p>
            <a:pPr lvl="1" eaLnBrk="1" hangingPunct="1">
              <a:lnSpc>
                <a:spcPct val="80000"/>
              </a:lnSpc>
              <a:buFontTx/>
              <a:buNone/>
              <a:defRPr/>
            </a:pPr>
            <a:r>
              <a:rPr lang="en-US" altLang="zh-CN" sz="2400" dirty="0"/>
              <a:t>		void set(</a:t>
            </a:r>
            <a:r>
              <a:rPr lang="en-US" altLang="zh-CN" sz="2400" dirty="0" err="1"/>
              <a:t>int</a:t>
            </a:r>
            <a:r>
              <a:rPr lang="en-US" altLang="zh-CN" sz="2400" dirty="0"/>
              <a:t> y, </a:t>
            </a:r>
            <a:r>
              <a:rPr lang="en-US" altLang="zh-CN" sz="2400" dirty="0" err="1"/>
              <a:t>int</a:t>
            </a:r>
            <a:r>
              <a:rPr lang="en-US" altLang="zh-CN" sz="2400" dirty="0"/>
              <a:t> m, </a:t>
            </a:r>
            <a:r>
              <a:rPr lang="en-US" altLang="zh-CN" sz="2400" dirty="0" err="1"/>
              <a:t>int</a:t>
            </a:r>
            <a:r>
              <a:rPr lang="en-US" altLang="zh-CN" sz="2400" dirty="0"/>
              <a:t> d); //</a:t>
            </a:r>
            <a:r>
              <a:rPr lang="zh-CN" altLang="en-US" sz="2400" dirty="0"/>
              <a:t>改变对象状态</a:t>
            </a:r>
            <a:endParaRPr lang="zh-CN" altLang="en-GB" sz="2400" dirty="0"/>
          </a:p>
          <a:p>
            <a:pPr lvl="1" eaLnBrk="1" hangingPunct="1">
              <a:lnSpc>
                <a:spcPct val="80000"/>
              </a:lnSpc>
              <a:buFontTx/>
              <a:buNone/>
              <a:defRPr/>
            </a:pPr>
            <a:r>
              <a:rPr kumimoji="1" lang="zh-CN" altLang="en-US" sz="2400" dirty="0"/>
              <a:t>	  </a:t>
            </a:r>
            <a:r>
              <a:rPr kumimoji="1" lang="en-US" altLang="zh-CN" sz="2400" dirty="0" err="1"/>
              <a:t>int</a:t>
            </a:r>
            <a:r>
              <a:rPr kumimoji="1" lang="en-US" altLang="zh-CN" sz="2400" dirty="0"/>
              <a:t> </a:t>
            </a:r>
            <a:r>
              <a:rPr kumimoji="1" lang="en-US" altLang="zh-CN" sz="2400" dirty="0" err="1"/>
              <a:t>get_day</a:t>
            </a:r>
            <a:r>
              <a:rPr kumimoji="1" lang="en-US" altLang="zh-CN" sz="2400" dirty="0"/>
              <a:t>(); //</a:t>
            </a:r>
            <a:r>
              <a:rPr kumimoji="1" lang="zh-CN" altLang="en-US" sz="2400" dirty="0"/>
              <a:t>获取对象状态</a:t>
            </a:r>
          </a:p>
          <a:p>
            <a:pPr lvl="1" eaLnBrk="1" hangingPunct="1">
              <a:lnSpc>
                <a:spcPct val="80000"/>
              </a:lnSpc>
              <a:buFontTx/>
              <a:buNone/>
              <a:defRPr/>
            </a:pPr>
            <a:r>
              <a:rPr kumimoji="1" lang="zh-CN" altLang="en-US" sz="2400" dirty="0"/>
              <a:t>     </a:t>
            </a:r>
            <a:r>
              <a:rPr kumimoji="1" lang="en-US" altLang="zh-CN" sz="2400" dirty="0" err="1"/>
              <a:t>int</a:t>
            </a:r>
            <a:r>
              <a:rPr kumimoji="1" lang="en-US" altLang="zh-CN" sz="2400" dirty="0"/>
              <a:t> </a:t>
            </a:r>
            <a:r>
              <a:rPr kumimoji="1" lang="en-US" altLang="zh-CN" sz="2400" dirty="0" err="1"/>
              <a:t>get_month</a:t>
            </a:r>
            <a:r>
              <a:rPr kumimoji="1" lang="en-US" altLang="zh-CN" sz="2400" dirty="0"/>
              <a:t>(); //</a:t>
            </a:r>
            <a:r>
              <a:rPr kumimoji="1" lang="zh-CN" altLang="en-US" sz="2400" dirty="0"/>
              <a:t>获取对象状态</a:t>
            </a:r>
          </a:p>
          <a:p>
            <a:pPr lvl="1" eaLnBrk="1" hangingPunct="1">
              <a:lnSpc>
                <a:spcPct val="80000"/>
              </a:lnSpc>
              <a:buFontTx/>
              <a:buNone/>
              <a:defRPr/>
            </a:pPr>
            <a:r>
              <a:rPr kumimoji="1" lang="zh-CN" altLang="en-US" sz="2400" dirty="0"/>
              <a:t>     </a:t>
            </a:r>
            <a:r>
              <a:rPr kumimoji="1" lang="en-US" altLang="zh-CN" sz="2400" dirty="0" err="1"/>
              <a:t>int</a:t>
            </a:r>
            <a:r>
              <a:rPr kumimoji="1" lang="en-US" altLang="zh-CN" sz="2400" dirty="0"/>
              <a:t> </a:t>
            </a:r>
            <a:r>
              <a:rPr kumimoji="1" lang="en-US" altLang="zh-CN" sz="2400" dirty="0" err="1"/>
              <a:t>get_year</a:t>
            </a:r>
            <a:r>
              <a:rPr kumimoji="1" lang="en-US" altLang="zh-CN" sz="2400" dirty="0"/>
              <a:t>(); //</a:t>
            </a:r>
            <a:r>
              <a:rPr kumimoji="1" lang="zh-CN" altLang="en-US" sz="2400" dirty="0"/>
              <a:t>获取对象状态</a:t>
            </a:r>
          </a:p>
          <a:p>
            <a:pPr lvl="1" eaLnBrk="1" hangingPunct="1">
              <a:lnSpc>
                <a:spcPct val="80000"/>
              </a:lnSpc>
              <a:buFontTx/>
              <a:buNone/>
              <a:defRPr/>
            </a:pPr>
            <a:r>
              <a:rPr kumimoji="1" lang="zh-CN" altLang="en-US" sz="2400" dirty="0"/>
              <a:t>	  </a:t>
            </a:r>
            <a:r>
              <a:rPr kumimoji="1" lang="en-US" altLang="zh-CN" sz="2400" dirty="0"/>
              <a:t>......</a:t>
            </a:r>
          </a:p>
          <a:p>
            <a:pPr lvl="1" eaLnBrk="1" hangingPunct="1">
              <a:lnSpc>
                <a:spcPct val="80000"/>
              </a:lnSpc>
              <a:buFontTx/>
              <a:buNone/>
              <a:defRPr/>
            </a:pPr>
            <a:r>
              <a:rPr lang="en-US" altLang="zh-CN" sz="2400" dirty="0"/>
              <a:t>}; </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7827" name="Rectangle 3">
            <a:extLst>
              <a:ext uri="{FF2B5EF4-FFF2-40B4-BE49-F238E27FC236}">
                <a16:creationId xmlns:a16="http://schemas.microsoft.com/office/drawing/2014/main" id="{FEF17381-A39C-DD4F-BB1C-8E5F26BD41D0}"/>
              </a:ext>
            </a:extLst>
          </p:cNvPr>
          <p:cNvSpPr>
            <a:spLocks noGrp="1" noChangeArrowheads="1"/>
          </p:cNvSpPr>
          <p:nvPr>
            <p:ph type="body" idx="1"/>
          </p:nvPr>
        </p:nvSpPr>
        <p:spPr>
          <a:xfrm>
            <a:off x="179388" y="908050"/>
            <a:ext cx="8507412" cy="5976938"/>
          </a:xfrm>
        </p:spPr>
        <p:txBody>
          <a:bodyPr>
            <a:normAutofit fontScale="85000" lnSpcReduction="20000"/>
          </a:bodyPr>
          <a:lstStyle/>
          <a:p>
            <a:pPr eaLnBrk="1" hangingPunct="1">
              <a:lnSpc>
                <a:spcPct val="110000"/>
              </a:lnSpc>
              <a:defRPr/>
            </a:pPr>
            <a:r>
              <a:rPr lang="zh-CN" altLang="en-US" sz="3000" dirty="0"/>
              <a:t>为了防止在一个获取对象状态的成员函数中无意中修改对象的数据成员，可以把它说明成</a:t>
            </a:r>
            <a:r>
              <a:rPr lang="zh-CN" altLang="en-US" sz="3000" dirty="0">
                <a:solidFill>
                  <a:srgbClr val="FFC000"/>
                </a:solidFill>
              </a:rPr>
              <a:t>常成员函数</a:t>
            </a:r>
            <a:r>
              <a:rPr lang="zh-CN" altLang="en-US" sz="3000" dirty="0"/>
              <a:t>。例如，</a:t>
            </a:r>
            <a:endParaRPr lang="en-US" altLang="zh-CN" sz="3000" dirty="0"/>
          </a:p>
          <a:p>
            <a:pPr lvl="1" eaLnBrk="1" hangingPunct="1">
              <a:lnSpc>
                <a:spcPct val="110000"/>
              </a:lnSpc>
              <a:buFontTx/>
              <a:buNone/>
              <a:defRPr/>
            </a:pPr>
            <a:r>
              <a:rPr lang="en-US" altLang="zh-CN" sz="2400" dirty="0"/>
              <a:t>class Date</a:t>
            </a:r>
          </a:p>
          <a:p>
            <a:pPr lvl="1" eaLnBrk="1" hangingPunct="1">
              <a:lnSpc>
                <a:spcPct val="110000"/>
              </a:lnSpc>
              <a:buFontTx/>
              <a:buNone/>
              <a:defRPr/>
            </a:pPr>
            <a:r>
              <a:rPr lang="en-US" altLang="zh-CN" sz="2400" dirty="0"/>
              <a:t>{	public:</a:t>
            </a:r>
          </a:p>
          <a:p>
            <a:pPr lvl="1" eaLnBrk="1" hangingPunct="1">
              <a:lnSpc>
                <a:spcPct val="110000"/>
              </a:lnSpc>
              <a:buFontTx/>
              <a:buNone/>
              <a:defRPr/>
            </a:pPr>
            <a:r>
              <a:rPr lang="en-US" altLang="zh-CN" sz="2400" dirty="0"/>
              <a:t>		void set(</a:t>
            </a:r>
            <a:r>
              <a:rPr lang="en-US" altLang="zh-CN" sz="2400" dirty="0" err="1"/>
              <a:t>int</a:t>
            </a:r>
            <a:r>
              <a:rPr lang="en-US" altLang="zh-CN" sz="2400" dirty="0"/>
              <a:t> y, </a:t>
            </a:r>
            <a:r>
              <a:rPr lang="en-US" altLang="zh-CN" sz="2400" dirty="0" err="1"/>
              <a:t>int</a:t>
            </a:r>
            <a:r>
              <a:rPr lang="en-US" altLang="zh-CN" sz="2400" dirty="0"/>
              <a:t> m, </a:t>
            </a:r>
            <a:r>
              <a:rPr lang="en-US" altLang="zh-CN" sz="2400" dirty="0" err="1"/>
              <a:t>int</a:t>
            </a:r>
            <a:r>
              <a:rPr lang="en-US" altLang="zh-CN" sz="2400" dirty="0"/>
              <a:t> d); </a:t>
            </a:r>
            <a:endParaRPr lang="zh-CN" altLang="en-GB" sz="2400" dirty="0"/>
          </a:p>
          <a:p>
            <a:pPr lvl="1" eaLnBrk="1" hangingPunct="1">
              <a:lnSpc>
                <a:spcPct val="110000"/>
              </a:lnSpc>
              <a:buFontTx/>
              <a:buNone/>
              <a:defRPr/>
            </a:pPr>
            <a:r>
              <a:rPr kumimoji="1" lang="zh-CN" altLang="en-US" sz="2400" dirty="0"/>
              <a:t>	  </a:t>
            </a:r>
            <a:r>
              <a:rPr kumimoji="1" lang="en-US" altLang="zh-CN" sz="2400" dirty="0" err="1"/>
              <a:t>int</a:t>
            </a:r>
            <a:r>
              <a:rPr kumimoji="1" lang="en-US" altLang="zh-CN" sz="2400" dirty="0"/>
              <a:t> </a:t>
            </a:r>
            <a:r>
              <a:rPr kumimoji="1" lang="en-US" altLang="zh-CN" sz="2400" dirty="0" err="1"/>
              <a:t>get_day</a:t>
            </a:r>
            <a:r>
              <a:rPr kumimoji="1" lang="en-US" altLang="zh-CN" sz="2400" dirty="0"/>
              <a:t>() </a:t>
            </a:r>
            <a:r>
              <a:rPr kumimoji="1" lang="en-US" altLang="zh-CN" sz="2400" dirty="0" err="1">
                <a:solidFill>
                  <a:srgbClr val="FFC000"/>
                </a:solidFill>
              </a:rPr>
              <a:t>const</a:t>
            </a:r>
            <a:r>
              <a:rPr kumimoji="1" lang="en-US" altLang="zh-CN" sz="2400" dirty="0"/>
              <a:t>; //</a:t>
            </a:r>
            <a:r>
              <a:rPr kumimoji="1" lang="zh-CN" altLang="en-US" sz="2400" dirty="0">
                <a:solidFill>
                  <a:srgbClr val="FFC000"/>
                </a:solidFill>
              </a:rPr>
              <a:t>常成员函数</a:t>
            </a:r>
          </a:p>
          <a:p>
            <a:pPr lvl="1" eaLnBrk="1" hangingPunct="1">
              <a:lnSpc>
                <a:spcPct val="110000"/>
              </a:lnSpc>
              <a:buFontTx/>
              <a:buNone/>
              <a:defRPr/>
            </a:pPr>
            <a:r>
              <a:rPr kumimoji="1" lang="zh-CN" altLang="en-US" sz="2400" dirty="0"/>
              <a:t>     </a:t>
            </a:r>
            <a:r>
              <a:rPr kumimoji="1" lang="en-US" altLang="zh-CN" sz="2400" dirty="0" err="1"/>
              <a:t>int</a:t>
            </a:r>
            <a:r>
              <a:rPr kumimoji="1" lang="en-US" altLang="zh-CN" sz="2400" dirty="0"/>
              <a:t> </a:t>
            </a:r>
            <a:r>
              <a:rPr kumimoji="1" lang="en-US" altLang="zh-CN" sz="2400" dirty="0" err="1"/>
              <a:t>get_month</a:t>
            </a:r>
            <a:r>
              <a:rPr kumimoji="1" lang="en-US" altLang="zh-CN" sz="2400" dirty="0"/>
              <a:t>() </a:t>
            </a:r>
            <a:r>
              <a:rPr kumimoji="1" lang="en-US" altLang="zh-CN" sz="2400" dirty="0" err="1">
                <a:solidFill>
                  <a:srgbClr val="FFC000"/>
                </a:solidFill>
              </a:rPr>
              <a:t>const</a:t>
            </a:r>
            <a:r>
              <a:rPr kumimoji="1" lang="en-US" altLang="zh-CN" sz="2400" dirty="0"/>
              <a:t>; //</a:t>
            </a:r>
            <a:r>
              <a:rPr kumimoji="1" lang="zh-CN" altLang="en-US" sz="2400" dirty="0">
                <a:solidFill>
                  <a:srgbClr val="FFC000"/>
                </a:solidFill>
              </a:rPr>
              <a:t>常成员函数</a:t>
            </a:r>
          </a:p>
          <a:p>
            <a:pPr lvl="1" eaLnBrk="1" hangingPunct="1">
              <a:lnSpc>
                <a:spcPct val="110000"/>
              </a:lnSpc>
              <a:buFontTx/>
              <a:buNone/>
              <a:defRPr/>
            </a:pPr>
            <a:r>
              <a:rPr kumimoji="1" lang="zh-CN" altLang="en-US" sz="2400" dirty="0"/>
              <a:t>     </a:t>
            </a:r>
            <a:r>
              <a:rPr kumimoji="1" lang="en-US" altLang="zh-CN" sz="2400" dirty="0" err="1"/>
              <a:t>int</a:t>
            </a:r>
            <a:r>
              <a:rPr kumimoji="1" lang="en-US" altLang="zh-CN" sz="2400" dirty="0"/>
              <a:t> </a:t>
            </a:r>
            <a:r>
              <a:rPr kumimoji="1" lang="en-US" altLang="zh-CN" sz="2400" dirty="0" err="1"/>
              <a:t>get_year</a:t>
            </a:r>
            <a:r>
              <a:rPr kumimoji="1" lang="en-US" altLang="zh-CN" sz="2400" dirty="0"/>
              <a:t>() </a:t>
            </a:r>
            <a:r>
              <a:rPr kumimoji="1" lang="en-US" altLang="zh-CN" sz="2400" dirty="0" err="1">
                <a:solidFill>
                  <a:srgbClr val="FFC000"/>
                </a:solidFill>
              </a:rPr>
              <a:t>const</a:t>
            </a:r>
            <a:r>
              <a:rPr kumimoji="1" lang="en-US" altLang="zh-CN" sz="2400" dirty="0"/>
              <a:t>; //</a:t>
            </a:r>
            <a:r>
              <a:rPr kumimoji="1" lang="zh-CN" altLang="en-US" sz="2400" dirty="0">
                <a:solidFill>
                  <a:srgbClr val="FFC000"/>
                </a:solidFill>
              </a:rPr>
              <a:t>常成员函数</a:t>
            </a:r>
          </a:p>
          <a:p>
            <a:pPr lvl="1" eaLnBrk="1" hangingPunct="1">
              <a:lnSpc>
                <a:spcPct val="110000"/>
              </a:lnSpc>
              <a:buFontTx/>
              <a:buNone/>
              <a:defRPr/>
            </a:pPr>
            <a:r>
              <a:rPr kumimoji="1" lang="zh-CN" altLang="en-US" sz="2400" dirty="0"/>
              <a:t>  </a:t>
            </a:r>
            <a:r>
              <a:rPr kumimoji="1" lang="en-US" altLang="zh-CN" sz="2400" dirty="0"/>
              <a:t>......</a:t>
            </a:r>
          </a:p>
          <a:p>
            <a:pPr lvl="1" eaLnBrk="1" hangingPunct="1">
              <a:lnSpc>
                <a:spcPct val="110000"/>
              </a:lnSpc>
              <a:buFontTx/>
              <a:buNone/>
              <a:defRPr/>
            </a:pPr>
            <a:r>
              <a:rPr lang="en-US" altLang="zh-CN" sz="2400" dirty="0"/>
              <a:t>}; </a:t>
            </a:r>
          </a:p>
          <a:p>
            <a:pPr lvl="1" eaLnBrk="1" hangingPunct="1">
              <a:lnSpc>
                <a:spcPct val="110000"/>
              </a:lnSpc>
              <a:buFontTx/>
              <a:buNone/>
              <a:defRPr/>
            </a:pPr>
            <a:r>
              <a:rPr kumimoji="1" lang="en-US" altLang="zh-CN" sz="2400" dirty="0" err="1"/>
              <a:t>int</a:t>
            </a:r>
            <a:r>
              <a:rPr kumimoji="1" lang="en-US" altLang="zh-CN" sz="2400" dirty="0"/>
              <a:t> Date::</a:t>
            </a:r>
            <a:r>
              <a:rPr kumimoji="1" lang="en-US" altLang="zh-CN" sz="2400" dirty="0" err="1"/>
              <a:t>get_year</a:t>
            </a:r>
            <a:r>
              <a:rPr kumimoji="1" lang="en-US" altLang="zh-CN" sz="2400" dirty="0"/>
              <a:t>() </a:t>
            </a:r>
            <a:r>
              <a:rPr kumimoji="1" lang="en-US" altLang="zh-CN" sz="2400" dirty="0" err="1">
                <a:solidFill>
                  <a:srgbClr val="FFC000"/>
                </a:solidFill>
              </a:rPr>
              <a:t>const</a:t>
            </a:r>
            <a:r>
              <a:rPr kumimoji="1" lang="en-US" altLang="zh-CN" sz="2400" dirty="0">
                <a:solidFill>
                  <a:srgbClr val="FFC000"/>
                </a:solidFill>
              </a:rPr>
              <a:t> </a:t>
            </a:r>
            <a:r>
              <a:rPr kumimoji="1" lang="en-US" altLang="zh-CN" sz="2400" dirty="0"/>
              <a:t>{ return year; }</a:t>
            </a:r>
            <a:endParaRPr kumimoji="1" lang="en-US" altLang="zh-CN" sz="2400" dirty="0">
              <a:solidFill>
                <a:srgbClr val="FFC000"/>
              </a:solidFill>
            </a:endParaRPr>
          </a:p>
          <a:p>
            <a:pPr lvl="1" eaLnBrk="1" hangingPunct="1">
              <a:lnSpc>
                <a:spcPct val="110000"/>
              </a:lnSpc>
              <a:buFontTx/>
              <a:buNone/>
              <a:defRPr/>
            </a:pPr>
            <a:r>
              <a:rPr kumimoji="1" lang="en-US" altLang="zh-CN" sz="2400" dirty="0" err="1"/>
              <a:t>int</a:t>
            </a:r>
            <a:r>
              <a:rPr kumimoji="1" lang="en-US" altLang="zh-CN" sz="2400" dirty="0"/>
              <a:t> Date::</a:t>
            </a:r>
            <a:r>
              <a:rPr kumimoji="1" lang="en-US" altLang="zh-CN" sz="2400" dirty="0" err="1"/>
              <a:t>get_day</a:t>
            </a:r>
            <a:r>
              <a:rPr kumimoji="1" lang="en-US" altLang="zh-CN" sz="2400" dirty="0"/>
              <a:t>() </a:t>
            </a:r>
            <a:r>
              <a:rPr kumimoji="1" lang="en-US" altLang="zh-CN" sz="2400" dirty="0" err="1">
                <a:solidFill>
                  <a:srgbClr val="FFC000"/>
                </a:solidFill>
              </a:rPr>
              <a:t>const</a:t>
            </a:r>
            <a:r>
              <a:rPr kumimoji="1" lang="en-US" altLang="zh-CN" sz="2400" dirty="0">
                <a:solidFill>
                  <a:srgbClr val="FFC000"/>
                </a:solidFill>
              </a:rPr>
              <a:t> </a:t>
            </a:r>
            <a:r>
              <a:rPr kumimoji="1" lang="en-US" altLang="zh-CN" sz="2400" dirty="0"/>
              <a:t>{ return day; }</a:t>
            </a:r>
            <a:endParaRPr kumimoji="1" lang="zh-CN" altLang="en-US" sz="2400" dirty="0">
              <a:solidFill>
                <a:srgbClr val="FFC000"/>
              </a:solidFill>
            </a:endParaRPr>
          </a:p>
          <a:p>
            <a:pPr lvl="1" eaLnBrk="1" hangingPunct="1">
              <a:lnSpc>
                <a:spcPct val="110000"/>
              </a:lnSpc>
              <a:buFontTx/>
              <a:buNone/>
              <a:defRPr/>
            </a:pPr>
            <a:r>
              <a:rPr kumimoji="1" lang="en-US" altLang="zh-CN" sz="2400" dirty="0" err="1"/>
              <a:t>int</a:t>
            </a:r>
            <a:r>
              <a:rPr kumimoji="1" lang="en-US" altLang="zh-CN" sz="2400" dirty="0"/>
              <a:t> Date::</a:t>
            </a:r>
            <a:r>
              <a:rPr kumimoji="1" lang="en-US" altLang="zh-CN" sz="2400" dirty="0" err="1"/>
              <a:t>get_month</a:t>
            </a:r>
            <a:r>
              <a:rPr kumimoji="1" lang="en-US" altLang="zh-CN" sz="2400" dirty="0"/>
              <a:t>() </a:t>
            </a:r>
            <a:r>
              <a:rPr kumimoji="1" lang="en-US" altLang="zh-CN" sz="2400" dirty="0" err="1">
                <a:solidFill>
                  <a:srgbClr val="FFC000"/>
                </a:solidFill>
              </a:rPr>
              <a:t>const</a:t>
            </a:r>
            <a:r>
              <a:rPr kumimoji="1" lang="en-US" altLang="zh-CN" sz="2400" dirty="0"/>
              <a:t> { return month; }</a:t>
            </a:r>
          </a:p>
          <a:p>
            <a:pPr lvl="1" eaLnBrk="1" hangingPunct="1">
              <a:lnSpc>
                <a:spcPct val="110000"/>
              </a:lnSpc>
              <a:buFontTx/>
              <a:buNone/>
              <a:defRPr/>
            </a:pPr>
            <a:r>
              <a:rPr lang="en-US" altLang="zh-CN" sz="2400" dirty="0"/>
              <a:t>void </a:t>
            </a:r>
            <a:r>
              <a:rPr kumimoji="1" lang="en-US" altLang="zh-CN" sz="2400" dirty="0"/>
              <a:t>Date::</a:t>
            </a:r>
            <a:r>
              <a:rPr lang="en-US" altLang="zh-CN" sz="2400" dirty="0"/>
              <a:t>set(</a:t>
            </a:r>
            <a:r>
              <a:rPr lang="en-US" altLang="zh-CN" sz="2400" dirty="0" err="1"/>
              <a:t>int</a:t>
            </a:r>
            <a:r>
              <a:rPr lang="en-US" altLang="zh-CN" sz="2400" dirty="0"/>
              <a:t> y, </a:t>
            </a:r>
            <a:r>
              <a:rPr lang="en-US" altLang="zh-CN" sz="2400" dirty="0" err="1"/>
              <a:t>int</a:t>
            </a:r>
            <a:r>
              <a:rPr lang="en-US" altLang="zh-CN" sz="2400" dirty="0"/>
              <a:t> m, </a:t>
            </a:r>
            <a:r>
              <a:rPr lang="en-US" altLang="zh-CN" sz="2400" dirty="0" err="1"/>
              <a:t>int</a:t>
            </a:r>
            <a:r>
              <a:rPr lang="en-US" altLang="zh-CN" sz="2400" dirty="0"/>
              <a:t> d) { year=y; month=m; day=d; }</a:t>
            </a:r>
          </a:p>
          <a:p>
            <a:pPr eaLnBrk="1" hangingPunct="1">
              <a:lnSpc>
                <a:spcPct val="110000"/>
              </a:lnSpc>
              <a:defRPr/>
            </a:pPr>
            <a:r>
              <a:rPr kumimoji="1" lang="zh-CN" altLang="en-US" sz="3000" dirty="0"/>
              <a:t>编译器一旦发现在常成员函数中修改数据成员的值，将会报错！</a:t>
            </a:r>
            <a:endParaRPr kumimoji="1" lang="en-US" altLang="zh-CN" sz="3000" dirty="0"/>
          </a:p>
        </p:txBody>
      </p:sp>
      <p:sp>
        <p:nvSpPr>
          <p:cNvPr id="3" name="Rectangle 2">
            <a:extLst>
              <a:ext uri="{FF2B5EF4-FFF2-40B4-BE49-F238E27FC236}">
                <a16:creationId xmlns:a16="http://schemas.microsoft.com/office/drawing/2014/main" id="{65D1237C-1BD9-100C-D76E-A256899E877E}"/>
              </a:ext>
            </a:extLst>
          </p:cNvPr>
          <p:cNvSpPr>
            <a:spLocks noGrp="1" noChangeArrowheads="1"/>
          </p:cNvSpPr>
          <p:nvPr>
            <p:ph type="title"/>
          </p:nvPr>
        </p:nvSpPr>
        <p:spPr>
          <a:xfrm>
            <a:off x="457200" y="-26988"/>
            <a:ext cx="8229600" cy="995363"/>
          </a:xfrm>
        </p:spPr>
        <p:txBody>
          <a:bodyPr/>
          <a:lstStyle/>
          <a:p>
            <a:pPr eaLnBrk="1" hangingPunct="1">
              <a:defRPr/>
            </a:pPr>
            <a:r>
              <a:rPr lang="zh-CN" altLang="en-US" sz="4000" dirty="0"/>
              <a:t>常成员函数</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83B3D60A-1C47-E9EE-A724-B26AA3034871}"/>
              </a:ext>
            </a:extLst>
          </p:cNvPr>
          <p:cNvSpPr>
            <a:spLocks noGrp="1"/>
          </p:cNvSpPr>
          <p:nvPr>
            <p:ph idx="1"/>
          </p:nvPr>
        </p:nvSpPr>
        <p:spPr>
          <a:xfrm>
            <a:off x="457200" y="476250"/>
            <a:ext cx="8229600" cy="6048375"/>
          </a:xfrm>
        </p:spPr>
        <p:txBody>
          <a:bodyPr>
            <a:normAutofit lnSpcReduction="10000"/>
          </a:bodyPr>
          <a:lstStyle/>
          <a:p>
            <a:pPr eaLnBrk="1" hangingPunct="1">
              <a:lnSpc>
                <a:spcPct val="120000"/>
              </a:lnSpc>
              <a:defRPr/>
            </a:pPr>
            <a:r>
              <a:rPr lang="zh-CN" altLang="en-US" dirty="0">
                <a:solidFill>
                  <a:srgbClr val="FFC000"/>
                </a:solidFill>
              </a:rPr>
              <a:t>注意</a:t>
            </a:r>
            <a:r>
              <a:rPr lang="zh-CN" altLang="en-US" dirty="0"/>
              <a:t>：常成员函数只约束对</a:t>
            </a:r>
            <a:r>
              <a:rPr lang="zh-CN" altLang="en-US" dirty="0">
                <a:solidFill>
                  <a:srgbClr val="FFC000"/>
                </a:solidFill>
              </a:rPr>
              <a:t>数据成员值</a:t>
            </a:r>
            <a:r>
              <a:rPr lang="zh-CN" altLang="en-US" dirty="0"/>
              <a:t>的修改！</a:t>
            </a:r>
            <a:endParaRPr lang="en-US" altLang="zh-CN" dirty="0"/>
          </a:p>
          <a:p>
            <a:pPr eaLnBrk="1" hangingPunct="1">
              <a:lnSpc>
                <a:spcPct val="120000"/>
              </a:lnSpc>
              <a:defRPr/>
            </a:pPr>
            <a:r>
              <a:rPr lang="en-GB" altLang="zh-CN" sz="2400" dirty="0"/>
              <a:t>class A</a:t>
            </a:r>
          </a:p>
          <a:p>
            <a:pPr lvl="1" eaLnBrk="1" hangingPunct="1">
              <a:lnSpc>
                <a:spcPct val="90000"/>
              </a:lnSpc>
              <a:buFontTx/>
              <a:buNone/>
              <a:defRPr/>
            </a:pPr>
            <a:r>
              <a:rPr lang="en-GB" altLang="zh-CN" sz="2400" dirty="0"/>
              <a:t>{	  </a:t>
            </a:r>
            <a:r>
              <a:rPr lang="en-GB" altLang="zh-CN" sz="2400" dirty="0" err="1"/>
              <a:t>int</a:t>
            </a:r>
            <a:r>
              <a:rPr lang="en-GB" altLang="zh-CN" sz="2400" dirty="0"/>
              <a:t> x;</a:t>
            </a:r>
          </a:p>
          <a:p>
            <a:pPr lvl="1" eaLnBrk="1" hangingPunct="1">
              <a:lnSpc>
                <a:spcPct val="90000"/>
              </a:lnSpc>
              <a:buFontTx/>
              <a:buNone/>
              <a:defRPr/>
            </a:pPr>
            <a:r>
              <a:rPr lang="en-GB" altLang="zh-CN" sz="2400" dirty="0"/>
              <a:t>		char *p;</a:t>
            </a:r>
          </a:p>
          <a:p>
            <a:pPr lvl="1" eaLnBrk="1" hangingPunct="1">
              <a:lnSpc>
                <a:spcPct val="90000"/>
              </a:lnSpc>
              <a:buFontTx/>
              <a:buNone/>
              <a:defRPr/>
            </a:pPr>
            <a:r>
              <a:rPr lang="en-GB" altLang="zh-CN" sz="2400" dirty="0"/>
              <a:t>	public:</a:t>
            </a:r>
          </a:p>
          <a:p>
            <a:pPr lvl="1" eaLnBrk="1" hangingPunct="1">
              <a:lnSpc>
                <a:spcPct val="90000"/>
              </a:lnSpc>
              <a:buFontTx/>
              <a:buNone/>
              <a:defRPr/>
            </a:pPr>
            <a:r>
              <a:rPr lang="en-GB" altLang="zh-CN" sz="2400" dirty="0"/>
              <a:t>		......</a:t>
            </a:r>
          </a:p>
          <a:p>
            <a:pPr lvl="1" eaLnBrk="1" hangingPunct="1">
              <a:lnSpc>
                <a:spcPct val="90000"/>
              </a:lnSpc>
              <a:buFontTx/>
              <a:buNone/>
              <a:defRPr/>
            </a:pPr>
            <a:r>
              <a:rPr lang="en-GB" altLang="zh-CN" sz="2400" dirty="0"/>
              <a:t>		void f() </a:t>
            </a:r>
            <a:r>
              <a:rPr lang="en-GB" altLang="zh-CN" sz="2400" dirty="0" err="1">
                <a:solidFill>
                  <a:schemeClr val="folHlink"/>
                </a:solidFill>
              </a:rPr>
              <a:t>const</a:t>
            </a:r>
            <a:r>
              <a:rPr lang="en-GB" altLang="zh-CN" sz="2400" dirty="0"/>
              <a:t> </a:t>
            </a:r>
          </a:p>
          <a:p>
            <a:pPr lvl="1" eaLnBrk="1" hangingPunct="1">
              <a:lnSpc>
                <a:spcPct val="90000"/>
              </a:lnSpc>
              <a:buFontTx/>
              <a:buNone/>
              <a:defRPr/>
            </a:pPr>
            <a:r>
              <a:rPr lang="en-GB" altLang="zh-CN" sz="2400" dirty="0"/>
              <a:t>		{ x = 10; </a:t>
            </a:r>
            <a:r>
              <a:rPr lang="en-GB" altLang="zh-CN" sz="2400" dirty="0">
                <a:solidFill>
                  <a:srgbClr val="FF9900"/>
                </a:solidFill>
              </a:rPr>
              <a:t>//Error</a:t>
            </a:r>
          </a:p>
          <a:p>
            <a:pPr lvl="1" eaLnBrk="1" hangingPunct="1">
              <a:lnSpc>
                <a:spcPct val="90000"/>
              </a:lnSpc>
              <a:buFontTx/>
              <a:buNone/>
              <a:defRPr/>
            </a:pPr>
            <a:r>
              <a:rPr lang="en-GB" altLang="zh-CN" sz="2400" dirty="0"/>
              <a:t>		   p = new char[20]; </a:t>
            </a:r>
            <a:r>
              <a:rPr lang="en-GB" altLang="zh-CN" sz="2400" dirty="0">
                <a:solidFill>
                  <a:srgbClr val="FF9900"/>
                </a:solidFill>
              </a:rPr>
              <a:t>//Error</a:t>
            </a:r>
            <a:r>
              <a:rPr lang="en-GB" altLang="zh-CN" sz="2400" dirty="0"/>
              <a:t> </a:t>
            </a:r>
          </a:p>
          <a:p>
            <a:pPr lvl="1" eaLnBrk="1" hangingPunct="1">
              <a:lnSpc>
                <a:spcPct val="90000"/>
              </a:lnSpc>
              <a:buFontTx/>
              <a:buNone/>
              <a:defRPr/>
            </a:pPr>
            <a:r>
              <a:rPr lang="en-GB" altLang="zh-CN" sz="2400" dirty="0"/>
              <a:t>		   </a:t>
            </a:r>
            <a:r>
              <a:rPr lang="en-GB" altLang="zh-CN" sz="2400" dirty="0" err="1"/>
              <a:t>strcpy</a:t>
            </a:r>
            <a:r>
              <a:rPr lang="en-GB" altLang="zh-CN" sz="2400" dirty="0"/>
              <a:t>(</a:t>
            </a:r>
            <a:r>
              <a:rPr lang="en-GB" altLang="zh-CN" sz="2400" dirty="0" err="1"/>
              <a:t>p,"ABCD</a:t>
            </a:r>
            <a:r>
              <a:rPr lang="en-GB" altLang="zh-CN" sz="2400" dirty="0"/>
              <a:t>"); //</a:t>
            </a:r>
            <a:r>
              <a:rPr lang="zh-CN" altLang="en-US" sz="2400" dirty="0"/>
              <a:t>因为</a:t>
            </a:r>
            <a:r>
              <a:rPr lang="zh-CN" altLang="en-GB" sz="2400" dirty="0"/>
              <a:t>没有改变</a:t>
            </a:r>
            <a:r>
              <a:rPr lang="en-GB" altLang="zh-CN" sz="2400" dirty="0"/>
              <a:t>p</a:t>
            </a:r>
            <a:r>
              <a:rPr lang="zh-CN" altLang="en-GB" sz="2400" dirty="0"/>
              <a:t>的值，</a:t>
            </a:r>
            <a:endParaRPr lang="en-US" altLang="zh-CN" sz="2400" dirty="0"/>
          </a:p>
          <a:p>
            <a:pPr lvl="1" eaLnBrk="1" hangingPunct="1">
              <a:lnSpc>
                <a:spcPct val="90000"/>
              </a:lnSpc>
              <a:buFontTx/>
              <a:buNone/>
              <a:defRPr/>
            </a:pPr>
            <a:r>
              <a:rPr lang="en-US" altLang="zh-CN" sz="2400" dirty="0"/>
              <a:t>                                  //</a:t>
            </a:r>
            <a:r>
              <a:rPr lang="zh-CN" altLang="en-GB" sz="2400" dirty="0"/>
              <a:t>编译程序认为</a:t>
            </a:r>
            <a:r>
              <a:rPr lang="en-GB" altLang="zh-CN" sz="2400" dirty="0">
                <a:solidFill>
                  <a:schemeClr val="folHlink"/>
                </a:solidFill>
              </a:rPr>
              <a:t>OK</a:t>
            </a:r>
            <a:r>
              <a:rPr lang="zh-CN" altLang="en-GB" sz="2400" dirty="0"/>
              <a:t>！</a:t>
            </a:r>
            <a:endParaRPr lang="en-GB" altLang="zh-CN" sz="2400" dirty="0"/>
          </a:p>
          <a:p>
            <a:pPr lvl="1" eaLnBrk="1" hangingPunct="1">
              <a:lnSpc>
                <a:spcPct val="90000"/>
              </a:lnSpc>
              <a:buFontTx/>
              <a:buNone/>
              <a:defRPr/>
            </a:pPr>
            <a:r>
              <a:rPr lang="en-GB" altLang="zh-CN" sz="2400" dirty="0"/>
              <a:t>		}</a:t>
            </a:r>
          </a:p>
          <a:p>
            <a:pPr lvl="1" eaLnBrk="1" hangingPunct="1">
              <a:lnSpc>
                <a:spcPct val="90000"/>
              </a:lnSpc>
              <a:buFontTx/>
              <a:buNone/>
              <a:defRPr/>
            </a:pPr>
            <a:r>
              <a:rPr lang="en-GB" altLang="zh-CN" sz="2400" dirty="0"/>
              <a:t>};</a:t>
            </a:r>
          </a:p>
          <a:p>
            <a:pPr>
              <a:defRPr/>
            </a:pP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anim calcmode="lin" valueType="num">
                                      <p:cBhvr additive="base">
                                        <p:cTn id="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0" end="10"/>
                                            </p:txEl>
                                          </p:spTgt>
                                        </p:tgtEl>
                                        <p:attrNameLst>
                                          <p:attrName>style.visibility</p:attrName>
                                        </p:attrNameLst>
                                      </p:cBhvr>
                                      <p:to>
                                        <p:strVal val="visible"/>
                                      </p:to>
                                    </p:set>
                                    <p:anim calcmode="lin" valueType="num">
                                      <p:cBhvr additive="base">
                                        <p:cTn id="1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0115" name="Rectangle 3">
            <a:extLst>
              <a:ext uri="{FF2B5EF4-FFF2-40B4-BE49-F238E27FC236}">
                <a16:creationId xmlns:a16="http://schemas.microsoft.com/office/drawing/2014/main" id="{21F92936-EF10-43FA-F2BF-BC7DC5472911}"/>
              </a:ext>
            </a:extLst>
          </p:cNvPr>
          <p:cNvSpPr>
            <a:spLocks noGrp="1" noChangeArrowheads="1"/>
          </p:cNvSpPr>
          <p:nvPr>
            <p:ph type="body" idx="1"/>
          </p:nvPr>
        </p:nvSpPr>
        <p:spPr>
          <a:xfrm>
            <a:off x="457200" y="476250"/>
            <a:ext cx="8229600" cy="5905500"/>
          </a:xfrm>
        </p:spPr>
        <p:txBody>
          <a:bodyPr>
            <a:normAutofit lnSpcReduction="10000"/>
          </a:bodyPr>
          <a:lstStyle/>
          <a:p>
            <a:pPr eaLnBrk="1" hangingPunct="1">
              <a:lnSpc>
                <a:spcPct val="110000"/>
              </a:lnSpc>
              <a:defRPr/>
            </a:pPr>
            <a:r>
              <a:rPr lang="zh-CN" altLang="en-US" sz="2800" dirty="0"/>
              <a:t>常成员函数还有一个作用：标记常量对象能调用的函数，即，常量对象只能调用对象类中的常成员函数。例如：</a:t>
            </a:r>
          </a:p>
          <a:p>
            <a:pPr lvl="1" eaLnBrk="1" hangingPunct="1">
              <a:lnSpc>
                <a:spcPct val="80000"/>
              </a:lnSpc>
              <a:buFontTx/>
              <a:buNone/>
              <a:defRPr/>
            </a:pPr>
            <a:r>
              <a:rPr kumimoji="1" lang="en-US" altLang="zh-CN" sz="2200" dirty="0"/>
              <a:t>class Date</a:t>
            </a:r>
          </a:p>
          <a:p>
            <a:pPr lvl="1" eaLnBrk="1" hangingPunct="1">
              <a:lnSpc>
                <a:spcPct val="80000"/>
              </a:lnSpc>
              <a:buFontTx/>
              <a:buNone/>
              <a:defRPr/>
            </a:pPr>
            <a:r>
              <a:rPr kumimoji="1" lang="en-US" altLang="zh-CN" sz="2200" dirty="0"/>
              <a:t>{ public:</a:t>
            </a:r>
          </a:p>
          <a:p>
            <a:pPr lvl="1" eaLnBrk="1" hangingPunct="1">
              <a:lnSpc>
                <a:spcPct val="80000"/>
              </a:lnSpc>
              <a:buFontTx/>
              <a:buNone/>
              <a:defRPr/>
            </a:pPr>
            <a:r>
              <a:rPr kumimoji="1" lang="en-US" altLang="zh-CN" sz="2200" dirty="0"/>
              <a:t>      </a:t>
            </a:r>
            <a:r>
              <a:rPr kumimoji="1" lang="en-US" altLang="zh-CN" sz="2200" dirty="0" err="1"/>
              <a:t>int</a:t>
            </a:r>
            <a:r>
              <a:rPr kumimoji="1" lang="en-US" altLang="zh-CN" sz="2200" dirty="0"/>
              <a:t> set (</a:t>
            </a:r>
            <a:r>
              <a:rPr kumimoji="1" lang="en-US" altLang="zh-CN" sz="2200" dirty="0" err="1"/>
              <a:t>int</a:t>
            </a:r>
            <a:r>
              <a:rPr kumimoji="1" lang="en-US" altLang="zh-CN" sz="2200" dirty="0"/>
              <a:t> y, </a:t>
            </a:r>
            <a:r>
              <a:rPr kumimoji="1" lang="en-US" altLang="zh-CN" sz="2200" dirty="0" err="1"/>
              <a:t>int</a:t>
            </a:r>
            <a:r>
              <a:rPr kumimoji="1" lang="en-US" altLang="zh-CN" sz="2200" dirty="0"/>
              <a:t> m, </a:t>
            </a:r>
            <a:r>
              <a:rPr kumimoji="1" lang="en-US" altLang="zh-CN" sz="2200" dirty="0" err="1"/>
              <a:t>int</a:t>
            </a:r>
            <a:r>
              <a:rPr kumimoji="1" lang="en-US" altLang="zh-CN" sz="2200" dirty="0"/>
              <a:t> d);</a:t>
            </a:r>
          </a:p>
          <a:p>
            <a:pPr lvl="1" eaLnBrk="1" hangingPunct="1">
              <a:lnSpc>
                <a:spcPct val="80000"/>
              </a:lnSpc>
              <a:buFontTx/>
              <a:buNone/>
              <a:defRPr/>
            </a:pPr>
            <a:r>
              <a:rPr kumimoji="1" lang="en-US" altLang="zh-CN" sz="2200" dirty="0"/>
              <a:t>      </a:t>
            </a:r>
            <a:r>
              <a:rPr kumimoji="1" lang="en-US" altLang="zh-CN" sz="2200" dirty="0" err="1"/>
              <a:t>int</a:t>
            </a:r>
            <a:r>
              <a:rPr kumimoji="1" lang="en-US" altLang="zh-CN" sz="2200" dirty="0"/>
              <a:t> </a:t>
            </a:r>
            <a:r>
              <a:rPr kumimoji="1" lang="en-US" altLang="zh-CN" sz="2200" dirty="0" err="1"/>
              <a:t>get_day</a:t>
            </a:r>
            <a:r>
              <a:rPr kumimoji="1" lang="en-US" altLang="zh-CN" sz="2200" dirty="0"/>
              <a:t>() </a:t>
            </a:r>
            <a:r>
              <a:rPr kumimoji="1" lang="en-US" altLang="zh-CN" sz="2200" dirty="0" err="1">
                <a:solidFill>
                  <a:schemeClr val="folHlink"/>
                </a:solidFill>
              </a:rPr>
              <a:t>const</a:t>
            </a:r>
            <a:r>
              <a:rPr kumimoji="1" lang="en-US" altLang="zh-CN" sz="2200" dirty="0"/>
              <a:t>;</a:t>
            </a:r>
          </a:p>
          <a:p>
            <a:pPr lvl="1" eaLnBrk="1" hangingPunct="1">
              <a:lnSpc>
                <a:spcPct val="80000"/>
              </a:lnSpc>
              <a:buFontTx/>
              <a:buNone/>
              <a:defRPr/>
            </a:pPr>
            <a:r>
              <a:rPr kumimoji="1" lang="en-US" altLang="zh-CN" sz="2200" dirty="0"/>
              <a:t>      </a:t>
            </a:r>
            <a:r>
              <a:rPr kumimoji="1" lang="en-US" altLang="zh-CN" sz="2200" dirty="0" err="1"/>
              <a:t>int</a:t>
            </a:r>
            <a:r>
              <a:rPr kumimoji="1" lang="en-US" altLang="zh-CN" sz="2200" dirty="0"/>
              <a:t> </a:t>
            </a:r>
            <a:r>
              <a:rPr kumimoji="1" lang="en-US" altLang="zh-CN" sz="2200" dirty="0" err="1"/>
              <a:t>get_month</a:t>
            </a:r>
            <a:r>
              <a:rPr kumimoji="1" lang="en-US" altLang="zh-CN" sz="2200" dirty="0"/>
              <a:t>() </a:t>
            </a:r>
            <a:r>
              <a:rPr kumimoji="1" lang="en-US" altLang="zh-CN" sz="2200" dirty="0" err="1">
                <a:solidFill>
                  <a:schemeClr val="folHlink"/>
                </a:solidFill>
              </a:rPr>
              <a:t>const</a:t>
            </a:r>
            <a:r>
              <a:rPr kumimoji="1" lang="en-US" altLang="zh-CN" sz="2200" dirty="0"/>
              <a:t>;</a:t>
            </a:r>
          </a:p>
          <a:p>
            <a:pPr lvl="1" eaLnBrk="1" hangingPunct="1">
              <a:lnSpc>
                <a:spcPct val="80000"/>
              </a:lnSpc>
              <a:buFontTx/>
              <a:buNone/>
              <a:defRPr/>
            </a:pPr>
            <a:r>
              <a:rPr kumimoji="1" lang="en-US" altLang="zh-CN" sz="2200" dirty="0"/>
              <a:t>      </a:t>
            </a:r>
            <a:r>
              <a:rPr kumimoji="1" lang="en-US" altLang="zh-CN" sz="2200" dirty="0" err="1"/>
              <a:t>int</a:t>
            </a:r>
            <a:r>
              <a:rPr kumimoji="1" lang="en-US" altLang="zh-CN" sz="2200" dirty="0"/>
              <a:t> </a:t>
            </a:r>
            <a:r>
              <a:rPr kumimoji="1" lang="en-US" altLang="zh-CN" sz="2200" dirty="0" err="1"/>
              <a:t>get_year</a:t>
            </a:r>
            <a:r>
              <a:rPr kumimoji="1" lang="en-US" altLang="zh-CN" sz="2200" dirty="0"/>
              <a:t>() </a:t>
            </a:r>
            <a:r>
              <a:rPr kumimoji="1" lang="en-US" altLang="zh-CN" sz="2200" dirty="0" err="1">
                <a:solidFill>
                  <a:schemeClr val="folHlink"/>
                </a:solidFill>
              </a:rPr>
              <a:t>const</a:t>
            </a:r>
            <a:r>
              <a:rPr kumimoji="1" lang="en-US" altLang="zh-CN" sz="2200" dirty="0"/>
              <a:t>;</a:t>
            </a:r>
          </a:p>
          <a:p>
            <a:pPr lvl="1" eaLnBrk="1" hangingPunct="1">
              <a:lnSpc>
                <a:spcPct val="80000"/>
              </a:lnSpc>
              <a:buFontTx/>
              <a:buNone/>
              <a:defRPr/>
            </a:pPr>
            <a:r>
              <a:rPr kumimoji="1" lang="en-US" altLang="zh-CN" sz="2200" dirty="0"/>
              <a:t>   ......</a:t>
            </a:r>
          </a:p>
          <a:p>
            <a:pPr lvl="1" eaLnBrk="1" hangingPunct="1">
              <a:lnSpc>
                <a:spcPct val="80000"/>
              </a:lnSpc>
              <a:buFontTx/>
              <a:buNone/>
              <a:defRPr/>
            </a:pPr>
            <a:r>
              <a:rPr kumimoji="1" lang="en-US" altLang="zh-CN" sz="2200" dirty="0"/>
              <a:t>}</a:t>
            </a:r>
            <a:r>
              <a:rPr kumimoji="1" lang="zh-CN" altLang="en-US" sz="2200" dirty="0"/>
              <a:t>； </a:t>
            </a:r>
          </a:p>
          <a:p>
            <a:pPr lvl="1" eaLnBrk="1" hangingPunct="1">
              <a:lnSpc>
                <a:spcPct val="80000"/>
              </a:lnSpc>
              <a:buFontTx/>
              <a:buNone/>
              <a:defRPr/>
            </a:pPr>
            <a:r>
              <a:rPr kumimoji="1" lang="en-US" altLang="zh-CN" sz="2200" dirty="0"/>
              <a:t>void f(</a:t>
            </a:r>
            <a:r>
              <a:rPr kumimoji="1" lang="en-US" altLang="zh-CN" sz="2200" dirty="0" err="1">
                <a:solidFill>
                  <a:srgbClr val="FFC000"/>
                </a:solidFill>
              </a:rPr>
              <a:t>const</a:t>
            </a:r>
            <a:r>
              <a:rPr kumimoji="1" lang="en-US" altLang="zh-CN" sz="2200" dirty="0"/>
              <a:t> Date &amp;</a:t>
            </a:r>
            <a:r>
              <a:rPr kumimoji="1" lang="en-US" altLang="zh-CN" sz="2200" dirty="0">
                <a:solidFill>
                  <a:srgbClr val="FFC000"/>
                </a:solidFill>
              </a:rPr>
              <a:t>d</a:t>
            </a:r>
            <a:r>
              <a:rPr kumimoji="1" lang="en-US" altLang="zh-CN" sz="2200" dirty="0"/>
              <a:t>) //d</a:t>
            </a:r>
            <a:r>
              <a:rPr kumimoji="1" lang="zh-CN" altLang="en-US" sz="2200" dirty="0"/>
              <a:t>是个常量对象！</a:t>
            </a:r>
            <a:endParaRPr kumimoji="1" lang="en-US" altLang="zh-CN" sz="2200" dirty="0"/>
          </a:p>
          <a:p>
            <a:pPr lvl="1" eaLnBrk="1" hangingPunct="1">
              <a:lnSpc>
                <a:spcPct val="80000"/>
              </a:lnSpc>
              <a:buFontTx/>
              <a:buNone/>
              <a:defRPr/>
            </a:pPr>
            <a:r>
              <a:rPr kumimoji="1" lang="en-US" altLang="zh-CN" sz="2200" dirty="0"/>
              <a:t>{ ... </a:t>
            </a:r>
            <a:r>
              <a:rPr kumimoji="1" lang="en-US" altLang="zh-CN" sz="2200" dirty="0" err="1"/>
              <a:t>d.get_day</a:t>
            </a:r>
            <a:r>
              <a:rPr kumimoji="1" lang="en-US" altLang="zh-CN" sz="2200" dirty="0"/>
              <a:t>() ... //OK</a:t>
            </a:r>
          </a:p>
          <a:p>
            <a:pPr lvl="1" eaLnBrk="1" hangingPunct="1">
              <a:lnSpc>
                <a:spcPct val="80000"/>
              </a:lnSpc>
              <a:buFontTx/>
              <a:buNone/>
              <a:defRPr/>
            </a:pPr>
            <a:r>
              <a:rPr kumimoji="1" lang="en-US" altLang="zh-CN" sz="2200" dirty="0"/>
              <a:t>   ... </a:t>
            </a:r>
            <a:r>
              <a:rPr kumimoji="1" lang="en-US" altLang="zh-CN" sz="2200" dirty="0" err="1"/>
              <a:t>d.get_month</a:t>
            </a:r>
            <a:r>
              <a:rPr kumimoji="1" lang="en-US" altLang="zh-CN" sz="2200" dirty="0"/>
              <a:t>() ... //OK</a:t>
            </a:r>
          </a:p>
          <a:p>
            <a:pPr lvl="1" eaLnBrk="1" hangingPunct="1">
              <a:lnSpc>
                <a:spcPct val="80000"/>
              </a:lnSpc>
              <a:buFontTx/>
              <a:buNone/>
              <a:defRPr/>
            </a:pPr>
            <a:r>
              <a:rPr kumimoji="1" lang="en-US" altLang="zh-CN" sz="2200" dirty="0"/>
              <a:t>   ... </a:t>
            </a:r>
            <a:r>
              <a:rPr kumimoji="1" lang="en-US" altLang="zh-CN" sz="2200" dirty="0" err="1"/>
              <a:t>d.get_year</a:t>
            </a:r>
            <a:r>
              <a:rPr kumimoji="1" lang="en-US" altLang="zh-CN" sz="2200" dirty="0"/>
              <a:t>() ... //OK</a:t>
            </a:r>
          </a:p>
          <a:p>
            <a:pPr lvl="1" eaLnBrk="1" hangingPunct="1">
              <a:lnSpc>
                <a:spcPct val="80000"/>
              </a:lnSpc>
              <a:buFontTx/>
              <a:buNone/>
              <a:defRPr/>
            </a:pPr>
            <a:r>
              <a:rPr kumimoji="1" lang="en-US" altLang="zh-CN" sz="2200" dirty="0"/>
              <a:t>   </a:t>
            </a:r>
            <a:r>
              <a:rPr kumimoji="1" lang="en-US" altLang="zh-CN" sz="2200" dirty="0" err="1"/>
              <a:t>d.set</a:t>
            </a:r>
            <a:r>
              <a:rPr kumimoji="1" lang="en-US" altLang="zh-CN" sz="2200" dirty="0"/>
              <a:t> (2011,3,23); </a:t>
            </a:r>
            <a:r>
              <a:rPr kumimoji="1" lang="en-US" altLang="zh-CN" sz="2200" dirty="0">
                <a:solidFill>
                  <a:srgbClr val="FF9900"/>
                </a:solidFill>
              </a:rPr>
              <a:t>//Error</a:t>
            </a:r>
          </a:p>
          <a:p>
            <a:pPr lvl="1" eaLnBrk="1" hangingPunct="1">
              <a:lnSpc>
                <a:spcPct val="80000"/>
              </a:lnSpc>
              <a:buFontTx/>
              <a:buNone/>
              <a:defRPr/>
            </a:pPr>
            <a:r>
              <a:rPr kumimoji="1" lang="en-US" altLang="zh-CN" sz="2200" dirty="0"/>
              <a:t>}     </a:t>
            </a:r>
            <a:endParaRPr lang="en-US" altLang="zh-CN"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58850" name="Rectangle 2">
            <a:extLst>
              <a:ext uri="{FF2B5EF4-FFF2-40B4-BE49-F238E27FC236}">
                <a16:creationId xmlns:a16="http://schemas.microsoft.com/office/drawing/2014/main" id="{8FA756AE-C5E3-7A17-8B07-5AA2B5390A7A}"/>
              </a:ext>
            </a:extLst>
          </p:cNvPr>
          <p:cNvSpPr>
            <a:spLocks noGrp="1" noChangeArrowheads="1"/>
          </p:cNvSpPr>
          <p:nvPr>
            <p:ph type="title"/>
          </p:nvPr>
        </p:nvSpPr>
        <p:spPr>
          <a:xfrm>
            <a:off x="457200" y="44450"/>
            <a:ext cx="8229600" cy="1139825"/>
          </a:xfrm>
        </p:spPr>
        <p:txBody>
          <a:bodyPr/>
          <a:lstStyle/>
          <a:p>
            <a:pPr eaLnBrk="1" hangingPunct="1">
              <a:defRPr/>
            </a:pPr>
            <a:r>
              <a:rPr lang="zh-CN" altLang="en-US" dirty="0"/>
              <a:t>同类对象如何共享数据？</a:t>
            </a:r>
          </a:p>
        </p:txBody>
      </p:sp>
      <p:sp>
        <p:nvSpPr>
          <p:cNvPr id="1358851" name="Rectangle 3">
            <a:extLst>
              <a:ext uri="{FF2B5EF4-FFF2-40B4-BE49-F238E27FC236}">
                <a16:creationId xmlns:a16="http://schemas.microsoft.com/office/drawing/2014/main" id="{70F26EB6-C047-219C-45F6-E7196BDB8AF8}"/>
              </a:ext>
            </a:extLst>
          </p:cNvPr>
          <p:cNvSpPr>
            <a:spLocks noGrp="1" noChangeArrowheads="1"/>
          </p:cNvSpPr>
          <p:nvPr>
            <p:ph type="body" idx="1"/>
          </p:nvPr>
        </p:nvSpPr>
        <p:spPr>
          <a:xfrm>
            <a:off x="457200" y="1341438"/>
            <a:ext cx="8229600" cy="5327650"/>
          </a:xfrm>
        </p:spPr>
        <p:txBody>
          <a:bodyPr>
            <a:normAutofit fontScale="92500" lnSpcReduction="10000"/>
          </a:bodyPr>
          <a:lstStyle/>
          <a:p>
            <a:pPr eaLnBrk="1" hangingPunct="1">
              <a:defRPr/>
            </a:pPr>
            <a:r>
              <a:rPr lang="zh-CN" altLang="en-US" sz="3000" dirty="0"/>
              <a:t>采用全局变量来表示共享数据：</a:t>
            </a:r>
            <a:endParaRPr lang="en-US" altLang="zh-CN" sz="3000" dirty="0"/>
          </a:p>
          <a:p>
            <a:pPr lvl="1" eaLnBrk="1" hangingPunct="1">
              <a:defRPr/>
            </a:pPr>
            <a:r>
              <a:rPr lang="zh-CN" altLang="en-US" sz="2600" dirty="0"/>
              <a:t>共享的数据与对象之间缺乏显式的联系</a:t>
            </a:r>
            <a:endParaRPr lang="en-US" altLang="zh-CN" sz="2600" dirty="0"/>
          </a:p>
          <a:p>
            <a:pPr lvl="1" eaLnBrk="1" hangingPunct="1">
              <a:defRPr/>
            </a:pPr>
            <a:r>
              <a:rPr lang="zh-CN" altLang="en-US" sz="2600" dirty="0"/>
              <a:t>数据缺乏保护！</a:t>
            </a:r>
            <a:endParaRPr lang="en-US" altLang="zh-CN" sz="2600" dirty="0"/>
          </a:p>
          <a:p>
            <a:pPr lvl="1" eaLnBrk="1" hangingPunct="1">
              <a:buFontTx/>
              <a:buNone/>
              <a:defRPr/>
            </a:pPr>
            <a:r>
              <a:rPr lang="en-US" altLang="zh-CN" sz="2200" dirty="0" err="1"/>
              <a:t>int</a:t>
            </a:r>
            <a:r>
              <a:rPr lang="en-US" altLang="zh-CN" sz="2200" dirty="0"/>
              <a:t> </a:t>
            </a:r>
            <a:r>
              <a:rPr lang="en-US" altLang="zh-CN" sz="2200" dirty="0">
                <a:solidFill>
                  <a:srgbClr val="FFC000"/>
                </a:solidFill>
              </a:rPr>
              <a:t>x</a:t>
            </a:r>
            <a:r>
              <a:rPr lang="en-US" altLang="zh-CN" sz="2200" dirty="0"/>
              <a:t>=0; //</a:t>
            </a:r>
            <a:r>
              <a:rPr lang="zh-CN" altLang="en-US" sz="2200" dirty="0"/>
              <a:t>全局变量</a:t>
            </a:r>
            <a:endParaRPr lang="en-US" altLang="zh-CN" sz="2200" dirty="0"/>
          </a:p>
          <a:p>
            <a:pPr lvl="1" eaLnBrk="1" hangingPunct="1">
              <a:buFontTx/>
              <a:buNone/>
              <a:defRPr/>
            </a:pPr>
            <a:r>
              <a:rPr lang="en-US" altLang="zh-CN" sz="2200" dirty="0"/>
              <a:t>class A</a:t>
            </a:r>
          </a:p>
          <a:p>
            <a:pPr lvl="1" eaLnBrk="1" hangingPunct="1">
              <a:buFontTx/>
              <a:buNone/>
              <a:defRPr/>
            </a:pPr>
            <a:r>
              <a:rPr lang="en-US" altLang="zh-CN" sz="2200" dirty="0"/>
              <a:t>{ </a:t>
            </a:r>
            <a:r>
              <a:rPr lang="en-US" altLang="zh-CN" sz="2200" dirty="0" err="1"/>
              <a:t>int</a:t>
            </a:r>
            <a:r>
              <a:rPr lang="en-US" altLang="zh-CN" sz="2200" dirty="0"/>
              <a:t> y;</a:t>
            </a:r>
          </a:p>
          <a:p>
            <a:pPr lvl="1" eaLnBrk="1" hangingPunct="1">
              <a:buFontTx/>
              <a:buNone/>
              <a:defRPr/>
            </a:pPr>
            <a:r>
              <a:rPr lang="en-US" altLang="zh-CN" sz="2200" dirty="0"/>
              <a:t>   ......</a:t>
            </a:r>
          </a:p>
          <a:p>
            <a:pPr lvl="1" eaLnBrk="1" hangingPunct="1">
              <a:buFontTx/>
              <a:buNone/>
              <a:defRPr/>
            </a:pPr>
            <a:r>
              <a:rPr lang="en-US" altLang="zh-CN" sz="2200" dirty="0"/>
              <a:t>   void f()   { y = </a:t>
            </a:r>
            <a:r>
              <a:rPr lang="en-US" altLang="zh-CN" sz="2200" dirty="0">
                <a:solidFill>
                  <a:srgbClr val="FFC000"/>
                </a:solidFill>
              </a:rPr>
              <a:t>x</a:t>
            </a:r>
            <a:r>
              <a:rPr lang="en-US" altLang="zh-CN" sz="2200" dirty="0"/>
              <a:t>; x++; ......   }</a:t>
            </a:r>
          </a:p>
          <a:p>
            <a:pPr lvl="1" eaLnBrk="1" hangingPunct="1">
              <a:buFontTx/>
              <a:buNone/>
              <a:defRPr/>
            </a:pPr>
            <a:r>
              <a:rPr lang="en-US" altLang="zh-CN" sz="2200" dirty="0"/>
              <a:t>} </a:t>
            </a:r>
          </a:p>
          <a:p>
            <a:pPr lvl="1" eaLnBrk="1" hangingPunct="1">
              <a:buFontTx/>
              <a:buNone/>
              <a:defRPr/>
            </a:pPr>
            <a:r>
              <a:rPr lang="en-US" altLang="zh-CN" sz="2200"/>
              <a:t>A a,b</a:t>
            </a:r>
            <a:r>
              <a:rPr lang="en-US" altLang="zh-CN" sz="2200" dirty="0"/>
              <a:t>;</a:t>
            </a:r>
          </a:p>
          <a:p>
            <a:pPr lvl="1" eaLnBrk="1" hangingPunct="1">
              <a:buFontTx/>
              <a:buNone/>
              <a:defRPr/>
            </a:pPr>
            <a:r>
              <a:rPr lang="en-US" altLang="zh-CN" sz="2200" dirty="0"/>
              <a:t>//</a:t>
            </a:r>
            <a:r>
              <a:rPr lang="zh-CN" altLang="en-US" sz="2200" dirty="0"/>
              <a:t>以下操作对同一个</a:t>
            </a:r>
            <a:r>
              <a:rPr lang="en-US" altLang="zh-CN" sz="2200" dirty="0"/>
              <a:t>x</a:t>
            </a:r>
            <a:r>
              <a:rPr lang="zh-CN" altLang="en-US" sz="2200" dirty="0"/>
              <a:t>进行</a:t>
            </a:r>
            <a:endParaRPr lang="en-US" altLang="zh-CN" sz="2200" dirty="0"/>
          </a:p>
          <a:p>
            <a:pPr lvl="1" eaLnBrk="1" hangingPunct="1">
              <a:buFontTx/>
              <a:buNone/>
              <a:defRPr/>
            </a:pPr>
            <a:r>
              <a:rPr lang="en-US" altLang="zh-CN" sz="2200" dirty="0" err="1"/>
              <a:t>a.f</a:t>
            </a:r>
            <a:r>
              <a:rPr lang="en-US" altLang="zh-CN" sz="2200" dirty="0"/>
              <a:t>(); </a:t>
            </a:r>
          </a:p>
          <a:p>
            <a:pPr lvl="1" eaLnBrk="1" hangingPunct="1">
              <a:buFontTx/>
              <a:buNone/>
              <a:defRPr/>
            </a:pPr>
            <a:r>
              <a:rPr lang="en-US" altLang="zh-CN" sz="2200" dirty="0" err="1"/>
              <a:t>b.f</a:t>
            </a:r>
            <a:r>
              <a:rPr lang="en-US" altLang="zh-CN" sz="2200" dirty="0"/>
              <a:t>();</a:t>
            </a:r>
          </a:p>
          <a:p>
            <a:pPr lvl="1" eaLnBrk="1" hangingPunct="1">
              <a:buFontTx/>
              <a:buNone/>
              <a:defRPr/>
            </a:pPr>
            <a:r>
              <a:rPr lang="en-US" altLang="zh-CN" sz="2200" dirty="0">
                <a:solidFill>
                  <a:srgbClr val="FFC000"/>
                </a:solidFill>
              </a:rPr>
              <a:t>x++;</a:t>
            </a:r>
            <a:r>
              <a:rPr lang="en-US" altLang="zh-CN" sz="2200" dirty="0"/>
              <a:t> //</a:t>
            </a:r>
            <a:r>
              <a:rPr lang="zh-CN" altLang="en-US" sz="2200" dirty="0">
                <a:solidFill>
                  <a:srgbClr val="FFC000"/>
                </a:solidFill>
              </a:rPr>
              <a:t>不通过</a:t>
            </a:r>
            <a:r>
              <a:rPr lang="en-US" altLang="zh-CN" sz="2200" dirty="0">
                <a:solidFill>
                  <a:srgbClr val="FFC000"/>
                </a:solidFill>
              </a:rPr>
              <a:t>A</a:t>
            </a:r>
            <a:r>
              <a:rPr lang="zh-CN" altLang="en-US" sz="2200" dirty="0">
                <a:solidFill>
                  <a:srgbClr val="FFC000"/>
                </a:solidFill>
              </a:rPr>
              <a:t>类对象也能访问</a:t>
            </a:r>
            <a:r>
              <a:rPr lang="en-US" altLang="zh-CN" sz="2200" dirty="0">
                <a:solidFill>
                  <a:srgbClr val="FFC000"/>
                </a:solidFill>
              </a:rPr>
              <a:t>x</a:t>
            </a:r>
            <a:r>
              <a:rPr lang="zh-CN" altLang="en-US" sz="2200" dirty="0">
                <a:solidFill>
                  <a:srgbClr val="FFC000"/>
                </a:solidFill>
              </a:rPr>
              <a:t>，不安全！</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358851">
                                            <p:txEl>
                                              <p:pRg st="13" end="13"/>
                                            </p:txEl>
                                          </p:spTgt>
                                        </p:tgtEl>
                                        <p:attrNameLst>
                                          <p:attrName>style.visibility</p:attrName>
                                        </p:attrNameLst>
                                      </p:cBhvr>
                                      <p:to>
                                        <p:strVal val="visible"/>
                                      </p:to>
                                    </p:set>
                                    <p:anim calcmode="lin" valueType="num">
                                      <p:cBhvr additive="base">
                                        <p:cTn id="7" dur="500" fill="hold"/>
                                        <p:tgtEl>
                                          <p:spTgt spid="1358851">
                                            <p:txEl>
                                              <p:pRg st="13" end="1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58851">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8851" name="Rectangle 3">
            <a:extLst>
              <a:ext uri="{FF2B5EF4-FFF2-40B4-BE49-F238E27FC236}">
                <a16:creationId xmlns:a16="http://schemas.microsoft.com/office/drawing/2014/main" id="{906ED9CC-C3D3-0046-3A9C-EED2DC043401}"/>
              </a:ext>
            </a:extLst>
          </p:cNvPr>
          <p:cNvSpPr>
            <a:spLocks noGrp="1" noChangeArrowheads="1"/>
          </p:cNvSpPr>
          <p:nvPr>
            <p:ph type="body" idx="1"/>
          </p:nvPr>
        </p:nvSpPr>
        <p:spPr>
          <a:xfrm>
            <a:off x="457200" y="1125538"/>
            <a:ext cx="8229600" cy="5688012"/>
          </a:xfrm>
        </p:spPr>
        <p:txBody>
          <a:bodyPr>
            <a:normAutofit lnSpcReduction="10000"/>
          </a:bodyPr>
          <a:lstStyle/>
          <a:p>
            <a:pPr eaLnBrk="1" hangingPunct="1">
              <a:defRPr/>
            </a:pPr>
            <a:r>
              <a:rPr lang="zh-CN" altLang="en-US" sz="2800" dirty="0"/>
              <a:t>采用</a:t>
            </a:r>
            <a:r>
              <a:rPr lang="zh-CN" altLang="en-US" sz="2800" dirty="0">
                <a:solidFill>
                  <a:srgbClr val="FFC000"/>
                </a:solidFill>
              </a:rPr>
              <a:t>静态数据成员</a:t>
            </a:r>
            <a:r>
              <a:rPr lang="zh-CN" altLang="en-US" sz="2800" dirty="0"/>
              <a:t>可以更好地实现同一个类的不同对象之间的数据共享。例如</a:t>
            </a:r>
            <a:endParaRPr lang="en-US" altLang="zh-CN" sz="2800" dirty="0"/>
          </a:p>
          <a:p>
            <a:pPr lvl="1" eaLnBrk="1" hangingPunct="1">
              <a:buFontTx/>
              <a:buNone/>
              <a:defRPr/>
            </a:pPr>
            <a:r>
              <a:rPr lang="en-US" altLang="zh-CN" sz="2200" dirty="0"/>
              <a:t>class A</a:t>
            </a:r>
          </a:p>
          <a:p>
            <a:pPr lvl="1" eaLnBrk="1" hangingPunct="1">
              <a:buFontTx/>
              <a:buNone/>
              <a:defRPr/>
            </a:pPr>
            <a:r>
              <a:rPr lang="en-US" altLang="zh-CN" sz="2200" dirty="0"/>
              <a:t>{ </a:t>
            </a:r>
            <a:r>
              <a:rPr lang="en-US" altLang="zh-CN" sz="2200" dirty="0" err="1"/>
              <a:t>int</a:t>
            </a:r>
            <a:r>
              <a:rPr lang="en-US" altLang="zh-CN" sz="2200" dirty="0"/>
              <a:t> y;</a:t>
            </a:r>
          </a:p>
          <a:p>
            <a:pPr lvl="1" eaLnBrk="1" hangingPunct="1">
              <a:buFontTx/>
              <a:buNone/>
              <a:defRPr/>
            </a:pPr>
            <a:r>
              <a:rPr lang="en-US" altLang="zh-CN" sz="2200" dirty="0"/>
              <a:t>   ......</a:t>
            </a:r>
          </a:p>
          <a:p>
            <a:pPr lvl="1" eaLnBrk="1" hangingPunct="1">
              <a:buFontTx/>
              <a:buNone/>
              <a:defRPr/>
            </a:pPr>
            <a:r>
              <a:rPr lang="en-US" altLang="zh-CN" sz="2200" dirty="0"/>
              <a:t>   </a:t>
            </a:r>
            <a:r>
              <a:rPr lang="en-US" altLang="zh-CN" sz="2200" dirty="0">
                <a:solidFill>
                  <a:srgbClr val="FFC000"/>
                </a:solidFill>
              </a:rPr>
              <a:t>static</a:t>
            </a:r>
            <a:r>
              <a:rPr lang="en-US" altLang="zh-CN" sz="2200" dirty="0"/>
              <a:t> </a:t>
            </a:r>
            <a:r>
              <a:rPr lang="en-US" altLang="zh-CN" sz="2200" dirty="0" err="1"/>
              <a:t>int</a:t>
            </a:r>
            <a:r>
              <a:rPr lang="en-US" altLang="zh-CN" sz="2200" dirty="0"/>
              <a:t> x; //</a:t>
            </a:r>
            <a:r>
              <a:rPr lang="zh-CN" altLang="en-US" sz="2200" dirty="0">
                <a:solidFill>
                  <a:srgbClr val="FFC000"/>
                </a:solidFill>
              </a:rPr>
              <a:t>静态数据成员声明</a:t>
            </a:r>
            <a:endParaRPr lang="en-US" altLang="zh-CN" sz="2200" dirty="0">
              <a:solidFill>
                <a:srgbClr val="FFC000"/>
              </a:solidFill>
            </a:endParaRPr>
          </a:p>
          <a:p>
            <a:pPr lvl="1" eaLnBrk="1" hangingPunct="1">
              <a:buFontTx/>
              <a:buNone/>
              <a:defRPr/>
            </a:pPr>
            <a:r>
              <a:rPr lang="en-US" altLang="zh-CN" sz="2200" dirty="0"/>
              <a:t>   void f()   { y = x; x++; ......   }</a:t>
            </a:r>
          </a:p>
          <a:p>
            <a:pPr lvl="1" eaLnBrk="1" hangingPunct="1">
              <a:buFontTx/>
              <a:buNone/>
              <a:defRPr/>
            </a:pPr>
            <a:r>
              <a:rPr lang="en-US" altLang="zh-CN" sz="2200" dirty="0"/>
              <a:t>};</a:t>
            </a:r>
          </a:p>
          <a:p>
            <a:pPr lvl="1" eaLnBrk="1" hangingPunct="1">
              <a:buFontTx/>
              <a:buNone/>
              <a:defRPr/>
            </a:pPr>
            <a:r>
              <a:rPr lang="en-US" altLang="zh-CN" sz="2200" dirty="0" err="1"/>
              <a:t>int</a:t>
            </a:r>
            <a:r>
              <a:rPr lang="en-US" altLang="zh-CN" sz="2200" dirty="0"/>
              <a:t> </a:t>
            </a:r>
            <a:r>
              <a:rPr lang="en-US" altLang="zh-CN" sz="2200" dirty="0">
                <a:solidFill>
                  <a:srgbClr val="FFC000"/>
                </a:solidFill>
              </a:rPr>
              <a:t>A::</a:t>
            </a:r>
            <a:r>
              <a:rPr lang="en-US" altLang="zh-CN" sz="2200" dirty="0"/>
              <a:t>x=0; //</a:t>
            </a:r>
            <a:r>
              <a:rPr lang="zh-CN" altLang="en-US" sz="2200" dirty="0">
                <a:solidFill>
                  <a:srgbClr val="FFC000"/>
                </a:solidFill>
              </a:rPr>
              <a:t>静态数据成员定义及初始化</a:t>
            </a:r>
            <a:endParaRPr lang="en-US" altLang="zh-CN" sz="2200" dirty="0">
              <a:solidFill>
                <a:srgbClr val="FFC000"/>
              </a:solidFill>
            </a:endParaRPr>
          </a:p>
          <a:p>
            <a:pPr lvl="1" eaLnBrk="1" hangingPunct="1">
              <a:buFontTx/>
              <a:buNone/>
              <a:defRPr/>
            </a:pPr>
            <a:r>
              <a:rPr lang="en-US" altLang="zh-CN" sz="2200" dirty="0"/>
              <a:t>......</a:t>
            </a:r>
          </a:p>
          <a:p>
            <a:pPr lvl="1" eaLnBrk="1" hangingPunct="1">
              <a:buFontTx/>
              <a:buNone/>
              <a:defRPr/>
            </a:pPr>
            <a:r>
              <a:rPr lang="en-US" altLang="zh-CN" sz="2200" dirty="0"/>
              <a:t>A </a:t>
            </a:r>
            <a:r>
              <a:rPr lang="en-US" altLang="zh-CN" sz="2200" dirty="0" err="1"/>
              <a:t>a,b</a:t>
            </a:r>
            <a:r>
              <a:rPr lang="en-US" altLang="zh-CN" sz="2200" dirty="0"/>
              <a:t>;</a:t>
            </a:r>
          </a:p>
          <a:p>
            <a:pPr lvl="1" eaLnBrk="1" hangingPunct="1">
              <a:buFontTx/>
              <a:buNone/>
              <a:defRPr/>
            </a:pPr>
            <a:r>
              <a:rPr lang="en-US" altLang="zh-CN" sz="2200" dirty="0" err="1"/>
              <a:t>a.f</a:t>
            </a:r>
            <a:r>
              <a:rPr lang="en-US" altLang="zh-CN" sz="2200" dirty="0"/>
              <a:t>();</a:t>
            </a:r>
          </a:p>
          <a:p>
            <a:pPr lvl="1" eaLnBrk="1" hangingPunct="1">
              <a:buFontTx/>
              <a:buNone/>
              <a:defRPr/>
            </a:pPr>
            <a:r>
              <a:rPr lang="en-US" altLang="zh-CN" sz="2200" dirty="0" err="1"/>
              <a:t>b.f</a:t>
            </a:r>
            <a:r>
              <a:rPr lang="en-US" altLang="zh-CN" sz="2200" dirty="0"/>
              <a:t>();</a:t>
            </a:r>
          </a:p>
          <a:p>
            <a:pPr lvl="1" eaLnBrk="1" hangingPunct="1">
              <a:buFontTx/>
              <a:buNone/>
              <a:defRPr/>
            </a:pPr>
            <a:r>
              <a:rPr lang="en-US" altLang="zh-CN" sz="2200" dirty="0"/>
              <a:t>//</a:t>
            </a:r>
            <a:r>
              <a:rPr lang="zh-CN" altLang="en-US" sz="2200" dirty="0"/>
              <a:t>上述操作对同一个</a:t>
            </a:r>
            <a:r>
              <a:rPr lang="en-US" altLang="zh-CN" sz="2200" dirty="0"/>
              <a:t>x</a:t>
            </a:r>
            <a:r>
              <a:rPr lang="zh-CN" altLang="en-US" sz="2200" dirty="0"/>
              <a:t>进行</a:t>
            </a:r>
            <a:endParaRPr lang="en-US" altLang="zh-CN" sz="2200" dirty="0"/>
          </a:p>
          <a:p>
            <a:pPr lvl="1" eaLnBrk="1" hangingPunct="1">
              <a:buFontTx/>
              <a:buNone/>
              <a:defRPr/>
            </a:pPr>
            <a:r>
              <a:rPr lang="en-US" altLang="zh-CN" sz="2200" dirty="0">
                <a:solidFill>
                  <a:srgbClr val="FFC000"/>
                </a:solidFill>
              </a:rPr>
              <a:t>x++;</a:t>
            </a:r>
            <a:r>
              <a:rPr lang="en-US" altLang="zh-CN" sz="2200" dirty="0"/>
              <a:t> //</a:t>
            </a:r>
            <a:r>
              <a:rPr lang="en-US" altLang="zh-CN" sz="2200" dirty="0">
                <a:solidFill>
                  <a:srgbClr val="FFC000"/>
                </a:solidFill>
              </a:rPr>
              <a:t>Error</a:t>
            </a:r>
            <a:r>
              <a:rPr lang="zh-CN" altLang="en-US" sz="2200" dirty="0"/>
              <a:t>，</a:t>
            </a:r>
            <a:r>
              <a:rPr lang="zh-CN" altLang="en-US" sz="2200" dirty="0">
                <a:solidFill>
                  <a:srgbClr val="FFC000"/>
                </a:solidFill>
              </a:rPr>
              <a:t>不通过</a:t>
            </a:r>
            <a:r>
              <a:rPr lang="en-US" altLang="zh-CN" sz="2200" dirty="0">
                <a:solidFill>
                  <a:srgbClr val="FFC000"/>
                </a:solidFill>
              </a:rPr>
              <a:t>A</a:t>
            </a:r>
            <a:r>
              <a:rPr lang="zh-CN" altLang="en-US" sz="2200" dirty="0">
                <a:solidFill>
                  <a:srgbClr val="FFC000"/>
                </a:solidFill>
              </a:rPr>
              <a:t>类对象不能访问</a:t>
            </a:r>
            <a:r>
              <a:rPr lang="en-US" altLang="zh-CN" sz="2200" dirty="0">
                <a:solidFill>
                  <a:srgbClr val="FFC000"/>
                </a:solidFill>
              </a:rPr>
              <a:t>x</a:t>
            </a:r>
            <a:r>
              <a:rPr lang="zh-CN" altLang="en-US" sz="2200" dirty="0"/>
              <a:t>！</a:t>
            </a:r>
          </a:p>
        </p:txBody>
      </p:sp>
      <p:sp>
        <p:nvSpPr>
          <p:cNvPr id="3" name="Rectangle 2">
            <a:extLst>
              <a:ext uri="{FF2B5EF4-FFF2-40B4-BE49-F238E27FC236}">
                <a16:creationId xmlns:a16="http://schemas.microsoft.com/office/drawing/2014/main" id="{C2E7213F-B108-185B-A810-2E9ACB661B9C}"/>
              </a:ext>
            </a:extLst>
          </p:cNvPr>
          <p:cNvSpPr txBox="1">
            <a:spLocks noChangeArrowheads="1"/>
          </p:cNvSpPr>
          <p:nvPr/>
        </p:nvSpPr>
        <p:spPr bwMode="auto">
          <a:xfrm>
            <a:off x="457200" y="44450"/>
            <a:ext cx="8229600" cy="1139825"/>
          </a:xfrm>
          <a:prstGeom prst="rect">
            <a:avLst/>
          </a:prstGeom>
          <a:noFill/>
          <a:ln w="9525">
            <a:noFill/>
            <a:miter lim="800000"/>
            <a:headEnd/>
            <a:tailEnd/>
          </a:ln>
          <a:effectLst/>
        </p:spPr>
        <p:txBody>
          <a:bodyPr anchor="ctr" anchorCtr="1"/>
          <a:lstStyle/>
          <a:p>
            <a:pPr algn="ctr" eaLnBrk="1" hangingPunct="1">
              <a:defRPr/>
            </a:pPr>
            <a:r>
              <a:rPr lang="zh-CN" altLang="en-US" sz="4400" kern="0" dirty="0">
                <a:solidFill>
                  <a:schemeClr val="tx2"/>
                </a:solidFill>
                <a:effectLst>
                  <a:outerShdw blurRad="38100" dist="38100" dir="2700000" algn="tl">
                    <a:srgbClr val="000000"/>
                  </a:outerShdw>
                </a:effectLst>
                <a:latin typeface="+mj-lt"/>
                <a:ea typeface="+mj-ea"/>
                <a:cs typeface="+mj-cs"/>
              </a:rPr>
              <a:t>静态数据成员</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95682" name="Rectangle 2">
            <a:extLst>
              <a:ext uri="{FF2B5EF4-FFF2-40B4-BE49-F238E27FC236}">
                <a16:creationId xmlns:a16="http://schemas.microsoft.com/office/drawing/2014/main" id="{5292B758-4A8B-69C5-013D-3D385295D4FC}"/>
              </a:ext>
            </a:extLst>
          </p:cNvPr>
          <p:cNvSpPr>
            <a:spLocks noGrp="1" noChangeArrowheads="1"/>
          </p:cNvSpPr>
          <p:nvPr>
            <p:ph type="title"/>
          </p:nvPr>
        </p:nvSpPr>
        <p:spPr>
          <a:xfrm>
            <a:off x="457200" y="115888"/>
            <a:ext cx="8229600" cy="1009650"/>
          </a:xfrm>
        </p:spPr>
        <p:txBody>
          <a:bodyPr/>
          <a:lstStyle/>
          <a:p>
            <a:pPr eaLnBrk="1" hangingPunct="1">
              <a:defRPr/>
            </a:pPr>
            <a:r>
              <a:rPr lang="en-US" altLang="zh-CN" sz="4000">
                <a:sym typeface="Wingdings 2" pitchFamily="18" charset="2"/>
              </a:rPr>
              <a:t> </a:t>
            </a:r>
            <a:endParaRPr lang="en-US" altLang="zh-CN"/>
          </a:p>
        </p:txBody>
      </p:sp>
      <p:sp>
        <p:nvSpPr>
          <p:cNvPr id="1095683" name="Rectangle 3">
            <a:extLst>
              <a:ext uri="{FF2B5EF4-FFF2-40B4-BE49-F238E27FC236}">
                <a16:creationId xmlns:a16="http://schemas.microsoft.com/office/drawing/2014/main" id="{5648184A-7870-F24E-6AB6-7E0D47154F99}"/>
              </a:ext>
            </a:extLst>
          </p:cNvPr>
          <p:cNvSpPr>
            <a:spLocks noGrp="1" noChangeArrowheads="1"/>
          </p:cNvSpPr>
          <p:nvPr>
            <p:ph type="body" idx="1"/>
          </p:nvPr>
        </p:nvSpPr>
        <p:spPr>
          <a:xfrm>
            <a:off x="438150" y="403225"/>
            <a:ext cx="8382000" cy="5905500"/>
          </a:xfrm>
        </p:spPr>
        <p:txBody>
          <a:bodyPr>
            <a:normAutofit/>
          </a:bodyPr>
          <a:lstStyle/>
          <a:p>
            <a:pPr eaLnBrk="1" hangingPunct="1">
              <a:lnSpc>
                <a:spcPct val="120000"/>
              </a:lnSpc>
              <a:defRPr/>
            </a:pPr>
            <a:r>
              <a:rPr lang="zh-CN" altLang="en-US" dirty="0"/>
              <a:t>类的</a:t>
            </a:r>
            <a:r>
              <a:rPr lang="zh-CN" altLang="en-US" dirty="0">
                <a:solidFill>
                  <a:schemeClr val="folHlink"/>
                </a:solidFill>
              </a:rPr>
              <a:t>静态数据成员</a:t>
            </a:r>
            <a:r>
              <a:rPr lang="zh-CN" altLang="en-US" dirty="0"/>
              <a:t>对该类的所有对象只有一个拷贝。例如，对于下面的类</a:t>
            </a:r>
            <a:r>
              <a:rPr lang="en-US" altLang="zh-CN" dirty="0"/>
              <a:t>A</a:t>
            </a:r>
            <a:r>
              <a:rPr lang="zh-CN" altLang="en-US" dirty="0"/>
              <a:t>：</a:t>
            </a:r>
          </a:p>
          <a:p>
            <a:pPr marL="914400" lvl="1" indent="-457200" eaLnBrk="1" hangingPunct="1">
              <a:lnSpc>
                <a:spcPct val="120000"/>
              </a:lnSpc>
              <a:buFontTx/>
              <a:buNone/>
              <a:defRPr/>
            </a:pPr>
            <a:r>
              <a:rPr lang="en-US" altLang="zh-CN" sz="2400" dirty="0"/>
              <a:t>class A</a:t>
            </a:r>
          </a:p>
          <a:p>
            <a:pPr marL="914400" lvl="1" indent="-457200" eaLnBrk="1" hangingPunct="1">
              <a:lnSpc>
                <a:spcPct val="90000"/>
              </a:lnSpc>
              <a:buFontTx/>
              <a:buNone/>
              <a:defRPr/>
            </a:pPr>
            <a:r>
              <a:rPr lang="en-US" altLang="zh-CN" sz="2400" dirty="0"/>
              <a:t>{	  </a:t>
            </a:r>
            <a:r>
              <a:rPr lang="en-US" altLang="zh-CN" sz="2400" dirty="0" err="1"/>
              <a:t>int</a:t>
            </a:r>
            <a:r>
              <a:rPr lang="en-US" altLang="zh-CN" sz="2400" dirty="0"/>
              <a:t> </a:t>
            </a:r>
            <a:r>
              <a:rPr lang="en-US" altLang="zh-CN" sz="2400" dirty="0" err="1"/>
              <a:t>x,y</a:t>
            </a:r>
            <a:r>
              <a:rPr lang="en-US" altLang="zh-CN" sz="2400" dirty="0"/>
              <a:t>;</a:t>
            </a:r>
          </a:p>
          <a:p>
            <a:pPr marL="914400" lvl="1" indent="-457200" eaLnBrk="1" hangingPunct="1">
              <a:lnSpc>
                <a:spcPct val="90000"/>
              </a:lnSpc>
              <a:buFontTx/>
              <a:buNone/>
              <a:defRPr/>
            </a:pPr>
            <a:r>
              <a:rPr lang="en-US" altLang="zh-CN" sz="2400" dirty="0"/>
              <a:t>	  </a:t>
            </a:r>
            <a:r>
              <a:rPr lang="en-US" altLang="zh-CN" sz="2400" dirty="0">
                <a:solidFill>
                  <a:schemeClr val="folHlink"/>
                </a:solidFill>
              </a:rPr>
              <a:t>static</a:t>
            </a:r>
            <a:r>
              <a:rPr lang="en-US" altLang="zh-CN" sz="2400" dirty="0"/>
              <a:t> </a:t>
            </a:r>
            <a:r>
              <a:rPr lang="en-US" altLang="zh-CN" sz="2400" dirty="0" err="1"/>
              <a:t>int</a:t>
            </a:r>
            <a:r>
              <a:rPr lang="en-US" altLang="zh-CN" sz="2400" dirty="0"/>
              <a:t> shared; </a:t>
            </a:r>
            <a:endParaRPr lang="zh-CN" altLang="en-US" sz="2400" dirty="0">
              <a:solidFill>
                <a:schemeClr val="folHlink"/>
              </a:solidFill>
            </a:endParaRPr>
          </a:p>
          <a:p>
            <a:pPr marL="914400" lvl="1" indent="-457200" eaLnBrk="1" hangingPunct="1">
              <a:lnSpc>
                <a:spcPct val="90000"/>
              </a:lnSpc>
              <a:buFontTx/>
              <a:buNone/>
              <a:defRPr/>
            </a:pPr>
            <a:r>
              <a:rPr lang="zh-CN" altLang="en-US" sz="2400" dirty="0"/>
              <a:t>	</a:t>
            </a:r>
            <a:r>
              <a:rPr lang="en-US" altLang="zh-CN" sz="2400" dirty="0"/>
              <a:t>public:</a:t>
            </a:r>
          </a:p>
          <a:p>
            <a:pPr marL="914400" lvl="1" indent="-457200" eaLnBrk="1" hangingPunct="1">
              <a:lnSpc>
                <a:spcPct val="90000"/>
              </a:lnSpc>
              <a:buFontTx/>
              <a:buNone/>
              <a:defRPr/>
            </a:pPr>
            <a:r>
              <a:rPr lang="en-US" altLang="zh-CN" sz="2400" dirty="0"/>
              <a:t>	  A() { x = y = 0; }</a:t>
            </a:r>
          </a:p>
          <a:p>
            <a:pPr marL="914400" lvl="1" indent="-457200" eaLnBrk="1" hangingPunct="1">
              <a:lnSpc>
                <a:spcPct val="90000"/>
              </a:lnSpc>
              <a:buFontTx/>
              <a:buNone/>
              <a:defRPr/>
            </a:pPr>
            <a:r>
              <a:rPr lang="en-US" altLang="zh-CN" sz="2400" dirty="0"/>
              <a:t>	  void </a:t>
            </a:r>
            <a:r>
              <a:rPr lang="en-US" altLang="zh-CN" sz="2400" dirty="0" err="1"/>
              <a:t>increase_all</a:t>
            </a:r>
            <a:r>
              <a:rPr lang="en-US" altLang="zh-CN" sz="2400" dirty="0"/>
              <a:t>() { x++; y++; shared++; }</a:t>
            </a:r>
          </a:p>
          <a:p>
            <a:pPr marL="914400" lvl="1" indent="-457200" eaLnBrk="1" hangingPunct="1">
              <a:lnSpc>
                <a:spcPct val="90000"/>
              </a:lnSpc>
              <a:buFontTx/>
              <a:buNone/>
              <a:defRPr/>
            </a:pPr>
            <a:r>
              <a:rPr lang="en-US" altLang="zh-CN" sz="2400" dirty="0"/>
              <a:t>	  </a:t>
            </a:r>
            <a:r>
              <a:rPr lang="en-US" altLang="zh-CN" sz="2400" dirty="0" err="1"/>
              <a:t>int</a:t>
            </a:r>
            <a:r>
              <a:rPr lang="en-US" altLang="zh-CN" sz="2400" dirty="0"/>
              <a:t> </a:t>
            </a:r>
            <a:r>
              <a:rPr lang="en-US" altLang="zh-CN" sz="2400" dirty="0" err="1"/>
              <a:t>sum_all</a:t>
            </a:r>
            <a:r>
              <a:rPr lang="en-US" altLang="zh-CN" sz="2400" dirty="0"/>
              <a:t>() </a:t>
            </a:r>
            <a:r>
              <a:rPr lang="en-US" altLang="zh-CN" sz="2400" dirty="0" err="1"/>
              <a:t>const</a:t>
            </a:r>
            <a:r>
              <a:rPr lang="en-US" altLang="zh-CN" sz="2400" dirty="0"/>
              <a:t> { return </a:t>
            </a:r>
            <a:r>
              <a:rPr lang="en-US" altLang="zh-CN" sz="2400" dirty="0" err="1"/>
              <a:t>x+y+shared</a:t>
            </a:r>
            <a:r>
              <a:rPr lang="en-US" altLang="zh-CN" sz="2400" dirty="0"/>
              <a:t>; }</a:t>
            </a:r>
          </a:p>
          <a:p>
            <a:pPr marL="914400" lvl="1" indent="-457200" eaLnBrk="1" hangingPunct="1">
              <a:lnSpc>
                <a:spcPct val="90000"/>
              </a:lnSpc>
              <a:buFontTx/>
              <a:buNone/>
              <a:defRPr/>
            </a:pPr>
            <a:r>
              <a:rPr lang="en-US" altLang="zh-CN" sz="2400" dirty="0"/>
              <a:t>	  ......</a:t>
            </a:r>
          </a:p>
          <a:p>
            <a:pPr marL="914400" lvl="1" indent="-457200" eaLnBrk="1" hangingPunct="1">
              <a:lnSpc>
                <a:spcPct val="90000"/>
              </a:lnSpc>
              <a:buFontTx/>
              <a:buNone/>
              <a:defRPr/>
            </a:pPr>
            <a:r>
              <a:rPr lang="en-US" altLang="zh-CN" sz="2400" dirty="0"/>
              <a:t>};</a:t>
            </a:r>
          </a:p>
          <a:p>
            <a:pPr marL="914400" lvl="1" indent="-457200" eaLnBrk="1" hangingPunct="1">
              <a:lnSpc>
                <a:spcPct val="90000"/>
              </a:lnSpc>
              <a:buFontTx/>
              <a:buNone/>
              <a:defRPr/>
            </a:pPr>
            <a:r>
              <a:rPr lang="en-US" altLang="zh-CN" sz="2400" dirty="0" err="1"/>
              <a:t>int</a:t>
            </a:r>
            <a:r>
              <a:rPr lang="en-US" altLang="zh-CN" sz="2400" dirty="0"/>
              <a:t> A::shared=0; </a:t>
            </a:r>
            <a:endParaRPr lang="zh-CN" altLang="en-US" sz="2400" dirty="0">
              <a:solidFill>
                <a:schemeClr val="folHlink"/>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4" name="Rectangle 3">
            <a:extLst>
              <a:ext uri="{FF2B5EF4-FFF2-40B4-BE49-F238E27FC236}">
                <a16:creationId xmlns:a16="http://schemas.microsoft.com/office/drawing/2014/main" id="{4C1D0E6E-35B3-B07C-F038-B385FA9B9B29}"/>
              </a:ext>
            </a:extLst>
          </p:cNvPr>
          <p:cNvSpPr>
            <a:spLocks noChangeArrowheads="1"/>
          </p:cNvSpPr>
          <p:nvPr/>
        </p:nvSpPr>
        <p:spPr bwMode="auto">
          <a:xfrm>
            <a:off x="4356100" y="2781300"/>
            <a:ext cx="576263" cy="792163"/>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3315" name="Rectangle 1">
            <a:extLst>
              <a:ext uri="{FF2B5EF4-FFF2-40B4-BE49-F238E27FC236}">
                <a16:creationId xmlns:a16="http://schemas.microsoft.com/office/drawing/2014/main" id="{E6462E1D-6F71-9B34-8C6D-2367E2C5810C}"/>
              </a:ext>
            </a:extLst>
          </p:cNvPr>
          <p:cNvSpPr>
            <a:spLocks noChangeArrowheads="1"/>
          </p:cNvSpPr>
          <p:nvPr/>
        </p:nvSpPr>
        <p:spPr bwMode="auto">
          <a:xfrm>
            <a:off x="1835150" y="2781300"/>
            <a:ext cx="576263" cy="792163"/>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3316" name="Rectangle 0">
            <a:extLst>
              <a:ext uri="{FF2B5EF4-FFF2-40B4-BE49-F238E27FC236}">
                <a16:creationId xmlns:a16="http://schemas.microsoft.com/office/drawing/2014/main" id="{9E42B637-FC50-39E5-A6FC-786EB8E5623C}"/>
              </a:ext>
            </a:extLst>
          </p:cNvPr>
          <p:cNvSpPr>
            <a:spLocks noChangeArrowheads="1"/>
          </p:cNvSpPr>
          <p:nvPr/>
        </p:nvSpPr>
        <p:spPr bwMode="auto">
          <a:xfrm>
            <a:off x="2771775" y="1916113"/>
            <a:ext cx="719138" cy="288925"/>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096706" name="Rectangle 2">
            <a:extLst>
              <a:ext uri="{FF2B5EF4-FFF2-40B4-BE49-F238E27FC236}">
                <a16:creationId xmlns:a16="http://schemas.microsoft.com/office/drawing/2014/main" id="{B1A7DF0B-6244-91DE-D3CA-544AB3535B9D}"/>
              </a:ext>
            </a:extLst>
          </p:cNvPr>
          <p:cNvSpPr>
            <a:spLocks noGrp="1" noChangeArrowheads="1"/>
          </p:cNvSpPr>
          <p:nvPr>
            <p:ph type="body" idx="1"/>
          </p:nvPr>
        </p:nvSpPr>
        <p:spPr>
          <a:xfrm>
            <a:off x="250825" y="1341438"/>
            <a:ext cx="8424863" cy="3860800"/>
          </a:xfrm>
        </p:spPr>
        <p:txBody>
          <a:bodyPr/>
          <a:lstStyle/>
          <a:p>
            <a:pPr lvl="1" eaLnBrk="1" hangingPunct="1">
              <a:lnSpc>
                <a:spcPct val="120000"/>
              </a:lnSpc>
              <a:buFontTx/>
              <a:buNone/>
              <a:defRPr/>
            </a:pPr>
            <a:r>
              <a:rPr lang="en-US" altLang="zh-CN" sz="2400" dirty="0"/>
              <a:t>A a1,a2;</a:t>
            </a:r>
          </a:p>
          <a:p>
            <a:pPr lvl="1" eaLnBrk="1" hangingPunct="1">
              <a:buFontTx/>
              <a:buNone/>
              <a:defRPr/>
            </a:pPr>
            <a:r>
              <a:rPr lang="en-GB" altLang="zh-CN" sz="2400" dirty="0"/>
              <a:t>      </a:t>
            </a:r>
            <a:r>
              <a:rPr lang="en-GB" altLang="zh-CN" sz="2400" dirty="0">
                <a:solidFill>
                  <a:srgbClr val="FFC000"/>
                </a:solidFill>
              </a:rPr>
              <a:t>shared</a:t>
            </a:r>
            <a:r>
              <a:rPr lang="en-GB" altLang="zh-CN" sz="2400" dirty="0"/>
              <a:t>:    0</a:t>
            </a:r>
          </a:p>
          <a:p>
            <a:pPr lvl="1" eaLnBrk="1" hangingPunct="1">
              <a:buFontTx/>
              <a:buNone/>
              <a:defRPr/>
            </a:pPr>
            <a:r>
              <a:rPr lang="en-GB" altLang="zh-CN" sz="2400" dirty="0"/>
              <a:t>           a1		    a2</a:t>
            </a:r>
          </a:p>
          <a:p>
            <a:pPr lvl="1" eaLnBrk="1" hangingPunct="1">
              <a:buFontTx/>
              <a:buNone/>
              <a:defRPr/>
            </a:pPr>
            <a:r>
              <a:rPr lang="en-GB" altLang="zh-CN" sz="2400" dirty="0"/>
              <a:t>a1.x:    0	   a2.x:   0</a:t>
            </a:r>
          </a:p>
          <a:p>
            <a:pPr lvl="1" eaLnBrk="1" hangingPunct="1">
              <a:buFontTx/>
              <a:buNone/>
              <a:defRPr/>
            </a:pPr>
            <a:r>
              <a:rPr lang="en-GB" altLang="zh-CN" sz="2400" dirty="0"/>
              <a:t>a1.y:    0	   a2.y:   0</a:t>
            </a:r>
            <a:endParaRPr lang="en-US" altLang="zh-CN" sz="2400" dirty="0"/>
          </a:p>
        </p:txBody>
      </p:sp>
      <p:sp>
        <p:nvSpPr>
          <p:cNvPr id="13318" name="Line 2">
            <a:extLst>
              <a:ext uri="{FF2B5EF4-FFF2-40B4-BE49-F238E27FC236}">
                <a16:creationId xmlns:a16="http://schemas.microsoft.com/office/drawing/2014/main" id="{0AE3883A-6E6D-D93E-B156-229EA1BDF072}"/>
              </a:ext>
            </a:extLst>
          </p:cNvPr>
          <p:cNvSpPr>
            <a:spLocks noChangeShapeType="1"/>
          </p:cNvSpPr>
          <p:nvPr/>
        </p:nvSpPr>
        <p:spPr bwMode="auto">
          <a:xfrm>
            <a:off x="1835150" y="3167063"/>
            <a:ext cx="576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3319" name="Line 4">
            <a:extLst>
              <a:ext uri="{FF2B5EF4-FFF2-40B4-BE49-F238E27FC236}">
                <a16:creationId xmlns:a16="http://schemas.microsoft.com/office/drawing/2014/main" id="{9CE348F5-08EF-7E51-BF0F-1089FDF0B29A}"/>
              </a:ext>
            </a:extLst>
          </p:cNvPr>
          <p:cNvSpPr>
            <a:spLocks noChangeShapeType="1"/>
          </p:cNvSpPr>
          <p:nvPr/>
        </p:nvSpPr>
        <p:spPr bwMode="auto">
          <a:xfrm>
            <a:off x="4356100" y="3187700"/>
            <a:ext cx="576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F0847478-C4FE-58F7-F2AB-8A5F7C00B49F}"/>
              </a:ext>
            </a:extLst>
          </p:cNvPr>
          <p:cNvSpPr>
            <a:spLocks noChangeArrowheads="1"/>
          </p:cNvSpPr>
          <p:nvPr/>
        </p:nvSpPr>
        <p:spPr bwMode="auto">
          <a:xfrm>
            <a:off x="4356100" y="2781300"/>
            <a:ext cx="576263" cy="792163"/>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4339" name="Rectangle 1">
            <a:extLst>
              <a:ext uri="{FF2B5EF4-FFF2-40B4-BE49-F238E27FC236}">
                <a16:creationId xmlns:a16="http://schemas.microsoft.com/office/drawing/2014/main" id="{69CE2510-DA94-C7C5-24A3-966C0206B0B5}"/>
              </a:ext>
            </a:extLst>
          </p:cNvPr>
          <p:cNvSpPr>
            <a:spLocks noChangeArrowheads="1"/>
          </p:cNvSpPr>
          <p:nvPr/>
        </p:nvSpPr>
        <p:spPr bwMode="auto">
          <a:xfrm>
            <a:off x="1835150" y="2781300"/>
            <a:ext cx="576263" cy="792163"/>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4340" name="Rectangle 0">
            <a:extLst>
              <a:ext uri="{FF2B5EF4-FFF2-40B4-BE49-F238E27FC236}">
                <a16:creationId xmlns:a16="http://schemas.microsoft.com/office/drawing/2014/main" id="{A04453EC-2CAF-E85E-1476-F1CF40295A3F}"/>
              </a:ext>
            </a:extLst>
          </p:cNvPr>
          <p:cNvSpPr>
            <a:spLocks noChangeArrowheads="1"/>
          </p:cNvSpPr>
          <p:nvPr/>
        </p:nvSpPr>
        <p:spPr bwMode="auto">
          <a:xfrm>
            <a:off x="2771775" y="1916113"/>
            <a:ext cx="719138" cy="288925"/>
          </a:xfrm>
          <a:prstGeom prst="rect">
            <a:avLst/>
          </a:prstGeom>
          <a:solidFill>
            <a:schemeClr val="accent1"/>
          </a:solidFill>
          <a:ln w="12700" cap="sq">
            <a:solidFill>
              <a:schemeClr val="tx1"/>
            </a:solidFill>
            <a:miter lim="800000"/>
            <a:headEnd type="none" w="sm" len="sm"/>
            <a:tailEnd type="none" w="sm" len="sm"/>
          </a:ln>
        </p:spPr>
        <p:txBody>
          <a:bodyPr wrap="none" anchor="ct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eaLnBrk="1" hangingPunct="1">
              <a:spcBef>
                <a:spcPct val="0"/>
              </a:spcBef>
              <a:buClrTx/>
              <a:buSzTx/>
              <a:buFontTx/>
              <a:buNone/>
            </a:pPr>
            <a:endParaRPr lang="zh-CN" altLang="en-US" sz="1800"/>
          </a:p>
        </p:txBody>
      </p:sp>
      <p:sp>
        <p:nvSpPr>
          <p:cNvPr id="1096706" name="Rectangle 2">
            <a:extLst>
              <a:ext uri="{FF2B5EF4-FFF2-40B4-BE49-F238E27FC236}">
                <a16:creationId xmlns:a16="http://schemas.microsoft.com/office/drawing/2014/main" id="{9C38F7AD-9B18-6C0D-6FAE-E11BC84C21F0}"/>
              </a:ext>
            </a:extLst>
          </p:cNvPr>
          <p:cNvSpPr>
            <a:spLocks noGrp="1" noChangeArrowheads="1"/>
          </p:cNvSpPr>
          <p:nvPr>
            <p:ph type="body" idx="1"/>
          </p:nvPr>
        </p:nvSpPr>
        <p:spPr>
          <a:xfrm>
            <a:off x="250825" y="1341438"/>
            <a:ext cx="8424863" cy="4103687"/>
          </a:xfrm>
        </p:spPr>
        <p:txBody>
          <a:bodyPr/>
          <a:lstStyle/>
          <a:p>
            <a:pPr lvl="1" eaLnBrk="1" hangingPunct="1">
              <a:lnSpc>
                <a:spcPct val="120000"/>
              </a:lnSpc>
              <a:buFontTx/>
              <a:buNone/>
              <a:defRPr/>
            </a:pPr>
            <a:r>
              <a:rPr lang="en-US" altLang="zh-CN" sz="2400" dirty="0"/>
              <a:t>A a1,a2;</a:t>
            </a:r>
          </a:p>
          <a:p>
            <a:pPr lvl="1" eaLnBrk="1" hangingPunct="1">
              <a:buFontTx/>
              <a:buNone/>
              <a:defRPr/>
            </a:pPr>
            <a:r>
              <a:rPr lang="en-GB" altLang="zh-CN" sz="2400" dirty="0"/>
              <a:t>      </a:t>
            </a:r>
            <a:r>
              <a:rPr lang="en-GB" altLang="zh-CN" sz="2400" dirty="0">
                <a:solidFill>
                  <a:srgbClr val="FFC000"/>
                </a:solidFill>
              </a:rPr>
              <a:t>shared</a:t>
            </a:r>
            <a:r>
              <a:rPr lang="en-GB" altLang="zh-CN" sz="2400" dirty="0"/>
              <a:t>:    1</a:t>
            </a:r>
          </a:p>
          <a:p>
            <a:pPr lvl="1" eaLnBrk="1" hangingPunct="1">
              <a:buFontTx/>
              <a:buNone/>
              <a:defRPr/>
            </a:pPr>
            <a:r>
              <a:rPr lang="en-GB" altLang="zh-CN" sz="2400" dirty="0"/>
              <a:t>           a1		    a2</a:t>
            </a:r>
          </a:p>
          <a:p>
            <a:pPr lvl="1" eaLnBrk="1" hangingPunct="1">
              <a:buFontTx/>
              <a:buNone/>
              <a:defRPr/>
            </a:pPr>
            <a:r>
              <a:rPr lang="en-GB" altLang="zh-CN" sz="2400" dirty="0"/>
              <a:t>a1.x:    1	   a2.x:   0</a:t>
            </a:r>
          </a:p>
          <a:p>
            <a:pPr lvl="1" eaLnBrk="1" hangingPunct="1">
              <a:buFontTx/>
              <a:buNone/>
              <a:defRPr/>
            </a:pPr>
            <a:r>
              <a:rPr lang="en-GB" altLang="zh-CN" sz="2400" dirty="0"/>
              <a:t>a1.y:    1	   a2.y:   0</a:t>
            </a:r>
            <a:endParaRPr lang="en-US" altLang="zh-CN" sz="2400" dirty="0"/>
          </a:p>
          <a:p>
            <a:pPr lvl="1" eaLnBrk="1" hangingPunct="1">
              <a:lnSpc>
                <a:spcPct val="120000"/>
              </a:lnSpc>
              <a:buFontTx/>
              <a:buNone/>
              <a:defRPr/>
            </a:pPr>
            <a:r>
              <a:rPr lang="en-US" altLang="zh-CN" sz="2400" dirty="0">
                <a:solidFill>
                  <a:srgbClr val="FFC000"/>
                </a:solidFill>
              </a:rPr>
              <a:t>a1.</a:t>
            </a:r>
            <a:r>
              <a:rPr lang="en-US" altLang="zh-CN" sz="2400" dirty="0"/>
              <a:t>increase_all();</a:t>
            </a:r>
          </a:p>
          <a:p>
            <a:pPr lvl="1" eaLnBrk="1" hangingPunct="1">
              <a:buFontTx/>
              <a:buNone/>
              <a:defRPr/>
            </a:pPr>
            <a:r>
              <a:rPr lang="en-US" altLang="zh-CN" sz="2400" dirty="0" err="1"/>
              <a:t>cout</a:t>
            </a:r>
            <a:r>
              <a:rPr lang="en-US" altLang="zh-CN" sz="2400" dirty="0"/>
              <a:t> &lt;&lt; </a:t>
            </a:r>
            <a:r>
              <a:rPr lang="en-US" altLang="zh-CN" sz="2400" dirty="0">
                <a:solidFill>
                  <a:srgbClr val="FFC000"/>
                </a:solidFill>
              </a:rPr>
              <a:t>a2</a:t>
            </a:r>
            <a:r>
              <a:rPr lang="en-US" altLang="zh-CN" sz="2400" dirty="0"/>
              <a:t>.sum_all() &lt;&lt; </a:t>
            </a:r>
            <a:r>
              <a:rPr lang="en-US" altLang="zh-CN" sz="2400" dirty="0" err="1"/>
              <a:t>endl</a:t>
            </a:r>
            <a:r>
              <a:rPr lang="en-US" altLang="zh-CN" sz="2400" dirty="0"/>
              <a:t>;  //</a:t>
            </a:r>
            <a:r>
              <a:rPr lang="zh-CN" altLang="en-US" sz="2400" dirty="0"/>
              <a:t>输出：</a:t>
            </a:r>
            <a:r>
              <a:rPr lang="en-US" altLang="zh-CN" sz="2400" dirty="0"/>
              <a:t>1</a:t>
            </a:r>
          </a:p>
        </p:txBody>
      </p:sp>
      <p:sp>
        <p:nvSpPr>
          <p:cNvPr id="14342" name="Line 2">
            <a:extLst>
              <a:ext uri="{FF2B5EF4-FFF2-40B4-BE49-F238E27FC236}">
                <a16:creationId xmlns:a16="http://schemas.microsoft.com/office/drawing/2014/main" id="{6952B809-29B3-61B5-8DEE-71A9EC0AA612}"/>
              </a:ext>
            </a:extLst>
          </p:cNvPr>
          <p:cNvSpPr>
            <a:spLocks noChangeShapeType="1"/>
          </p:cNvSpPr>
          <p:nvPr/>
        </p:nvSpPr>
        <p:spPr bwMode="auto">
          <a:xfrm>
            <a:off x="1835150" y="3167063"/>
            <a:ext cx="576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
        <p:nvSpPr>
          <p:cNvPr id="14343" name="Line 4">
            <a:extLst>
              <a:ext uri="{FF2B5EF4-FFF2-40B4-BE49-F238E27FC236}">
                <a16:creationId xmlns:a16="http://schemas.microsoft.com/office/drawing/2014/main" id="{BA094E32-F665-15DA-3F79-127C7EB6063B}"/>
              </a:ext>
            </a:extLst>
          </p:cNvPr>
          <p:cNvSpPr>
            <a:spLocks noChangeShapeType="1"/>
          </p:cNvSpPr>
          <p:nvPr/>
        </p:nvSpPr>
        <p:spPr bwMode="auto">
          <a:xfrm>
            <a:off x="4356100" y="3187700"/>
            <a:ext cx="576263"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96706">
                                            <p:txEl>
                                              <p:pRg st="6" end="6"/>
                                            </p:txEl>
                                          </p:spTgt>
                                        </p:tgtEl>
                                        <p:attrNameLst>
                                          <p:attrName>style.visibility</p:attrName>
                                        </p:attrNameLst>
                                      </p:cBhvr>
                                      <p:to>
                                        <p:strVal val="visible"/>
                                      </p:to>
                                    </p:set>
                                    <p:anim calcmode="lin" valueType="num">
                                      <p:cBhvr additive="base">
                                        <p:cTn id="7" dur="500" fill="hold"/>
                                        <p:tgtEl>
                                          <p:spTgt spid="1096706">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9670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2FBA1F-15C4-C8BB-A367-A2C5A53A3E09}"/>
              </a:ext>
            </a:extLst>
          </p:cNvPr>
          <p:cNvSpPr>
            <a:spLocks noGrp="1"/>
          </p:cNvSpPr>
          <p:nvPr>
            <p:ph type="title"/>
          </p:nvPr>
        </p:nvSpPr>
        <p:spPr>
          <a:xfrm>
            <a:off x="457200" y="44450"/>
            <a:ext cx="8229600" cy="1139825"/>
          </a:xfrm>
        </p:spPr>
        <p:txBody>
          <a:bodyPr/>
          <a:lstStyle/>
          <a:p>
            <a:pPr>
              <a:defRPr/>
            </a:pPr>
            <a:r>
              <a:rPr lang="zh-CN" altLang="en-US"/>
              <a:t>静态成员函数</a:t>
            </a:r>
          </a:p>
        </p:txBody>
      </p:sp>
      <p:sp>
        <p:nvSpPr>
          <p:cNvPr id="3" name="内容占位符 2">
            <a:extLst>
              <a:ext uri="{FF2B5EF4-FFF2-40B4-BE49-F238E27FC236}">
                <a16:creationId xmlns:a16="http://schemas.microsoft.com/office/drawing/2014/main" id="{5EEF5B3F-946C-5498-7558-F9910AC2C9DB}"/>
              </a:ext>
            </a:extLst>
          </p:cNvPr>
          <p:cNvSpPr>
            <a:spLocks noGrp="1"/>
          </p:cNvSpPr>
          <p:nvPr>
            <p:ph idx="1"/>
          </p:nvPr>
        </p:nvSpPr>
        <p:spPr>
          <a:xfrm>
            <a:off x="468313" y="1270000"/>
            <a:ext cx="8229600" cy="5327650"/>
          </a:xfrm>
        </p:spPr>
        <p:txBody>
          <a:bodyPr>
            <a:normAutofit fontScale="92500" lnSpcReduction="20000"/>
          </a:bodyPr>
          <a:lstStyle/>
          <a:p>
            <a:pPr eaLnBrk="1" hangingPunct="1">
              <a:lnSpc>
                <a:spcPct val="110000"/>
              </a:lnSpc>
              <a:defRPr/>
            </a:pPr>
            <a:r>
              <a:rPr lang="zh-CN" altLang="en-US" dirty="0"/>
              <a:t>成员函数也可以声明成静态的（</a:t>
            </a:r>
            <a:r>
              <a:rPr lang="zh-CN" altLang="en-US" dirty="0">
                <a:solidFill>
                  <a:schemeClr val="folHlink"/>
                </a:solidFill>
              </a:rPr>
              <a:t>静态成员函数</a:t>
            </a:r>
            <a:r>
              <a:rPr lang="zh-CN" altLang="en-US" dirty="0"/>
              <a:t>）。</a:t>
            </a:r>
            <a:endParaRPr lang="en-US" altLang="zh-CN" dirty="0"/>
          </a:p>
          <a:p>
            <a:pPr lvl="1" eaLnBrk="1" hangingPunct="1">
              <a:lnSpc>
                <a:spcPct val="90000"/>
              </a:lnSpc>
              <a:buFontTx/>
              <a:buNone/>
              <a:defRPr/>
            </a:pPr>
            <a:r>
              <a:rPr lang="en-US" altLang="zh-CN" sz="2400" dirty="0"/>
              <a:t>class A</a:t>
            </a:r>
          </a:p>
          <a:p>
            <a:pPr lvl="1" eaLnBrk="1" hangingPunct="1">
              <a:lnSpc>
                <a:spcPct val="90000"/>
              </a:lnSpc>
              <a:buFontTx/>
              <a:buNone/>
              <a:defRPr/>
            </a:pPr>
            <a:r>
              <a:rPr lang="en-US" altLang="zh-CN" sz="2400" dirty="0"/>
              <a:t>{		</a:t>
            </a:r>
            <a:r>
              <a:rPr lang="en-US" altLang="zh-CN" sz="2400" dirty="0" err="1"/>
              <a:t>int</a:t>
            </a:r>
            <a:r>
              <a:rPr lang="en-US" altLang="zh-CN" sz="2400" dirty="0"/>
              <a:t> </a:t>
            </a:r>
            <a:r>
              <a:rPr lang="en-US" altLang="zh-CN" sz="2400" dirty="0" err="1"/>
              <a:t>x,y</a:t>
            </a:r>
            <a:r>
              <a:rPr lang="en-US" altLang="zh-CN" sz="2400" dirty="0"/>
              <a:t>;</a:t>
            </a:r>
          </a:p>
          <a:p>
            <a:pPr lvl="1" eaLnBrk="1" hangingPunct="1">
              <a:lnSpc>
                <a:spcPct val="90000"/>
              </a:lnSpc>
              <a:buFontTx/>
              <a:buNone/>
              <a:defRPr/>
            </a:pPr>
            <a:r>
              <a:rPr lang="en-US" altLang="zh-CN" sz="2400" dirty="0"/>
              <a:t>		static </a:t>
            </a:r>
            <a:r>
              <a:rPr lang="en-US" altLang="zh-CN" sz="2400" dirty="0" err="1"/>
              <a:t>int</a:t>
            </a:r>
            <a:r>
              <a:rPr lang="en-US" altLang="zh-CN" sz="2400" dirty="0"/>
              <a:t> shared;</a:t>
            </a:r>
          </a:p>
          <a:p>
            <a:pPr lvl="1" eaLnBrk="1" hangingPunct="1">
              <a:lnSpc>
                <a:spcPct val="90000"/>
              </a:lnSpc>
              <a:buFontTx/>
              <a:buNone/>
              <a:defRPr/>
            </a:pPr>
            <a:r>
              <a:rPr lang="en-US" altLang="zh-CN" sz="2400" dirty="0"/>
              <a:t>	public:</a:t>
            </a:r>
          </a:p>
          <a:p>
            <a:pPr lvl="1" eaLnBrk="1" hangingPunct="1">
              <a:lnSpc>
                <a:spcPct val="90000"/>
              </a:lnSpc>
              <a:buFontTx/>
              <a:buNone/>
              <a:defRPr/>
            </a:pPr>
            <a:r>
              <a:rPr lang="en-US" altLang="zh-CN" sz="2400" dirty="0"/>
              <a:t>		A() { x = y = 0; }</a:t>
            </a:r>
          </a:p>
          <a:p>
            <a:pPr lvl="1" eaLnBrk="1" hangingPunct="1">
              <a:lnSpc>
                <a:spcPct val="90000"/>
              </a:lnSpc>
              <a:buFontTx/>
              <a:buNone/>
              <a:defRPr/>
            </a:pPr>
            <a:r>
              <a:rPr lang="en-US" altLang="zh-CN" sz="2400" dirty="0"/>
              <a:t>		</a:t>
            </a:r>
            <a:r>
              <a:rPr lang="en-US" altLang="zh-CN" sz="2400" dirty="0">
                <a:solidFill>
                  <a:srgbClr val="FFC000"/>
                </a:solidFill>
              </a:rPr>
              <a:t>static</a:t>
            </a:r>
            <a:r>
              <a:rPr lang="en-US" altLang="zh-CN" sz="2400" dirty="0"/>
              <a:t> </a:t>
            </a:r>
            <a:r>
              <a:rPr lang="en-US" altLang="zh-CN" sz="2400" dirty="0" err="1"/>
              <a:t>int</a:t>
            </a:r>
            <a:r>
              <a:rPr lang="en-US" altLang="zh-CN" sz="2400" dirty="0"/>
              <a:t> </a:t>
            </a:r>
            <a:r>
              <a:rPr lang="en-US" altLang="zh-CN" sz="2400" dirty="0" err="1"/>
              <a:t>get_shared</a:t>
            </a:r>
            <a:r>
              <a:rPr lang="en-US" altLang="zh-CN" sz="2400" dirty="0"/>
              <a:t>() //</a:t>
            </a:r>
            <a:r>
              <a:rPr lang="zh-CN" altLang="en-US" sz="2400" dirty="0">
                <a:solidFill>
                  <a:srgbClr val="FFC000"/>
                </a:solidFill>
              </a:rPr>
              <a:t>静态成员函数</a:t>
            </a:r>
            <a:endParaRPr lang="en-US" altLang="zh-CN" sz="2400" dirty="0">
              <a:solidFill>
                <a:srgbClr val="FFC000"/>
              </a:solidFill>
            </a:endParaRPr>
          </a:p>
          <a:p>
            <a:pPr lvl="1" eaLnBrk="1" hangingPunct="1">
              <a:lnSpc>
                <a:spcPct val="90000"/>
              </a:lnSpc>
              <a:buFontTx/>
              <a:buNone/>
              <a:defRPr/>
            </a:pPr>
            <a:r>
              <a:rPr lang="en-US" altLang="zh-CN" sz="2400" dirty="0"/>
              <a:t>     { return shared; </a:t>
            </a:r>
          </a:p>
          <a:p>
            <a:pPr lvl="1" eaLnBrk="1" hangingPunct="1">
              <a:lnSpc>
                <a:spcPct val="90000"/>
              </a:lnSpc>
              <a:buFontTx/>
              <a:buNone/>
              <a:defRPr/>
            </a:pPr>
            <a:r>
              <a:rPr lang="en-US" altLang="zh-CN" sz="2400" dirty="0"/>
              <a:t>     }</a:t>
            </a:r>
          </a:p>
          <a:p>
            <a:pPr lvl="1" eaLnBrk="1" hangingPunct="1">
              <a:lnSpc>
                <a:spcPct val="90000"/>
              </a:lnSpc>
              <a:buFontTx/>
              <a:buNone/>
              <a:defRPr/>
            </a:pPr>
            <a:r>
              <a:rPr lang="en-US" altLang="zh-CN" sz="2400" dirty="0"/>
              <a:t>		......</a:t>
            </a:r>
          </a:p>
          <a:p>
            <a:pPr lvl="1" eaLnBrk="1" hangingPunct="1">
              <a:lnSpc>
                <a:spcPct val="90000"/>
              </a:lnSpc>
              <a:buFontTx/>
              <a:buNone/>
              <a:defRPr/>
            </a:pPr>
            <a:r>
              <a:rPr lang="en-US" altLang="zh-CN" sz="2400" dirty="0"/>
              <a:t>};</a:t>
            </a:r>
          </a:p>
          <a:p>
            <a:pPr lvl="1" eaLnBrk="1" hangingPunct="1">
              <a:lnSpc>
                <a:spcPct val="90000"/>
              </a:lnSpc>
              <a:buFontTx/>
              <a:buNone/>
              <a:defRPr/>
            </a:pPr>
            <a:r>
              <a:rPr lang="en-US" altLang="zh-CN" sz="2400" dirty="0" err="1"/>
              <a:t>int</a:t>
            </a:r>
            <a:r>
              <a:rPr lang="en-US" altLang="zh-CN" sz="2400" dirty="0"/>
              <a:t> A::shared=0;</a:t>
            </a:r>
          </a:p>
          <a:p>
            <a:pPr eaLnBrk="1" hangingPunct="1">
              <a:lnSpc>
                <a:spcPct val="90000"/>
              </a:lnSpc>
              <a:defRPr/>
            </a:pPr>
            <a:r>
              <a:rPr lang="zh-CN" altLang="en-US" dirty="0">
                <a:solidFill>
                  <a:srgbClr val="FFC000"/>
                </a:solidFill>
              </a:rPr>
              <a:t>静态成员函数</a:t>
            </a:r>
            <a:r>
              <a:rPr lang="zh-CN" altLang="en-US" dirty="0"/>
              <a:t>只能访问类的</a:t>
            </a:r>
            <a:r>
              <a:rPr lang="zh-CN" altLang="en-US" dirty="0">
                <a:solidFill>
                  <a:srgbClr val="FFC000"/>
                </a:solidFill>
              </a:rPr>
              <a:t>静态成员</a:t>
            </a:r>
            <a:r>
              <a:rPr lang="zh-CN" altLang="en-US" dirty="0"/>
              <a:t>。</a:t>
            </a:r>
            <a:endParaRPr lang="en-US" altLang="zh-CN" dirty="0"/>
          </a:p>
          <a:p>
            <a:pPr eaLnBrk="1" hangingPunct="1">
              <a:lnSpc>
                <a:spcPct val="90000"/>
              </a:lnSpc>
              <a:defRPr/>
            </a:pPr>
            <a:r>
              <a:rPr lang="zh-CN" altLang="en-US" dirty="0"/>
              <a:t>静态成员函数没有隐藏的</a:t>
            </a:r>
            <a:r>
              <a:rPr lang="en-US" altLang="zh-CN" dirty="0"/>
              <a:t>this</a:t>
            </a:r>
            <a:r>
              <a:rPr lang="zh-CN" altLang="en-US" dirty="0"/>
              <a:t>参数！</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FB0686-E901-70C3-E8D5-DF4F4AC0A760}"/>
              </a:ext>
            </a:extLst>
          </p:cNvPr>
          <p:cNvSpPr>
            <a:spLocks noGrp="1"/>
          </p:cNvSpPr>
          <p:nvPr>
            <p:ph type="title"/>
          </p:nvPr>
        </p:nvSpPr>
        <p:spPr/>
        <p:txBody>
          <a:bodyPr/>
          <a:lstStyle/>
          <a:p>
            <a:pPr>
              <a:defRPr/>
            </a:pPr>
            <a:endParaRPr lang="zh-CN" altLang="en-US"/>
          </a:p>
        </p:txBody>
      </p:sp>
      <p:sp>
        <p:nvSpPr>
          <p:cNvPr id="3" name="内容占位符 2">
            <a:extLst>
              <a:ext uri="{FF2B5EF4-FFF2-40B4-BE49-F238E27FC236}">
                <a16:creationId xmlns:a16="http://schemas.microsoft.com/office/drawing/2014/main" id="{FF3C9B0A-4D6D-3583-9468-AAF4DB30EB7B}"/>
              </a:ext>
            </a:extLst>
          </p:cNvPr>
          <p:cNvSpPr>
            <a:spLocks noGrp="1"/>
          </p:cNvSpPr>
          <p:nvPr>
            <p:ph idx="1"/>
          </p:nvPr>
        </p:nvSpPr>
        <p:spPr/>
        <p:txBody>
          <a:bodyPr/>
          <a:lstStyle/>
          <a:p>
            <a:pPr>
              <a:defRPr/>
            </a:pPr>
            <a:r>
              <a:rPr lang="zh-CN" altLang="en-US" dirty="0"/>
              <a:t>静态成员除了通过对象来访问外，也可以直接通过类来访问。例如：</a:t>
            </a:r>
          </a:p>
          <a:p>
            <a:pPr marL="457200" lvl="1" indent="0">
              <a:buFontTx/>
              <a:buNone/>
              <a:defRPr/>
            </a:pPr>
            <a:r>
              <a:rPr lang="en-US" altLang="zh-CN" dirty="0"/>
              <a:t>A </a:t>
            </a:r>
            <a:r>
              <a:rPr lang="en-US" altLang="zh-CN" dirty="0" err="1"/>
              <a:t>a</a:t>
            </a:r>
            <a:r>
              <a:rPr lang="en-US" altLang="zh-CN" dirty="0"/>
              <a:t>;</a:t>
            </a:r>
          </a:p>
          <a:p>
            <a:pPr marL="457200" lvl="1" indent="0">
              <a:buFontTx/>
              <a:buNone/>
              <a:defRPr/>
            </a:pPr>
            <a:r>
              <a:rPr lang="en-US" altLang="zh-CN" dirty="0"/>
              <a:t>...... </a:t>
            </a:r>
          </a:p>
          <a:p>
            <a:pPr marL="457200" lvl="1" indent="0">
              <a:buFontTx/>
              <a:buNone/>
              <a:defRPr/>
            </a:pPr>
            <a:r>
              <a:rPr lang="en-US" altLang="zh-CN" dirty="0" err="1"/>
              <a:t>cout</a:t>
            </a:r>
            <a:r>
              <a:rPr lang="en-US" altLang="zh-CN" dirty="0"/>
              <a:t> &lt;&lt; </a:t>
            </a:r>
            <a:r>
              <a:rPr lang="en-US" altLang="zh-CN" dirty="0" err="1"/>
              <a:t>a.get_shared</a:t>
            </a:r>
            <a:r>
              <a:rPr lang="en-US" altLang="zh-CN" dirty="0"/>
              <a:t>();</a:t>
            </a:r>
          </a:p>
          <a:p>
            <a:pPr lvl="1">
              <a:defRPr/>
            </a:pPr>
            <a:r>
              <a:rPr lang="zh-CN" altLang="en-US" dirty="0"/>
              <a:t>或者</a:t>
            </a:r>
            <a:endParaRPr lang="en-US" altLang="zh-CN" dirty="0"/>
          </a:p>
          <a:p>
            <a:pPr marL="457200" lvl="1" indent="0">
              <a:buFontTx/>
              <a:buNone/>
              <a:defRPr/>
            </a:pPr>
            <a:r>
              <a:rPr lang="en-US" altLang="zh-CN" dirty="0" err="1"/>
              <a:t>cout</a:t>
            </a:r>
            <a:r>
              <a:rPr lang="en-US" altLang="zh-CN" dirty="0"/>
              <a:t> &lt;&lt; </a:t>
            </a:r>
            <a:r>
              <a:rPr lang="en-US" altLang="zh-CN" dirty="0">
                <a:solidFill>
                  <a:srgbClr val="FFC000"/>
                </a:solidFill>
              </a:rPr>
              <a:t>A::</a:t>
            </a:r>
            <a:r>
              <a:rPr lang="en-US" altLang="zh-CN" dirty="0"/>
              <a:t>get_shared(); </a:t>
            </a:r>
          </a:p>
          <a:p>
            <a:pPr>
              <a:defRPr/>
            </a:pPr>
            <a:endParaRPr lang="zh-CN" altLang="en-US" dirty="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2244" name="Rectangle 4">
            <a:extLst>
              <a:ext uri="{FF2B5EF4-FFF2-40B4-BE49-F238E27FC236}">
                <a16:creationId xmlns:a16="http://schemas.microsoft.com/office/drawing/2014/main" id="{FCBD139D-6342-567E-F36A-EA21BF0F5BCA}"/>
              </a:ext>
            </a:extLst>
          </p:cNvPr>
          <p:cNvSpPr>
            <a:spLocks noChangeArrowheads="1"/>
          </p:cNvSpPr>
          <p:nvPr/>
        </p:nvSpPr>
        <p:spPr bwMode="auto">
          <a:xfrm>
            <a:off x="250825" y="992188"/>
            <a:ext cx="8713788" cy="5508625"/>
          </a:xfrm>
          <a:prstGeom prst="rect">
            <a:avLst/>
          </a:prstGeom>
          <a:noFill/>
          <a:ln w="12700" cap="sq">
            <a:noFill/>
            <a:miter lim="800000"/>
            <a:headEnd type="none" w="sm" len="sm"/>
            <a:tailEnd type="none" w="sm" len="sm"/>
          </a:ln>
          <a:effectLst/>
        </p:spPr>
        <p:txBody>
          <a:bodyPr anchor="ctr">
            <a:spAutoFit/>
          </a:bodyPr>
          <a:lstStyle/>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class A </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static </a:t>
            </a:r>
            <a:r>
              <a:rPr kumimoji="1" lang="en-GB" altLang="zh-CN" sz="2200" dirty="0" err="1">
                <a:effectLst>
                  <a:outerShdw blurRad="38100" dist="38100" dir="2700000" algn="tl">
                    <a:srgbClr val="000000"/>
                  </a:outerShdw>
                </a:effectLst>
              </a:rPr>
              <a:t>int</a:t>
            </a:r>
            <a:r>
              <a:rPr kumimoji="1" lang="en-GB" altLang="zh-CN" sz="2200" dirty="0">
                <a:effectLst>
                  <a:outerShdw blurRad="38100" dist="38100" dir="2700000" algn="tl">
                    <a:srgbClr val="000000"/>
                  </a:outerShdw>
                </a:effectLst>
              </a:rPr>
              <a:t> </a:t>
            </a:r>
            <a:r>
              <a:rPr kumimoji="1" lang="en-GB" altLang="zh-CN" sz="2200" dirty="0" err="1">
                <a:solidFill>
                  <a:srgbClr val="FFC000"/>
                </a:solidFill>
                <a:effectLst>
                  <a:outerShdw blurRad="38100" dist="38100" dir="2700000" algn="tl">
                    <a:srgbClr val="000000"/>
                  </a:outerShdw>
                </a:effectLst>
              </a:rPr>
              <a:t>obj_count</a:t>
            </a:r>
            <a:r>
              <a:rPr kumimoji="1" lang="en-GB" altLang="zh-CN" sz="2200" dirty="0">
                <a:effectLst>
                  <a:outerShdw blurRad="38100" dist="38100" dir="2700000" algn="tl">
                    <a:srgbClr val="000000"/>
                  </a:outerShdw>
                </a:effectLst>
              </a:rPr>
              <a:t>;</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public:</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A()  //</a:t>
            </a:r>
            <a:r>
              <a:rPr kumimoji="1" lang="zh-CN" altLang="en-US" sz="2200" dirty="0">
                <a:effectLst>
                  <a:outerShdw blurRad="38100" dist="38100" dir="2700000" algn="tl">
                    <a:srgbClr val="000000"/>
                  </a:outerShdw>
                </a:effectLst>
              </a:rPr>
              <a:t>在</a:t>
            </a:r>
            <a:r>
              <a:rPr kumimoji="1" lang="zh-CN" altLang="en-US" sz="2200" dirty="0">
                <a:solidFill>
                  <a:srgbClr val="FFC000"/>
                </a:solidFill>
                <a:effectLst>
                  <a:outerShdw blurRad="38100" dist="38100" dir="2700000" algn="tl">
                    <a:srgbClr val="000000"/>
                  </a:outerShdw>
                </a:effectLst>
              </a:rPr>
              <a:t>所有</a:t>
            </a:r>
            <a:r>
              <a:rPr kumimoji="1" lang="zh-CN" altLang="en-US" sz="2200" dirty="0">
                <a:effectLst>
                  <a:outerShdw blurRad="38100" dist="38100" dir="2700000" algn="tl">
                    <a:srgbClr val="000000"/>
                  </a:outerShdw>
                </a:effectLst>
              </a:rPr>
              <a:t>构造函数中增加：</a:t>
            </a:r>
            <a:r>
              <a:rPr kumimoji="1" lang="en-GB" altLang="zh-CN" sz="2200" dirty="0" err="1">
                <a:effectLst>
                  <a:outerShdw blurRad="38100" dist="38100" dir="2700000" algn="tl">
                    <a:srgbClr val="000000"/>
                  </a:outerShdw>
                </a:effectLst>
              </a:rPr>
              <a:t>obj_count</a:t>
            </a:r>
            <a:r>
              <a:rPr kumimoji="1" lang="en-GB" altLang="zh-CN" sz="2200" dirty="0">
                <a:effectLst>
                  <a:outerShdw blurRad="38100" dist="38100" dir="2700000" algn="tl">
                    <a:srgbClr val="000000"/>
                  </a:outerShdw>
                </a:effectLst>
              </a:rPr>
              <a:t>++;</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 </a:t>
            </a:r>
            <a:r>
              <a:rPr kumimoji="1" lang="en-GB" altLang="zh-CN" sz="2200" dirty="0" err="1">
                <a:solidFill>
                  <a:srgbClr val="FFC000"/>
                </a:solidFill>
                <a:effectLst>
                  <a:outerShdw blurRad="38100" dist="38100" dir="2700000" algn="tl">
                    <a:srgbClr val="000000"/>
                  </a:outerShdw>
                </a:effectLst>
              </a:rPr>
              <a:t>obj_count</a:t>
            </a:r>
            <a:r>
              <a:rPr kumimoji="1" lang="en-GB" altLang="zh-CN" sz="2200" dirty="0">
                <a:solidFill>
                  <a:srgbClr val="FFC000"/>
                </a:solidFill>
                <a:effectLst>
                  <a:outerShdw blurRad="38100" dist="38100" dir="2700000" algn="tl">
                    <a:srgbClr val="000000"/>
                  </a:outerShdw>
                </a:effectLst>
              </a:rPr>
              <a:t>++</a:t>
            </a:r>
            <a:r>
              <a:rPr kumimoji="1" lang="en-GB" altLang="zh-CN" sz="2200" dirty="0">
                <a:effectLst>
                  <a:outerShdw blurRad="38100" dist="38100" dir="2700000" algn="tl">
                    <a:srgbClr val="000000"/>
                  </a:outerShdw>
                </a:effectLst>
              </a:rPr>
              <a:t>; ...... }</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~A()  //</a:t>
            </a:r>
            <a:r>
              <a:rPr kumimoji="1" lang="zh-CN" altLang="en-US" sz="2200" dirty="0">
                <a:effectLst>
                  <a:outerShdw blurRad="38100" dist="38100" dir="2700000" algn="tl">
                    <a:srgbClr val="000000"/>
                  </a:outerShdw>
                </a:effectLst>
              </a:rPr>
              <a:t>在析构函数中增加：</a:t>
            </a:r>
            <a:r>
              <a:rPr kumimoji="1" lang="en-GB" altLang="zh-CN" sz="2200" dirty="0" err="1">
                <a:effectLst>
                  <a:outerShdw blurRad="38100" dist="38100" dir="2700000" algn="tl">
                    <a:srgbClr val="000000"/>
                  </a:outerShdw>
                </a:effectLst>
              </a:rPr>
              <a:t>obj_count</a:t>
            </a:r>
            <a:r>
              <a:rPr kumimoji="1" lang="en-GB" altLang="zh-CN" sz="2200" dirty="0">
                <a:effectLst>
                  <a:outerShdw blurRad="38100" dist="38100" dir="2700000" algn="tl">
                    <a:srgbClr val="000000"/>
                  </a:outerShdw>
                </a:effectLst>
              </a:rPr>
              <a:t>--;</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 </a:t>
            </a:r>
            <a:r>
              <a:rPr kumimoji="1" lang="en-GB" altLang="zh-CN" sz="2200" dirty="0" err="1">
                <a:solidFill>
                  <a:srgbClr val="FFC000"/>
                </a:solidFill>
                <a:effectLst>
                  <a:outerShdw blurRad="38100" dist="38100" dir="2700000" algn="tl">
                    <a:srgbClr val="000000"/>
                  </a:outerShdw>
                </a:effectLst>
              </a:rPr>
              <a:t>obj_count</a:t>
            </a:r>
            <a:r>
              <a:rPr kumimoji="1" lang="en-GB" altLang="zh-CN" sz="2200" dirty="0">
                <a:solidFill>
                  <a:srgbClr val="FFC000"/>
                </a:solidFill>
                <a:effectLst>
                  <a:outerShdw blurRad="38100" dist="38100" dir="2700000" algn="tl">
                    <a:srgbClr val="000000"/>
                  </a:outerShdw>
                </a:effectLst>
              </a:rPr>
              <a:t>--</a:t>
            </a:r>
            <a:r>
              <a:rPr kumimoji="1" lang="en-GB" altLang="zh-CN" sz="2200" dirty="0">
                <a:effectLst>
                  <a:outerShdw blurRad="38100" dist="38100" dir="2700000" algn="tl">
                    <a:srgbClr val="000000"/>
                  </a:outerShdw>
                </a:effectLst>
              </a:rPr>
              <a:t>; ...... }</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static </a:t>
            </a:r>
            <a:r>
              <a:rPr kumimoji="1" lang="en-GB" altLang="zh-CN" sz="2200" dirty="0" err="1">
                <a:effectLst>
                  <a:outerShdw blurRad="38100" dist="38100" dir="2700000" algn="tl">
                    <a:srgbClr val="000000"/>
                  </a:outerShdw>
                </a:effectLst>
              </a:rPr>
              <a:t>int</a:t>
            </a:r>
            <a:r>
              <a:rPr kumimoji="1" lang="en-GB" altLang="zh-CN" sz="2200" dirty="0">
                <a:effectLst>
                  <a:outerShdw blurRad="38100" dist="38100" dir="2700000" algn="tl">
                    <a:srgbClr val="000000"/>
                  </a:outerShdw>
                </a:effectLst>
              </a:rPr>
              <a:t> </a:t>
            </a:r>
            <a:r>
              <a:rPr kumimoji="1" lang="en-GB" altLang="zh-CN" sz="2200" dirty="0" err="1">
                <a:effectLst>
                  <a:outerShdw blurRad="38100" dist="38100" dir="2700000" algn="tl">
                    <a:srgbClr val="000000"/>
                  </a:outerShdw>
                </a:effectLst>
              </a:rPr>
              <a:t>get_num_of_objects</a:t>
            </a:r>
            <a:r>
              <a:rPr kumimoji="1" lang="en-GB" altLang="zh-CN" sz="2200" dirty="0">
                <a:effectLst>
                  <a:outerShdw blurRad="38100" dist="38100" dir="2700000" algn="tl">
                    <a:srgbClr val="000000"/>
                  </a:outerShdw>
                </a:effectLst>
              </a:rPr>
              <a:t>() </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 return </a:t>
            </a:r>
            <a:r>
              <a:rPr kumimoji="1" lang="en-GB" altLang="zh-CN" sz="2200" dirty="0" err="1">
                <a:solidFill>
                  <a:srgbClr val="FFC000"/>
                </a:solidFill>
                <a:effectLst>
                  <a:outerShdw blurRad="38100" dist="38100" dir="2700000" algn="tl">
                    <a:srgbClr val="000000"/>
                  </a:outerShdw>
                </a:effectLst>
              </a:rPr>
              <a:t>obj_count</a:t>
            </a:r>
            <a:r>
              <a:rPr kumimoji="1" lang="en-GB" altLang="zh-CN" sz="2200" dirty="0">
                <a:effectLst>
                  <a:outerShdw blurRad="38100" dist="38100" dir="2700000" algn="tl">
                    <a:srgbClr val="000000"/>
                  </a:outerShdw>
                </a:effectLst>
              </a:rPr>
              <a:t>; </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err="1">
                <a:effectLst>
                  <a:outerShdw blurRad="38100" dist="38100" dir="2700000" algn="tl">
                    <a:srgbClr val="000000"/>
                  </a:outerShdw>
                </a:effectLst>
              </a:rPr>
              <a:t>int</a:t>
            </a:r>
            <a:r>
              <a:rPr kumimoji="1" lang="en-GB" altLang="zh-CN" sz="2200" dirty="0">
                <a:effectLst>
                  <a:outerShdw blurRad="38100" dist="38100" dir="2700000" algn="tl">
                    <a:srgbClr val="000000"/>
                  </a:outerShdw>
                </a:effectLst>
              </a:rPr>
              <a:t> A::obj_count=0;</a:t>
            </a: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a:effectLst>
                  <a:outerShdw blurRad="38100" dist="38100" dir="2700000" algn="tl">
                    <a:srgbClr val="000000"/>
                  </a:outerShdw>
                </a:effectLst>
              </a:rPr>
              <a:t>...... </a:t>
            </a:r>
            <a:r>
              <a:rPr kumimoji="1" lang="en-US" altLang="zh-CN" sz="2200" dirty="0">
                <a:effectLst>
                  <a:outerShdw blurRad="38100" dist="38100" dir="2700000" algn="tl">
                    <a:srgbClr val="000000"/>
                  </a:outerShdw>
                </a:effectLst>
              </a:rPr>
              <a:t>//</a:t>
            </a:r>
            <a:r>
              <a:rPr kumimoji="1" lang="zh-CN" altLang="en-US" sz="2200" dirty="0">
                <a:effectLst>
                  <a:outerShdw blurRad="38100" dist="38100" dir="2700000" algn="tl">
                    <a:srgbClr val="000000"/>
                  </a:outerShdw>
                </a:effectLst>
              </a:rPr>
              <a:t>其中创建了一系列</a:t>
            </a:r>
            <a:r>
              <a:rPr kumimoji="1" lang="en-US" altLang="zh-CN" sz="2200" dirty="0">
                <a:effectLst>
                  <a:outerShdw blurRad="38100" dist="38100" dir="2700000" algn="tl">
                    <a:srgbClr val="000000"/>
                  </a:outerShdw>
                </a:effectLst>
              </a:rPr>
              <a:t>A</a:t>
            </a:r>
            <a:r>
              <a:rPr kumimoji="1" lang="zh-CN" altLang="en-US" sz="2200" dirty="0">
                <a:effectLst>
                  <a:outerShdw blurRad="38100" dist="38100" dir="2700000" algn="tl">
                    <a:srgbClr val="000000"/>
                  </a:outerShdw>
                </a:effectLst>
              </a:rPr>
              <a:t>类对象</a:t>
            </a:r>
            <a:endParaRPr kumimoji="1" lang="en-GB" altLang="zh-CN" sz="2200" dirty="0">
              <a:effectLst>
                <a:outerShdw blurRad="38100" dist="38100" dir="2700000" algn="tl">
                  <a:srgbClr val="000000"/>
                </a:outerShdw>
              </a:effectLst>
            </a:endParaRPr>
          </a:p>
          <a:p>
            <a:pPr eaLnBrk="1" hangingPunct="1">
              <a:tabLst>
                <a:tab pos="400050" algn="l"/>
                <a:tab pos="533400" algn="l"/>
                <a:tab pos="666750" algn="l"/>
                <a:tab pos="800100" algn="l"/>
                <a:tab pos="933450" algn="l"/>
                <a:tab pos="1066800" algn="l"/>
                <a:tab pos="1200150" algn="l"/>
                <a:tab pos="1333500" algn="l"/>
              </a:tabLst>
              <a:defRPr/>
            </a:pPr>
            <a:r>
              <a:rPr kumimoji="1" lang="en-GB" altLang="zh-CN" sz="2200" dirty="0" err="1">
                <a:effectLst>
                  <a:outerShdw blurRad="38100" dist="38100" dir="2700000" algn="tl">
                    <a:srgbClr val="000000"/>
                  </a:outerShdw>
                </a:effectLst>
              </a:rPr>
              <a:t>cout</a:t>
            </a:r>
            <a:r>
              <a:rPr kumimoji="1" lang="en-GB" altLang="zh-CN" sz="2200" dirty="0">
                <a:effectLst>
                  <a:outerShdw blurRad="38100" dist="38100" dir="2700000" algn="tl">
                    <a:srgbClr val="000000"/>
                  </a:outerShdw>
                </a:effectLst>
              </a:rPr>
              <a:t> &lt;&lt; A::get_num_of_objects(); //</a:t>
            </a:r>
            <a:r>
              <a:rPr kumimoji="1" lang="zh-CN" altLang="en-US" sz="2200" dirty="0">
                <a:effectLst>
                  <a:outerShdw blurRad="38100" dist="38100" dir="2700000" algn="tl">
                    <a:srgbClr val="000000"/>
                  </a:outerShdw>
                </a:effectLst>
              </a:rPr>
              <a:t>输出</a:t>
            </a:r>
            <a:r>
              <a:rPr kumimoji="1" lang="en-US" altLang="zh-CN" sz="2200" dirty="0">
                <a:effectLst>
                  <a:outerShdw blurRad="38100" dist="38100" dir="2700000" algn="tl">
                    <a:srgbClr val="000000"/>
                  </a:outerShdw>
                </a:effectLst>
              </a:rPr>
              <a:t>A</a:t>
            </a:r>
            <a:r>
              <a:rPr kumimoji="1" lang="zh-CN" altLang="en-US" sz="2200" dirty="0">
                <a:effectLst>
                  <a:outerShdw blurRad="38100" dist="38100" dir="2700000" algn="tl">
                    <a:srgbClr val="000000"/>
                  </a:outerShdw>
                </a:effectLst>
              </a:rPr>
              <a:t>类对象的个数</a:t>
            </a:r>
            <a:endParaRPr kumimoji="1" lang="en-GB" altLang="zh-CN" sz="2200" dirty="0">
              <a:effectLst>
                <a:outerShdw blurRad="38100" dist="38100" dir="2700000" algn="tl">
                  <a:srgbClr val="000000"/>
                </a:outerShdw>
              </a:effectLst>
            </a:endParaRPr>
          </a:p>
        </p:txBody>
      </p:sp>
      <p:sp>
        <p:nvSpPr>
          <p:cNvPr id="1311744" name="Rectangle 0">
            <a:extLst>
              <a:ext uri="{FF2B5EF4-FFF2-40B4-BE49-F238E27FC236}">
                <a16:creationId xmlns:a16="http://schemas.microsoft.com/office/drawing/2014/main" id="{131A828A-5C92-AC43-1473-5E04D35FC166}"/>
              </a:ext>
            </a:extLst>
          </p:cNvPr>
          <p:cNvSpPr>
            <a:spLocks noGrp="1" noChangeArrowheads="1"/>
          </p:cNvSpPr>
          <p:nvPr>
            <p:ph type="title"/>
          </p:nvPr>
        </p:nvSpPr>
        <p:spPr>
          <a:xfrm>
            <a:off x="179388" y="44450"/>
            <a:ext cx="8785225" cy="1008063"/>
          </a:xfrm>
        </p:spPr>
        <p:txBody>
          <a:bodyPr/>
          <a:lstStyle/>
          <a:p>
            <a:pPr eaLnBrk="1" hangingPunct="1">
              <a:defRPr/>
            </a:pPr>
            <a:r>
              <a:rPr lang="zh-CN" altLang="en-US" sz="3600" dirty="0"/>
              <a:t>例： 对运行时刻某类对象的个数进行计数</a:t>
            </a:r>
          </a:p>
        </p:txBody>
      </p:sp>
    </p:spTree>
  </p:cSld>
  <p:clrMapOvr>
    <a:masterClrMapping/>
  </p:clrMapOvr>
</p:sld>
</file>

<file path=ppt/theme/theme1.xml><?xml version="1.0" encoding="utf-8"?>
<a:theme xmlns:a="http://schemas.openxmlformats.org/drawingml/2006/main" name="Globe">
  <a:themeElements>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1800" b="0" i="0" u="none" strike="noStrike" cap="none" normalizeH="0" baseline="0" smtClean="0">
            <a:ln>
              <a:noFill/>
            </a:ln>
            <a:solidFill>
              <a:schemeClr val="tx1"/>
            </a:solidFill>
            <a:effectLst/>
            <a:latin typeface="Verdana" pitchFamily="34" charset="0"/>
            <a:ea typeface="宋体" pitchFamily="2" charset="-122"/>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
      <a:clrScheme name="Globe 9">
        <a:dk1>
          <a:srgbClr val="003B76"/>
        </a:dk1>
        <a:lt1>
          <a:srgbClr val="FFFFFF"/>
        </a:lt1>
        <a:dk2>
          <a:srgbClr val="0066CC"/>
        </a:dk2>
        <a:lt2>
          <a:srgbClr val="FFCC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0">
        <a:dk1>
          <a:srgbClr val="003B76"/>
        </a:dk1>
        <a:lt1>
          <a:srgbClr val="FFFFFF"/>
        </a:lt1>
        <a:dk2>
          <a:srgbClr val="0066CC"/>
        </a:dk2>
        <a:lt2>
          <a:srgbClr val="FFCC66"/>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11">
        <a:dk1>
          <a:srgbClr val="003B76"/>
        </a:dk1>
        <a:lt1>
          <a:srgbClr val="FFFFFF"/>
        </a:lt1>
        <a:dk2>
          <a:srgbClr val="0066CC"/>
        </a:dk2>
        <a:lt2>
          <a:srgbClr val="FFFF00"/>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Globe</Template>
  <TotalTime>32503</TotalTime>
  <Words>1204</Words>
  <Application>Microsoft Office PowerPoint</Application>
  <PresentationFormat>全屏显示(4:3)</PresentationFormat>
  <Paragraphs>150</Paragraphs>
  <Slides>13</Slides>
  <Notes>0</Notes>
  <HiddenSlides>3</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13</vt:i4>
      </vt:variant>
    </vt:vector>
  </HeadingPairs>
  <TitlesOfParts>
    <vt:vector size="20" baseType="lpstr">
      <vt:lpstr>Verdana</vt:lpstr>
      <vt:lpstr>宋体</vt:lpstr>
      <vt:lpstr>Arial</vt:lpstr>
      <vt:lpstr>Wingdings</vt:lpstr>
      <vt:lpstr>Times New Roman</vt:lpstr>
      <vt:lpstr>Wingdings 2</vt:lpstr>
      <vt:lpstr>Globe</vt:lpstr>
      <vt:lpstr>常成员函数及静态成员</vt:lpstr>
      <vt:lpstr>获取vs改变对象的状态</vt:lpstr>
      <vt:lpstr>常成员函数</vt:lpstr>
      <vt:lpstr>PowerPoint 演示文稿</vt:lpstr>
      <vt:lpstr>PowerPoint 演示文稿</vt:lpstr>
      <vt:lpstr>同类对象如何共享数据？</vt:lpstr>
      <vt:lpstr>PowerPoint 演示文稿</vt:lpstr>
      <vt:lpstr> </vt:lpstr>
      <vt:lpstr>PowerPoint 演示文稿</vt:lpstr>
      <vt:lpstr>PowerPoint 演示文稿</vt:lpstr>
      <vt:lpstr>静态成员函数</vt:lpstr>
      <vt:lpstr>PowerPoint 演示文稿</vt:lpstr>
      <vt:lpstr>例： 对运行时刻某类对象的个数进行计数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chenjj</dc:creator>
  <cp:lastModifiedBy>润泽 颜</cp:lastModifiedBy>
  <cp:revision>592</cp:revision>
  <dcterms:created xsi:type="dcterms:W3CDTF">1999-05-22T12:40:20Z</dcterms:created>
  <dcterms:modified xsi:type="dcterms:W3CDTF">2026-06-18T00:20:39Z</dcterms:modified>
</cp:coreProperties>
</file>