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2"/>
  </p:notesMasterIdLst>
  <p:sldIdLst>
    <p:sldId id="573" r:id="rId2"/>
    <p:sldId id="638" r:id="rId3"/>
    <p:sldId id="639" r:id="rId4"/>
    <p:sldId id="640" r:id="rId5"/>
    <p:sldId id="641" r:id="rId6"/>
    <p:sldId id="535" r:id="rId7"/>
    <p:sldId id="624" r:id="rId8"/>
    <p:sldId id="716" r:id="rId9"/>
    <p:sldId id="717" r:id="rId10"/>
    <p:sldId id="626" r:id="rId11"/>
    <p:sldId id="627" r:id="rId12"/>
    <p:sldId id="628" r:id="rId13"/>
    <p:sldId id="629" r:id="rId14"/>
    <p:sldId id="642" r:id="rId15"/>
    <p:sldId id="643" r:id="rId16"/>
    <p:sldId id="644" r:id="rId17"/>
    <p:sldId id="703" r:id="rId18"/>
    <p:sldId id="704" r:id="rId19"/>
    <p:sldId id="705" r:id="rId20"/>
    <p:sldId id="708" r:id="rId2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autoAdjust="0"/>
    <p:restoredTop sz="94718" autoAdjust="0"/>
  </p:normalViewPr>
  <p:slideViewPr>
    <p:cSldViewPr>
      <p:cViewPr varScale="1">
        <p:scale>
          <a:sx n="159" d="100"/>
          <a:sy n="159" d="100"/>
        </p:scale>
        <p:origin x="4386" y="15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57F900BA-400B-16D1-CC2F-63213EFDDC4E}"/>
              </a:ext>
            </a:extLst>
          </p:cNvPr>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kumimoji="1" sz="1200">
                <a:latin typeface="Times New Roman" panose="02020503050405090304" pitchFamily="18" charset="0"/>
                <a:ea typeface="宋体" charset="-122"/>
              </a:defRPr>
            </a:lvl1pPr>
          </a:lstStyle>
          <a:p>
            <a:pPr>
              <a:defRPr/>
            </a:pPr>
            <a:endParaRPr lang="en-US" altLang="zh-CN"/>
          </a:p>
        </p:txBody>
      </p:sp>
      <p:sp>
        <p:nvSpPr>
          <p:cNvPr id="5123" name="Rectangle 3">
            <a:extLst>
              <a:ext uri="{FF2B5EF4-FFF2-40B4-BE49-F238E27FC236}">
                <a16:creationId xmlns:a16="http://schemas.microsoft.com/office/drawing/2014/main" id="{A92B9273-8B37-DC89-FB22-3C572108D02F}"/>
              </a:ext>
            </a:extLst>
          </p:cNvPr>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kumimoji="1" sz="1200">
                <a:latin typeface="Times New Roman" panose="02020503050405090304" pitchFamily="18" charset="0"/>
                <a:ea typeface="宋体" charset="-122"/>
              </a:defRPr>
            </a:lvl1pPr>
          </a:lstStyle>
          <a:p>
            <a:pPr>
              <a:defRPr/>
            </a:pPr>
            <a:endParaRPr lang="en-US" altLang="zh-CN"/>
          </a:p>
        </p:txBody>
      </p:sp>
      <p:sp>
        <p:nvSpPr>
          <p:cNvPr id="3076" name="Rectangle 4">
            <a:extLst>
              <a:ext uri="{FF2B5EF4-FFF2-40B4-BE49-F238E27FC236}">
                <a16:creationId xmlns:a16="http://schemas.microsoft.com/office/drawing/2014/main" id="{01F66B7C-5EF6-77E0-B7B7-9F80D49DE518}"/>
              </a:ext>
            </a:extLst>
          </p:cNvPr>
          <p:cNvSpPr>
            <a:spLocks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755C5BD4-03F6-CFD9-2839-EC3E99FC9CD8}"/>
              </a:ext>
            </a:extLst>
          </p:cNvPr>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a:extLst>
              <a:ext uri="{FF2B5EF4-FFF2-40B4-BE49-F238E27FC236}">
                <a16:creationId xmlns:a16="http://schemas.microsoft.com/office/drawing/2014/main" id="{FE892B21-92FD-D9D2-D0BE-02B2071CF2F8}"/>
              </a:ext>
            </a:extLst>
          </p:cNvPr>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buFontTx/>
              <a:buNone/>
              <a:defRPr kumimoji="1" sz="1200">
                <a:latin typeface="Times New Roman" panose="02020503050405090304" pitchFamily="18" charset="0"/>
                <a:ea typeface="宋体" charset="-122"/>
              </a:defRPr>
            </a:lvl1pPr>
          </a:lstStyle>
          <a:p>
            <a:pPr>
              <a:defRPr/>
            </a:pPr>
            <a:endParaRPr lang="en-US" altLang="zh-CN"/>
          </a:p>
        </p:txBody>
      </p:sp>
      <p:sp>
        <p:nvSpPr>
          <p:cNvPr id="5127" name="Rectangle 7">
            <a:extLst>
              <a:ext uri="{FF2B5EF4-FFF2-40B4-BE49-F238E27FC236}">
                <a16:creationId xmlns:a16="http://schemas.microsoft.com/office/drawing/2014/main" id="{9BDE820D-888C-0823-C5E5-287CAA82C696}"/>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eaLnBrk="1" hangingPunct="1">
              <a:defRPr kumimoji="1" sz="1200" smtClean="0">
                <a:latin typeface="Times New Roman" panose="02020603050405020304" pitchFamily="18" charset="0"/>
              </a:defRPr>
            </a:lvl1pPr>
          </a:lstStyle>
          <a:p>
            <a:pPr>
              <a:defRPr/>
            </a:pPr>
            <a:fld id="{A4320D77-23B1-4EFB-9619-B44AF48F189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503050405090304" pitchFamily="18"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503050405090304" pitchFamily="18"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503050405090304" pitchFamily="18"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503050405090304" pitchFamily="18"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503050405090304"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0942097-BA3F-A3F5-9D6E-92FB5D5A5738}"/>
              </a:ext>
            </a:extLst>
          </p:cNvPr>
          <p:cNvGrpSpPr>
            <a:grpSpLocks/>
          </p:cNvGrpSpPr>
          <p:nvPr/>
        </p:nvGrpSpPr>
        <p:grpSpPr bwMode="auto">
          <a:xfrm>
            <a:off x="0" y="0"/>
            <a:ext cx="9148763" cy="6851650"/>
            <a:chOff x="1" y="0"/>
            <a:chExt cx="5763" cy="4316"/>
          </a:xfrm>
        </p:grpSpPr>
        <p:sp>
          <p:nvSpPr>
            <p:cNvPr id="3" name="Freeform 3">
              <a:extLst>
                <a:ext uri="{FF2B5EF4-FFF2-40B4-BE49-F238E27FC236}">
                  <a16:creationId xmlns:a16="http://schemas.microsoft.com/office/drawing/2014/main" id="{2055D56A-6D19-563B-7BEF-00010F1CB349}"/>
                </a:ext>
              </a:extLst>
            </p:cNvPr>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4" name="Freeform 4">
              <a:extLst>
                <a:ext uri="{FF2B5EF4-FFF2-40B4-BE49-F238E27FC236}">
                  <a16:creationId xmlns:a16="http://schemas.microsoft.com/office/drawing/2014/main" id="{2D166B75-B716-09A6-4F18-355660331F0D}"/>
                </a:ext>
              </a:extLst>
            </p:cNvPr>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5" name="Freeform 5">
              <a:extLst>
                <a:ext uri="{FF2B5EF4-FFF2-40B4-BE49-F238E27FC236}">
                  <a16:creationId xmlns:a16="http://schemas.microsoft.com/office/drawing/2014/main" id="{62B618D5-62D4-2D74-54FE-279BCA4DBC51}"/>
                </a:ext>
              </a:extLst>
            </p:cNvPr>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grpSp>
          <p:nvGrpSpPr>
            <p:cNvPr id="6" name="Group 6">
              <a:extLst>
                <a:ext uri="{FF2B5EF4-FFF2-40B4-BE49-F238E27FC236}">
                  <a16:creationId xmlns:a16="http://schemas.microsoft.com/office/drawing/2014/main" id="{2EFE016B-7BB5-8327-4FF0-084B51CED878}"/>
                </a:ext>
              </a:extLst>
            </p:cNvPr>
            <p:cNvGrpSpPr>
              <a:grpSpLocks/>
            </p:cNvGrpSpPr>
            <p:nvPr/>
          </p:nvGrpSpPr>
          <p:grpSpPr bwMode="auto">
            <a:xfrm>
              <a:off x="288" y="0"/>
              <a:ext cx="5098" cy="4316"/>
              <a:chOff x="288" y="0"/>
              <a:chExt cx="5098" cy="4316"/>
            </a:xfrm>
          </p:grpSpPr>
          <p:sp>
            <p:nvSpPr>
              <p:cNvPr id="26" name="Freeform 7">
                <a:extLst>
                  <a:ext uri="{FF2B5EF4-FFF2-40B4-BE49-F238E27FC236}">
                    <a16:creationId xmlns:a16="http://schemas.microsoft.com/office/drawing/2014/main" id="{07143141-3872-2DFA-0870-BF9E495D7AB1}"/>
                  </a:ext>
                </a:extLst>
              </p:cNvPr>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27" name="Freeform 8">
                <a:extLst>
                  <a:ext uri="{FF2B5EF4-FFF2-40B4-BE49-F238E27FC236}">
                    <a16:creationId xmlns:a16="http://schemas.microsoft.com/office/drawing/2014/main" id="{8B37056C-39A9-F69F-1945-89C0400FA223}"/>
                  </a:ext>
                </a:extLst>
              </p:cNvPr>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28" name="Freeform 9">
                <a:extLst>
                  <a:ext uri="{FF2B5EF4-FFF2-40B4-BE49-F238E27FC236}">
                    <a16:creationId xmlns:a16="http://schemas.microsoft.com/office/drawing/2014/main" id="{96BA6ECA-1773-599A-2B11-C9A9F5289040}"/>
                  </a:ext>
                </a:extLst>
              </p:cNvPr>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29" name="Freeform 10">
                <a:extLst>
                  <a:ext uri="{FF2B5EF4-FFF2-40B4-BE49-F238E27FC236}">
                    <a16:creationId xmlns:a16="http://schemas.microsoft.com/office/drawing/2014/main" id="{64D3FCC8-499D-1D3A-E7D7-A73E7AD494CB}"/>
                  </a:ext>
                </a:extLst>
              </p:cNvPr>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0" name="Freeform 11">
                <a:extLst>
                  <a:ext uri="{FF2B5EF4-FFF2-40B4-BE49-F238E27FC236}">
                    <a16:creationId xmlns:a16="http://schemas.microsoft.com/office/drawing/2014/main" id="{B7B96B9C-3C82-3D1C-42EA-B4D7BCEB14AD}"/>
                  </a:ext>
                </a:extLst>
              </p:cNvPr>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1" name="Freeform 12">
                <a:extLst>
                  <a:ext uri="{FF2B5EF4-FFF2-40B4-BE49-F238E27FC236}">
                    <a16:creationId xmlns:a16="http://schemas.microsoft.com/office/drawing/2014/main" id="{0C4716B7-1326-D5B0-3249-1F5796BAB50B}"/>
                  </a:ext>
                </a:extLst>
              </p:cNvPr>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2" name="Freeform 13">
                <a:extLst>
                  <a:ext uri="{FF2B5EF4-FFF2-40B4-BE49-F238E27FC236}">
                    <a16:creationId xmlns:a16="http://schemas.microsoft.com/office/drawing/2014/main" id="{693F9287-FB45-D0C2-6896-7E7140E44128}"/>
                  </a:ext>
                </a:extLst>
              </p:cNvPr>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3" name="Freeform 14">
                <a:extLst>
                  <a:ext uri="{FF2B5EF4-FFF2-40B4-BE49-F238E27FC236}">
                    <a16:creationId xmlns:a16="http://schemas.microsoft.com/office/drawing/2014/main" id="{A134C1F5-B46D-4C72-6D3F-B9D8DF8E6209}"/>
                  </a:ext>
                </a:extLst>
              </p:cNvPr>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4" name="Freeform 15">
                <a:extLst>
                  <a:ext uri="{FF2B5EF4-FFF2-40B4-BE49-F238E27FC236}">
                    <a16:creationId xmlns:a16="http://schemas.microsoft.com/office/drawing/2014/main" id="{11B5FCBD-3202-D292-7F2B-976EB54D8052}"/>
                  </a:ext>
                </a:extLst>
              </p:cNvPr>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5" name="Freeform 16">
                <a:extLst>
                  <a:ext uri="{FF2B5EF4-FFF2-40B4-BE49-F238E27FC236}">
                    <a16:creationId xmlns:a16="http://schemas.microsoft.com/office/drawing/2014/main" id="{3F9C20B7-B9FE-DBBF-911A-6BD800178B53}"/>
                  </a:ext>
                </a:extLst>
              </p:cNvPr>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6" name="Freeform 17">
                <a:extLst>
                  <a:ext uri="{FF2B5EF4-FFF2-40B4-BE49-F238E27FC236}">
                    <a16:creationId xmlns:a16="http://schemas.microsoft.com/office/drawing/2014/main" id="{C78D893E-F2ED-53D1-4612-40C5A5D71570}"/>
                  </a:ext>
                </a:extLst>
              </p:cNvPr>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7" name="Freeform 18">
                <a:extLst>
                  <a:ext uri="{FF2B5EF4-FFF2-40B4-BE49-F238E27FC236}">
                    <a16:creationId xmlns:a16="http://schemas.microsoft.com/office/drawing/2014/main" id="{F24F9EEC-84AE-3D79-F166-57D7165A7985}"/>
                  </a:ext>
                </a:extLst>
              </p:cNvPr>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8" name="Freeform 19">
                <a:extLst>
                  <a:ext uri="{FF2B5EF4-FFF2-40B4-BE49-F238E27FC236}">
                    <a16:creationId xmlns:a16="http://schemas.microsoft.com/office/drawing/2014/main" id="{D9DCCB71-0E68-80BE-B4AC-87E616553435}"/>
                  </a:ext>
                </a:extLst>
              </p:cNvPr>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grpSp>
        <p:sp>
          <p:nvSpPr>
            <p:cNvPr id="7" name="Freeform 20">
              <a:extLst>
                <a:ext uri="{FF2B5EF4-FFF2-40B4-BE49-F238E27FC236}">
                  <a16:creationId xmlns:a16="http://schemas.microsoft.com/office/drawing/2014/main" id="{62796068-90E2-68DB-16CE-4CD3DF2AEDD1}"/>
                </a:ext>
              </a:extLst>
            </p:cNvPr>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8" name="Freeform 21">
              <a:extLst>
                <a:ext uri="{FF2B5EF4-FFF2-40B4-BE49-F238E27FC236}">
                  <a16:creationId xmlns:a16="http://schemas.microsoft.com/office/drawing/2014/main" id="{200F4A09-9A1D-144A-7180-1BDFABE3AEAD}"/>
                </a:ext>
              </a:extLst>
            </p:cNvPr>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9" name="Freeform 22">
              <a:extLst>
                <a:ext uri="{FF2B5EF4-FFF2-40B4-BE49-F238E27FC236}">
                  <a16:creationId xmlns:a16="http://schemas.microsoft.com/office/drawing/2014/main" id="{104C1F63-FDB0-1B48-8367-214F46F4E667}"/>
                </a:ext>
              </a:extLst>
            </p:cNvPr>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10" name="Freeform 23">
              <a:extLst>
                <a:ext uri="{FF2B5EF4-FFF2-40B4-BE49-F238E27FC236}">
                  <a16:creationId xmlns:a16="http://schemas.microsoft.com/office/drawing/2014/main" id="{DBB363E0-2552-D63C-67A7-9FB347097345}"/>
                </a:ext>
              </a:extLst>
            </p:cNvPr>
            <p:cNvSpPr>
              <a:spLocks noChangeArrowheads="1"/>
            </p:cNvSpPr>
            <p:nvPr/>
          </p:nvSpPr>
          <p:spPr bwMode="auto">
            <a:xfrm>
              <a:off x="5041" y="0"/>
              <a:ext cx="719" cy="845"/>
            </a:xfrm>
            <a:custGeom>
              <a:avLst/>
              <a:gdLst>
                <a:gd name="T0" fmla="*/ 717 w 717"/>
                <a:gd name="T1" fmla="*/ 845 h 845"/>
                <a:gd name="T2" fmla="*/ 717 w 717"/>
                <a:gd name="T3" fmla="*/ 821 h 845"/>
                <a:gd name="T4" fmla="*/ 574 w 717"/>
                <a:gd name="T5" fmla="*/ 605 h 845"/>
                <a:gd name="T6" fmla="*/ 406 w 717"/>
                <a:gd name="T7" fmla="*/ 396 h 845"/>
                <a:gd name="T8" fmla="*/ 221 w 717"/>
                <a:gd name="T9" fmla="*/ 192 h 845"/>
                <a:gd name="T10" fmla="*/ 17 w 717"/>
                <a:gd name="T11" fmla="*/ 0 h 845"/>
                <a:gd name="T12" fmla="*/ 0 w 717"/>
                <a:gd name="T13" fmla="*/ 0 h 845"/>
                <a:gd name="T14" fmla="*/ 209 w 717"/>
                <a:gd name="T15" fmla="*/ 198 h 845"/>
                <a:gd name="T16" fmla="*/ 400 w 717"/>
                <a:gd name="T17" fmla="*/ 408 h 845"/>
                <a:gd name="T18" fmla="*/ 568 w 717"/>
                <a:gd name="T19" fmla="*/ 623 h 845"/>
                <a:gd name="T20" fmla="*/ 717 w 717"/>
                <a:gd name="T21" fmla="*/ 845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buFont typeface="Arial" panose="020B0604020202020204" pitchFamily="34" charset="0"/>
                <a:buNone/>
                <a:defRPr/>
              </a:pPr>
              <a:endParaRPr lang="zh-CN" altLang="en-US"/>
            </a:p>
          </p:txBody>
        </p:sp>
        <p:sp>
          <p:nvSpPr>
            <p:cNvPr id="11" name="Freeform 24">
              <a:extLst>
                <a:ext uri="{FF2B5EF4-FFF2-40B4-BE49-F238E27FC236}">
                  <a16:creationId xmlns:a16="http://schemas.microsoft.com/office/drawing/2014/main" id="{D29B1578-AC3F-6F43-C85C-7BB1B95FC13F}"/>
                </a:ext>
              </a:extLst>
            </p:cNvPr>
            <p:cNvSpPr>
              <a:spLocks noChangeArrowheads="1"/>
            </p:cNvSpPr>
            <p:nvPr/>
          </p:nvSpPr>
          <p:spPr bwMode="auto">
            <a:xfrm>
              <a:off x="5352" y="0"/>
              <a:ext cx="408" cy="414"/>
            </a:xfrm>
            <a:custGeom>
              <a:avLst/>
              <a:gdLst>
                <a:gd name="T0" fmla="*/ 407 w 407"/>
                <a:gd name="T1" fmla="*/ 414 h 414"/>
                <a:gd name="T2" fmla="*/ 407 w 407"/>
                <a:gd name="T3" fmla="*/ 396 h 414"/>
                <a:gd name="T4" fmla="*/ 222 w 407"/>
                <a:gd name="T5" fmla="*/ 192 h 414"/>
                <a:gd name="T6" fmla="*/ 12 w 407"/>
                <a:gd name="T7" fmla="*/ 0 h 414"/>
                <a:gd name="T8" fmla="*/ 0 w 407"/>
                <a:gd name="T9" fmla="*/ 0 h 414"/>
                <a:gd name="T10" fmla="*/ 108 w 407"/>
                <a:gd name="T11" fmla="*/ 102 h 414"/>
                <a:gd name="T12" fmla="*/ 216 w 407"/>
                <a:gd name="T13" fmla="*/ 204 h 414"/>
                <a:gd name="T14" fmla="*/ 407 w 407"/>
                <a:gd name="T15" fmla="*/ 414 h 4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buFont typeface="Arial" panose="020B0604020202020204" pitchFamily="34" charset="0"/>
                <a:buNone/>
                <a:defRPr/>
              </a:pPr>
              <a:endParaRPr lang="zh-CN" altLang="en-US"/>
            </a:p>
          </p:txBody>
        </p:sp>
        <p:sp>
          <p:nvSpPr>
            <p:cNvPr id="12" name="Freeform 25">
              <a:extLst>
                <a:ext uri="{FF2B5EF4-FFF2-40B4-BE49-F238E27FC236}">
                  <a16:creationId xmlns:a16="http://schemas.microsoft.com/office/drawing/2014/main" id="{E8C83743-697C-F0D0-B2B3-160DFE4C7B3E}"/>
                </a:ext>
              </a:extLst>
            </p:cNvPr>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13" name="Freeform 26">
              <a:extLst>
                <a:ext uri="{FF2B5EF4-FFF2-40B4-BE49-F238E27FC236}">
                  <a16:creationId xmlns:a16="http://schemas.microsoft.com/office/drawing/2014/main" id="{6FC3D8F2-68F5-CA45-1A2E-8D249E2E61EA}"/>
                </a:ext>
              </a:extLst>
            </p:cNvPr>
            <p:cNvSpPr>
              <a:spLocks noChangeArrowheads="1"/>
            </p:cNvSpPr>
            <p:nvPr/>
          </p:nvSpPr>
          <p:spPr bwMode="auto">
            <a:xfrm>
              <a:off x="6" y="0"/>
              <a:ext cx="588" cy="599"/>
            </a:xfrm>
            <a:custGeom>
              <a:avLst/>
              <a:gdLst>
                <a:gd name="T0" fmla="*/ 586 w 586"/>
                <a:gd name="T1" fmla="*/ 0 h 599"/>
                <a:gd name="T2" fmla="*/ 568 w 586"/>
                <a:gd name="T3" fmla="*/ 0 h 599"/>
                <a:gd name="T4" fmla="*/ 407 w 586"/>
                <a:gd name="T5" fmla="*/ 132 h 599"/>
                <a:gd name="T6" fmla="*/ 257 w 586"/>
                <a:gd name="T7" fmla="*/ 270 h 599"/>
                <a:gd name="T8" fmla="*/ 120 w 586"/>
                <a:gd name="T9" fmla="*/ 420 h 599"/>
                <a:gd name="T10" fmla="*/ 0 w 586"/>
                <a:gd name="T11" fmla="*/ 575 h 599"/>
                <a:gd name="T12" fmla="*/ 0 w 586"/>
                <a:gd name="T13" fmla="*/ 599 h 599"/>
                <a:gd name="T14" fmla="*/ 120 w 586"/>
                <a:gd name="T15" fmla="*/ 432 h 599"/>
                <a:gd name="T16" fmla="*/ 257 w 586"/>
                <a:gd name="T17" fmla="*/ 282 h 599"/>
                <a:gd name="T18" fmla="*/ 413 w 586"/>
                <a:gd name="T19" fmla="*/ 138 h 599"/>
                <a:gd name="T20" fmla="*/ 586 w 586"/>
                <a:gd name="T21"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buFont typeface="Arial" panose="020B0604020202020204" pitchFamily="34" charset="0"/>
                <a:buNone/>
                <a:defRPr/>
              </a:pPr>
              <a:endParaRPr lang="zh-CN" altLang="en-US"/>
            </a:p>
          </p:txBody>
        </p:sp>
        <p:sp>
          <p:nvSpPr>
            <p:cNvPr id="14" name="Freeform 27">
              <a:extLst>
                <a:ext uri="{FF2B5EF4-FFF2-40B4-BE49-F238E27FC236}">
                  <a16:creationId xmlns:a16="http://schemas.microsoft.com/office/drawing/2014/main" id="{B7EC109A-DB38-1A6E-EC13-FAEF2CCF39E3}"/>
                </a:ext>
              </a:extLst>
            </p:cNvPr>
            <p:cNvSpPr>
              <a:spLocks noChangeArrowheads="1"/>
            </p:cNvSpPr>
            <p:nvPr/>
          </p:nvSpPr>
          <p:spPr bwMode="auto">
            <a:xfrm>
              <a:off x="6" y="0"/>
              <a:ext cx="270" cy="252"/>
            </a:xfrm>
            <a:custGeom>
              <a:avLst/>
              <a:gdLst>
                <a:gd name="T0" fmla="*/ 269 w 269"/>
                <a:gd name="T1" fmla="*/ 0 h 252"/>
                <a:gd name="T2" fmla="*/ 251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69 w 269"/>
                <a:gd name="T15" fmla="*/ 0 h 2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buFont typeface="Arial" panose="020B0604020202020204" pitchFamily="34" charset="0"/>
                <a:buNone/>
                <a:defRPr/>
              </a:pPr>
              <a:endParaRPr lang="zh-CN" altLang="en-US"/>
            </a:p>
          </p:txBody>
        </p:sp>
        <p:sp>
          <p:nvSpPr>
            <p:cNvPr id="15" name="Line 28">
              <a:extLst>
                <a:ext uri="{FF2B5EF4-FFF2-40B4-BE49-F238E27FC236}">
                  <a16:creationId xmlns:a16="http://schemas.microsoft.com/office/drawing/2014/main" id="{FD9F354C-EA3E-7F51-F20C-7FC9362C288F}"/>
                </a:ext>
              </a:extLst>
            </p:cNvPr>
            <p:cNvSpPr>
              <a:spLocks noChangeShapeType="1"/>
            </p:cNvSpPr>
            <p:nvPr/>
          </p:nvSpPr>
          <p:spPr bwMode="auto">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35DC1BD9-0584-6587-DF9D-B0BA3831636F}"/>
                </a:ext>
              </a:extLst>
            </p:cNvPr>
            <p:cNvSpPr>
              <a:spLocks noChangeShapeType="1"/>
            </p:cNvSpPr>
            <p:nvPr/>
          </p:nvSpPr>
          <p:spPr bwMode="auto">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30">
              <a:extLst>
                <a:ext uri="{FF2B5EF4-FFF2-40B4-BE49-F238E27FC236}">
                  <a16:creationId xmlns:a16="http://schemas.microsoft.com/office/drawing/2014/main" id="{B18AF882-B6F2-BA6A-FA8F-DEB640CE77C5}"/>
                </a:ext>
              </a:extLst>
            </p:cNvPr>
            <p:cNvSpPr>
              <a:spLocks noChangeShapeType="1"/>
            </p:cNvSpPr>
            <p:nvPr/>
          </p:nvSpPr>
          <p:spPr bwMode="auto">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31">
              <a:extLst>
                <a:ext uri="{FF2B5EF4-FFF2-40B4-BE49-F238E27FC236}">
                  <a16:creationId xmlns:a16="http://schemas.microsoft.com/office/drawing/2014/main" id="{4F58CB4A-23D1-DB00-D4F4-95C2ACBBFC5A}"/>
                </a:ext>
              </a:extLst>
            </p:cNvPr>
            <p:cNvGrpSpPr>
              <a:grpSpLocks/>
            </p:cNvGrpSpPr>
            <p:nvPr/>
          </p:nvGrpSpPr>
          <p:grpSpPr bwMode="auto">
            <a:xfrm>
              <a:off x="1" y="392"/>
              <a:ext cx="5758" cy="1571"/>
              <a:chOff x="1" y="392"/>
              <a:chExt cx="5758" cy="1571"/>
            </a:xfrm>
          </p:grpSpPr>
          <p:sp>
            <p:nvSpPr>
              <p:cNvPr id="21" name="Line 32">
                <a:extLst>
                  <a:ext uri="{FF2B5EF4-FFF2-40B4-BE49-F238E27FC236}">
                    <a16:creationId xmlns:a16="http://schemas.microsoft.com/office/drawing/2014/main" id="{3B07D11C-70D9-47F1-34D6-8C3A8F230514}"/>
                  </a:ext>
                </a:extLst>
              </p:cNvPr>
              <p:cNvSpPr>
                <a:spLocks noChangeShapeType="1"/>
              </p:cNvSpPr>
              <p:nvPr userDrawn="1"/>
            </p:nvSpPr>
            <p:spPr bwMode="auto">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3">
                <a:extLst>
                  <a:ext uri="{FF2B5EF4-FFF2-40B4-BE49-F238E27FC236}">
                    <a16:creationId xmlns:a16="http://schemas.microsoft.com/office/drawing/2014/main" id="{93FAA34B-A676-DAB3-D42C-B1589D25D2F9}"/>
                  </a:ext>
                </a:extLst>
              </p:cNvPr>
              <p:cNvSpPr>
                <a:spLocks noChangeShapeType="1"/>
              </p:cNvSpPr>
              <p:nvPr userDrawn="1"/>
            </p:nvSpPr>
            <p:spPr bwMode="auto">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1F7250D0-446D-9D5A-1B02-4A8040ECA570}"/>
                  </a:ext>
                </a:extLst>
              </p:cNvPr>
              <p:cNvSpPr>
                <a:spLocks noChangeShapeType="1"/>
              </p:cNvSpPr>
              <p:nvPr userDrawn="1"/>
            </p:nvSpPr>
            <p:spPr bwMode="auto">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666128A2-0B53-EEFA-598C-A248F15170F0}"/>
                  </a:ext>
                </a:extLst>
              </p:cNvPr>
              <p:cNvSpPr>
                <a:spLocks noChangeShapeType="1"/>
              </p:cNvSpPr>
              <p:nvPr userDrawn="1"/>
            </p:nvSpPr>
            <p:spPr bwMode="auto">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9482A539-3632-ED88-8440-16AAC0701C22}"/>
                  </a:ext>
                </a:extLst>
              </p:cNvPr>
              <p:cNvSpPr>
                <a:spLocks noChangeShapeType="1"/>
              </p:cNvSpPr>
              <p:nvPr userDrawn="1"/>
            </p:nvSpPr>
            <p:spPr bwMode="auto">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37">
              <a:extLst>
                <a:ext uri="{FF2B5EF4-FFF2-40B4-BE49-F238E27FC236}">
                  <a16:creationId xmlns:a16="http://schemas.microsoft.com/office/drawing/2014/main" id="{E6159062-58FA-68FD-68BD-1E124FC0A07C}"/>
                </a:ext>
              </a:extLst>
            </p:cNvPr>
            <p:cNvSpPr>
              <a:spLocks noChangeShapeType="1"/>
            </p:cNvSpPr>
            <p:nvPr/>
          </p:nvSpPr>
          <p:spPr bwMode="auto">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8">
              <a:extLst>
                <a:ext uri="{FF2B5EF4-FFF2-40B4-BE49-F238E27FC236}">
                  <a16:creationId xmlns:a16="http://schemas.microsoft.com/office/drawing/2014/main" id="{1F2AB608-E3E9-AEF2-AF44-1212F5CBC4C1}"/>
                </a:ext>
              </a:extLst>
            </p:cNvPr>
            <p:cNvSpPr>
              <a:spLocks noChangeShapeType="1"/>
            </p:cNvSpPr>
            <p:nvPr/>
          </p:nvSpPr>
          <p:spPr bwMode="auto">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0423"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noProof="1"/>
              <a:t>单击此处编辑母版标题样式</a:t>
            </a:r>
          </a:p>
        </p:txBody>
      </p:sp>
      <p:sp>
        <p:nvSpPr>
          <p:cNvPr id="400424"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39" name="Rectangle 41">
            <a:extLst>
              <a:ext uri="{FF2B5EF4-FFF2-40B4-BE49-F238E27FC236}">
                <a16:creationId xmlns:a16="http://schemas.microsoft.com/office/drawing/2014/main" id="{CCCFF352-7260-BC99-6556-CC7D0425A355}"/>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0" name="Rectangle 42">
            <a:extLst>
              <a:ext uri="{FF2B5EF4-FFF2-40B4-BE49-F238E27FC236}">
                <a16:creationId xmlns:a16="http://schemas.microsoft.com/office/drawing/2014/main" id="{296478B8-069C-A5AE-A1D6-267D26E895E5}"/>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1" name="Rectangle 43">
            <a:extLst>
              <a:ext uri="{FF2B5EF4-FFF2-40B4-BE49-F238E27FC236}">
                <a16:creationId xmlns:a16="http://schemas.microsoft.com/office/drawing/2014/main" id="{85E70AE4-277A-9EBA-3B5E-1481714B69D3}"/>
              </a:ext>
            </a:extLst>
          </p:cNvPr>
          <p:cNvSpPr>
            <a:spLocks noGrp="1" noChangeArrowheads="1"/>
          </p:cNvSpPr>
          <p:nvPr>
            <p:ph type="sldNum" sz="quarter" idx="12"/>
          </p:nvPr>
        </p:nvSpPr>
        <p:spPr/>
        <p:txBody>
          <a:bodyPr/>
          <a:lstStyle>
            <a:lvl1pPr>
              <a:defRPr smtClean="0"/>
            </a:lvl1pPr>
          </a:lstStyle>
          <a:p>
            <a:pPr>
              <a:defRPr/>
            </a:pPr>
            <a:fld id="{7F2BDCB0-197C-4ECB-97EC-391F24DBD065}" type="slidenum">
              <a:rPr lang="en-US" altLang="zh-CN"/>
              <a:pPr>
                <a:defRPr/>
              </a:pPr>
              <a:t>‹#›</a:t>
            </a:fld>
            <a:endParaRPr lang="en-US" altLang="zh-CN"/>
          </a:p>
        </p:txBody>
      </p:sp>
    </p:spTree>
    <p:extLst>
      <p:ext uri="{BB962C8B-B14F-4D97-AF65-F5344CB8AC3E}">
        <p14:creationId xmlns:p14="http://schemas.microsoft.com/office/powerpoint/2010/main" val="888673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0">
            <a:extLst>
              <a:ext uri="{FF2B5EF4-FFF2-40B4-BE49-F238E27FC236}">
                <a16:creationId xmlns:a16="http://schemas.microsoft.com/office/drawing/2014/main" id="{C5CC5214-DC61-3B7D-0A57-C1AAD1B4C7C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BEE692FF-38AC-2971-2355-6FD476B52EA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A7D031E9-C854-F646-81FE-FB03DBCEF4F0}"/>
              </a:ext>
            </a:extLst>
          </p:cNvPr>
          <p:cNvSpPr>
            <a:spLocks noGrp="1" noChangeArrowheads="1"/>
          </p:cNvSpPr>
          <p:nvPr>
            <p:ph type="sldNum" sz="quarter" idx="12"/>
          </p:nvPr>
        </p:nvSpPr>
        <p:spPr>
          <a:ln/>
        </p:spPr>
        <p:txBody>
          <a:bodyPr/>
          <a:lstStyle>
            <a:lvl1pPr>
              <a:defRPr/>
            </a:lvl1pPr>
          </a:lstStyle>
          <a:p>
            <a:pPr>
              <a:defRPr/>
            </a:pPr>
            <a:fld id="{5CB34D9F-4A02-430C-B215-12B9544B5A6C}" type="slidenum">
              <a:rPr lang="en-US" altLang="zh-CN"/>
              <a:pPr>
                <a:defRPr/>
              </a:pPr>
              <a:t>‹#›</a:t>
            </a:fld>
            <a:endParaRPr lang="en-US" altLang="zh-CN"/>
          </a:p>
        </p:txBody>
      </p:sp>
    </p:spTree>
    <p:extLst>
      <p:ext uri="{BB962C8B-B14F-4D97-AF65-F5344CB8AC3E}">
        <p14:creationId xmlns:p14="http://schemas.microsoft.com/office/powerpoint/2010/main" val="4846109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0">
            <a:extLst>
              <a:ext uri="{FF2B5EF4-FFF2-40B4-BE49-F238E27FC236}">
                <a16:creationId xmlns:a16="http://schemas.microsoft.com/office/drawing/2014/main" id="{2704ABD6-42F3-F594-E327-79141863A80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FAF48E3D-54B1-3807-8C84-319E98538E5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6FADD888-0A2D-94D9-9391-7DB9F79B3B2A}"/>
              </a:ext>
            </a:extLst>
          </p:cNvPr>
          <p:cNvSpPr>
            <a:spLocks noGrp="1" noChangeArrowheads="1"/>
          </p:cNvSpPr>
          <p:nvPr>
            <p:ph type="sldNum" sz="quarter" idx="12"/>
          </p:nvPr>
        </p:nvSpPr>
        <p:spPr>
          <a:ln/>
        </p:spPr>
        <p:txBody>
          <a:bodyPr/>
          <a:lstStyle>
            <a:lvl1pPr>
              <a:defRPr/>
            </a:lvl1pPr>
          </a:lstStyle>
          <a:p>
            <a:pPr>
              <a:defRPr/>
            </a:pPr>
            <a:fld id="{8709730D-162D-4F09-81B2-F5DAE2597F6B}" type="slidenum">
              <a:rPr lang="en-US" altLang="zh-CN"/>
              <a:pPr>
                <a:defRPr/>
              </a:pPr>
              <a:t>‹#›</a:t>
            </a:fld>
            <a:endParaRPr lang="en-US" altLang="zh-CN"/>
          </a:p>
        </p:txBody>
      </p:sp>
    </p:spTree>
    <p:extLst>
      <p:ext uri="{BB962C8B-B14F-4D97-AF65-F5344CB8AC3E}">
        <p14:creationId xmlns:p14="http://schemas.microsoft.com/office/powerpoint/2010/main" val="4204164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0">
            <a:extLst>
              <a:ext uri="{FF2B5EF4-FFF2-40B4-BE49-F238E27FC236}">
                <a16:creationId xmlns:a16="http://schemas.microsoft.com/office/drawing/2014/main" id="{87AEE46A-8EB1-4210-3C8C-948EDBA633C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260DF18B-7B3E-0A50-DEC2-51D7221E717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53BB5E0E-F916-B160-051A-9397756F8D43}"/>
              </a:ext>
            </a:extLst>
          </p:cNvPr>
          <p:cNvSpPr>
            <a:spLocks noGrp="1" noChangeArrowheads="1"/>
          </p:cNvSpPr>
          <p:nvPr>
            <p:ph type="sldNum" sz="quarter" idx="12"/>
          </p:nvPr>
        </p:nvSpPr>
        <p:spPr>
          <a:ln/>
        </p:spPr>
        <p:txBody>
          <a:bodyPr/>
          <a:lstStyle>
            <a:lvl1pPr>
              <a:defRPr/>
            </a:lvl1pPr>
          </a:lstStyle>
          <a:p>
            <a:pPr>
              <a:defRPr/>
            </a:pPr>
            <a:fld id="{31E8794B-83AD-405E-BD14-9C479E8394A3}" type="slidenum">
              <a:rPr lang="en-US" altLang="zh-CN"/>
              <a:pPr>
                <a:defRPr/>
              </a:pPr>
              <a:t>‹#›</a:t>
            </a:fld>
            <a:endParaRPr lang="en-US" altLang="zh-CN"/>
          </a:p>
        </p:txBody>
      </p:sp>
    </p:spTree>
    <p:extLst>
      <p:ext uri="{BB962C8B-B14F-4D97-AF65-F5344CB8AC3E}">
        <p14:creationId xmlns:p14="http://schemas.microsoft.com/office/powerpoint/2010/main" val="972559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0">
            <a:extLst>
              <a:ext uri="{FF2B5EF4-FFF2-40B4-BE49-F238E27FC236}">
                <a16:creationId xmlns:a16="http://schemas.microsoft.com/office/drawing/2014/main" id="{C8F85B12-CC4D-5711-2941-4374E76C060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a:extLst>
              <a:ext uri="{FF2B5EF4-FFF2-40B4-BE49-F238E27FC236}">
                <a16:creationId xmlns:a16="http://schemas.microsoft.com/office/drawing/2014/main" id="{3E8E42B7-4A16-D9DE-B402-44AE9AD9101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802D1E20-A99B-5AA2-5E3A-DA58E6D96CF7}"/>
              </a:ext>
            </a:extLst>
          </p:cNvPr>
          <p:cNvSpPr>
            <a:spLocks noGrp="1" noChangeArrowheads="1"/>
          </p:cNvSpPr>
          <p:nvPr>
            <p:ph type="sldNum" sz="quarter" idx="12"/>
          </p:nvPr>
        </p:nvSpPr>
        <p:spPr>
          <a:ln/>
        </p:spPr>
        <p:txBody>
          <a:bodyPr/>
          <a:lstStyle>
            <a:lvl1pPr>
              <a:defRPr/>
            </a:lvl1pPr>
          </a:lstStyle>
          <a:p>
            <a:pPr>
              <a:defRPr/>
            </a:pPr>
            <a:fld id="{64AC195A-932C-4DBA-83D7-9EB3E0A5529D}" type="slidenum">
              <a:rPr lang="en-US" altLang="zh-CN"/>
              <a:pPr>
                <a:defRPr/>
              </a:pPr>
              <a:t>‹#›</a:t>
            </a:fld>
            <a:endParaRPr lang="en-US" altLang="zh-CN"/>
          </a:p>
        </p:txBody>
      </p:sp>
    </p:spTree>
    <p:extLst>
      <p:ext uri="{BB962C8B-B14F-4D97-AF65-F5344CB8AC3E}">
        <p14:creationId xmlns:p14="http://schemas.microsoft.com/office/powerpoint/2010/main" val="180437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0">
            <a:extLst>
              <a:ext uri="{FF2B5EF4-FFF2-40B4-BE49-F238E27FC236}">
                <a16:creationId xmlns:a16="http://schemas.microsoft.com/office/drawing/2014/main" id="{CDD9866B-7F2C-EF62-50B8-887815708FE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a:extLst>
              <a:ext uri="{FF2B5EF4-FFF2-40B4-BE49-F238E27FC236}">
                <a16:creationId xmlns:a16="http://schemas.microsoft.com/office/drawing/2014/main" id="{88A69D60-C59B-DC20-29DE-5887E7E10C5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A2F4C2F8-9D47-827A-97E8-1AD9DEAC7942}"/>
              </a:ext>
            </a:extLst>
          </p:cNvPr>
          <p:cNvSpPr>
            <a:spLocks noGrp="1" noChangeArrowheads="1"/>
          </p:cNvSpPr>
          <p:nvPr>
            <p:ph type="sldNum" sz="quarter" idx="12"/>
          </p:nvPr>
        </p:nvSpPr>
        <p:spPr>
          <a:ln/>
        </p:spPr>
        <p:txBody>
          <a:bodyPr/>
          <a:lstStyle>
            <a:lvl1pPr>
              <a:defRPr/>
            </a:lvl1pPr>
          </a:lstStyle>
          <a:p>
            <a:pPr>
              <a:defRPr/>
            </a:pPr>
            <a:fld id="{3B5A3FFD-F111-4B95-BE83-519CA00046D3}" type="slidenum">
              <a:rPr lang="en-US" altLang="zh-CN"/>
              <a:pPr>
                <a:defRPr/>
              </a:pPr>
              <a:t>‹#›</a:t>
            </a:fld>
            <a:endParaRPr lang="en-US" altLang="zh-CN"/>
          </a:p>
        </p:txBody>
      </p:sp>
    </p:spTree>
    <p:extLst>
      <p:ext uri="{BB962C8B-B14F-4D97-AF65-F5344CB8AC3E}">
        <p14:creationId xmlns:p14="http://schemas.microsoft.com/office/powerpoint/2010/main" val="2512869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E77414E1-478E-5CDD-9DAF-5144D1D3BB4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a:extLst>
              <a:ext uri="{FF2B5EF4-FFF2-40B4-BE49-F238E27FC236}">
                <a16:creationId xmlns:a16="http://schemas.microsoft.com/office/drawing/2014/main" id="{02BC615C-EEED-62C6-E7FF-D87ABF8A457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00C916B5-2C6E-2192-9522-ECEB3408A5E4}"/>
              </a:ext>
            </a:extLst>
          </p:cNvPr>
          <p:cNvSpPr>
            <a:spLocks noGrp="1" noChangeArrowheads="1"/>
          </p:cNvSpPr>
          <p:nvPr>
            <p:ph type="sldNum" sz="quarter" idx="12"/>
          </p:nvPr>
        </p:nvSpPr>
        <p:spPr>
          <a:ln/>
        </p:spPr>
        <p:txBody>
          <a:bodyPr/>
          <a:lstStyle>
            <a:lvl1pPr>
              <a:defRPr/>
            </a:lvl1pPr>
          </a:lstStyle>
          <a:p>
            <a:pPr>
              <a:defRPr/>
            </a:pPr>
            <a:fld id="{75409388-7A1E-450F-81C5-4C821F97B9F2}" type="slidenum">
              <a:rPr lang="en-US" altLang="zh-CN"/>
              <a:pPr>
                <a:defRPr/>
              </a:pPr>
              <a:t>‹#›</a:t>
            </a:fld>
            <a:endParaRPr lang="en-US" altLang="zh-CN"/>
          </a:p>
        </p:txBody>
      </p:sp>
    </p:spTree>
    <p:extLst>
      <p:ext uri="{BB962C8B-B14F-4D97-AF65-F5344CB8AC3E}">
        <p14:creationId xmlns:p14="http://schemas.microsoft.com/office/powerpoint/2010/main" val="2106711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0">
            <a:extLst>
              <a:ext uri="{FF2B5EF4-FFF2-40B4-BE49-F238E27FC236}">
                <a16:creationId xmlns:a16="http://schemas.microsoft.com/office/drawing/2014/main" id="{B0D99630-9B39-F239-120C-E9AD81494BE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30279F52-3DC0-9644-F100-D91E250FE6A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E6A8B784-280F-883C-5527-5EAB78124EF1}"/>
              </a:ext>
            </a:extLst>
          </p:cNvPr>
          <p:cNvSpPr>
            <a:spLocks noGrp="1" noChangeArrowheads="1"/>
          </p:cNvSpPr>
          <p:nvPr>
            <p:ph type="sldNum" sz="quarter" idx="12"/>
          </p:nvPr>
        </p:nvSpPr>
        <p:spPr>
          <a:ln/>
        </p:spPr>
        <p:txBody>
          <a:bodyPr/>
          <a:lstStyle>
            <a:lvl1pPr>
              <a:defRPr/>
            </a:lvl1pPr>
          </a:lstStyle>
          <a:p>
            <a:pPr>
              <a:defRPr/>
            </a:pPr>
            <a:fld id="{2DB2B259-56DE-489C-BFBB-40CB73A35918}" type="slidenum">
              <a:rPr lang="en-US" altLang="zh-CN"/>
              <a:pPr>
                <a:defRPr/>
              </a:pPr>
              <a:t>‹#›</a:t>
            </a:fld>
            <a:endParaRPr lang="en-US" altLang="zh-CN"/>
          </a:p>
        </p:txBody>
      </p:sp>
    </p:spTree>
    <p:extLst>
      <p:ext uri="{BB962C8B-B14F-4D97-AF65-F5344CB8AC3E}">
        <p14:creationId xmlns:p14="http://schemas.microsoft.com/office/powerpoint/2010/main" val="2032293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0">
            <a:extLst>
              <a:ext uri="{FF2B5EF4-FFF2-40B4-BE49-F238E27FC236}">
                <a16:creationId xmlns:a16="http://schemas.microsoft.com/office/drawing/2014/main" id="{4A31F260-6CEA-0A69-B34B-36BD37C4114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B562790C-304B-AA1E-46EE-5A267F21FD3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30F5A218-C7BB-ACE6-240E-C8CC4A203088}"/>
              </a:ext>
            </a:extLst>
          </p:cNvPr>
          <p:cNvSpPr>
            <a:spLocks noGrp="1" noChangeArrowheads="1"/>
          </p:cNvSpPr>
          <p:nvPr>
            <p:ph type="sldNum" sz="quarter" idx="12"/>
          </p:nvPr>
        </p:nvSpPr>
        <p:spPr>
          <a:ln/>
        </p:spPr>
        <p:txBody>
          <a:bodyPr/>
          <a:lstStyle>
            <a:lvl1pPr>
              <a:defRPr/>
            </a:lvl1pPr>
          </a:lstStyle>
          <a:p>
            <a:pPr>
              <a:defRPr/>
            </a:pPr>
            <a:fld id="{19EF3316-7764-474B-B767-F51DC8EBD58C}" type="slidenum">
              <a:rPr lang="en-US" altLang="zh-CN"/>
              <a:pPr>
                <a:defRPr/>
              </a:pPr>
              <a:t>‹#›</a:t>
            </a:fld>
            <a:endParaRPr lang="en-US" altLang="zh-CN"/>
          </a:p>
        </p:txBody>
      </p:sp>
    </p:spTree>
    <p:extLst>
      <p:ext uri="{BB962C8B-B14F-4D97-AF65-F5344CB8AC3E}">
        <p14:creationId xmlns:p14="http://schemas.microsoft.com/office/powerpoint/2010/main" val="837579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0">
            <a:extLst>
              <a:ext uri="{FF2B5EF4-FFF2-40B4-BE49-F238E27FC236}">
                <a16:creationId xmlns:a16="http://schemas.microsoft.com/office/drawing/2014/main" id="{D2FA5A04-E7FF-0246-6C89-A5EF106A11A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F2B43230-61A0-271C-9210-D966C5A868D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5F2AD78E-D224-C700-AE79-D8ACCA663B4C}"/>
              </a:ext>
            </a:extLst>
          </p:cNvPr>
          <p:cNvSpPr>
            <a:spLocks noGrp="1" noChangeArrowheads="1"/>
          </p:cNvSpPr>
          <p:nvPr>
            <p:ph type="sldNum" sz="quarter" idx="12"/>
          </p:nvPr>
        </p:nvSpPr>
        <p:spPr>
          <a:ln/>
        </p:spPr>
        <p:txBody>
          <a:bodyPr/>
          <a:lstStyle>
            <a:lvl1pPr>
              <a:defRPr/>
            </a:lvl1pPr>
          </a:lstStyle>
          <a:p>
            <a:pPr>
              <a:defRPr/>
            </a:pPr>
            <a:fld id="{969B8739-EA45-4656-8E08-A09897A7C26D}" type="slidenum">
              <a:rPr lang="en-US" altLang="zh-CN"/>
              <a:pPr>
                <a:defRPr/>
              </a:pPr>
              <a:t>‹#›</a:t>
            </a:fld>
            <a:endParaRPr lang="en-US" altLang="zh-CN"/>
          </a:p>
        </p:txBody>
      </p:sp>
    </p:spTree>
    <p:extLst>
      <p:ext uri="{BB962C8B-B14F-4D97-AF65-F5344CB8AC3E}">
        <p14:creationId xmlns:p14="http://schemas.microsoft.com/office/powerpoint/2010/main" val="2495111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0">
            <a:extLst>
              <a:ext uri="{FF2B5EF4-FFF2-40B4-BE49-F238E27FC236}">
                <a16:creationId xmlns:a16="http://schemas.microsoft.com/office/drawing/2014/main" id="{BF702C09-C76E-351F-9973-34594B7C8C8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69FE79D2-C739-D0B0-BC57-20E450377E8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515072BF-339E-55DD-8EAD-96531316E350}"/>
              </a:ext>
            </a:extLst>
          </p:cNvPr>
          <p:cNvSpPr>
            <a:spLocks noGrp="1" noChangeArrowheads="1"/>
          </p:cNvSpPr>
          <p:nvPr>
            <p:ph type="sldNum" sz="quarter" idx="12"/>
          </p:nvPr>
        </p:nvSpPr>
        <p:spPr>
          <a:ln/>
        </p:spPr>
        <p:txBody>
          <a:bodyPr/>
          <a:lstStyle>
            <a:lvl1pPr>
              <a:defRPr/>
            </a:lvl1pPr>
          </a:lstStyle>
          <a:p>
            <a:pPr>
              <a:defRPr/>
            </a:pPr>
            <a:fld id="{38F35E68-F1A0-4CD4-BAA8-E68B584009CF}" type="slidenum">
              <a:rPr lang="en-US" altLang="zh-CN"/>
              <a:pPr>
                <a:defRPr/>
              </a:pPr>
              <a:t>‹#›</a:t>
            </a:fld>
            <a:endParaRPr lang="en-US" altLang="zh-CN"/>
          </a:p>
        </p:txBody>
      </p:sp>
    </p:spTree>
    <p:extLst>
      <p:ext uri="{BB962C8B-B14F-4D97-AF65-F5344CB8AC3E}">
        <p14:creationId xmlns:p14="http://schemas.microsoft.com/office/powerpoint/2010/main" val="13315237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40">
            <a:extLst>
              <a:ext uri="{FF2B5EF4-FFF2-40B4-BE49-F238E27FC236}">
                <a16:creationId xmlns:a16="http://schemas.microsoft.com/office/drawing/2014/main" id="{F94BA6B8-53E1-73FB-0C01-760B280544F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57FB0765-FAE5-7FDF-1398-3E467B77C78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99DB1BC7-BA76-75DE-049D-E049273825E3}"/>
              </a:ext>
            </a:extLst>
          </p:cNvPr>
          <p:cNvSpPr>
            <a:spLocks noGrp="1" noChangeArrowheads="1"/>
          </p:cNvSpPr>
          <p:nvPr>
            <p:ph type="sldNum" sz="quarter" idx="12"/>
          </p:nvPr>
        </p:nvSpPr>
        <p:spPr>
          <a:ln/>
        </p:spPr>
        <p:txBody>
          <a:bodyPr/>
          <a:lstStyle>
            <a:lvl1pPr>
              <a:defRPr/>
            </a:lvl1pPr>
          </a:lstStyle>
          <a:p>
            <a:pPr>
              <a:defRPr/>
            </a:pPr>
            <a:fld id="{2F6D7896-F94E-40FE-82EA-D0642E3B32C3}" type="slidenum">
              <a:rPr lang="en-US" altLang="zh-CN"/>
              <a:pPr>
                <a:defRPr/>
              </a:pPr>
              <a:t>‹#›</a:t>
            </a:fld>
            <a:endParaRPr lang="en-US" altLang="zh-CN"/>
          </a:p>
        </p:txBody>
      </p:sp>
    </p:spTree>
    <p:extLst>
      <p:ext uri="{BB962C8B-B14F-4D97-AF65-F5344CB8AC3E}">
        <p14:creationId xmlns:p14="http://schemas.microsoft.com/office/powerpoint/2010/main" val="1877075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noProof="1"/>
              <a:t>单击此处编辑母版标题样式</a:t>
            </a:r>
          </a:p>
        </p:txBody>
      </p:sp>
      <p:sp>
        <p:nvSpPr>
          <p:cNvPr id="3" name="表格占位符 2"/>
          <p:cNvSpPr>
            <a:spLocks noGrp="1"/>
          </p:cNvSpPr>
          <p:nvPr>
            <p:ph type="tbl" idx="1"/>
          </p:nvPr>
        </p:nvSpPr>
        <p:spPr>
          <a:xfrm>
            <a:off x="457200" y="1600200"/>
            <a:ext cx="8229600" cy="4530725"/>
          </a:xfrm>
        </p:spPr>
        <p:txBody>
          <a:bodyPr/>
          <a:lstStyle/>
          <a:p>
            <a:pPr lvl="0"/>
            <a:endParaRPr lang="zh-CN" altLang="en-US" noProof="0"/>
          </a:p>
        </p:txBody>
      </p:sp>
      <p:sp>
        <p:nvSpPr>
          <p:cNvPr id="4" name="Rectangle 40">
            <a:extLst>
              <a:ext uri="{FF2B5EF4-FFF2-40B4-BE49-F238E27FC236}">
                <a16:creationId xmlns:a16="http://schemas.microsoft.com/office/drawing/2014/main" id="{5E6BDDBA-F80C-D3E2-F4CC-409857C1399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24F81250-079D-FD99-FC23-FDEB514DE6C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C2E9A36B-143A-2CAF-BF9F-54564A782675}"/>
              </a:ext>
            </a:extLst>
          </p:cNvPr>
          <p:cNvSpPr>
            <a:spLocks noGrp="1" noChangeArrowheads="1"/>
          </p:cNvSpPr>
          <p:nvPr>
            <p:ph type="sldNum" sz="quarter" idx="12"/>
          </p:nvPr>
        </p:nvSpPr>
        <p:spPr>
          <a:ln/>
        </p:spPr>
        <p:txBody>
          <a:bodyPr/>
          <a:lstStyle>
            <a:lvl1pPr>
              <a:defRPr/>
            </a:lvl1pPr>
          </a:lstStyle>
          <a:p>
            <a:pPr>
              <a:defRPr/>
            </a:pPr>
            <a:fld id="{440702C8-B612-4E24-81DB-3CEA9A2BCA5F}" type="slidenum">
              <a:rPr lang="en-US" altLang="zh-CN"/>
              <a:pPr>
                <a:defRPr/>
              </a:pPr>
              <a:t>‹#›</a:t>
            </a:fld>
            <a:endParaRPr lang="en-US" altLang="zh-CN"/>
          </a:p>
        </p:txBody>
      </p:sp>
    </p:spTree>
    <p:extLst>
      <p:ext uri="{BB962C8B-B14F-4D97-AF65-F5344CB8AC3E}">
        <p14:creationId xmlns:p14="http://schemas.microsoft.com/office/powerpoint/2010/main" val="2006678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004D99"/>
            </a:gs>
            <a:gs pos="90401">
              <a:srgbClr val="002C57"/>
            </a:gs>
            <a:gs pos="100000">
              <a:srgbClr val="002850"/>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A1D1A32F-1B1C-47FC-B02D-6D7BEE27B749}"/>
              </a:ext>
            </a:extLst>
          </p:cNvPr>
          <p:cNvGrpSpPr>
            <a:grpSpLocks/>
          </p:cNvGrpSpPr>
          <p:nvPr/>
        </p:nvGrpSpPr>
        <p:grpSpPr bwMode="auto">
          <a:xfrm>
            <a:off x="1588" y="0"/>
            <a:ext cx="9148762" cy="6851650"/>
            <a:chOff x="1" y="0"/>
            <a:chExt cx="5763" cy="4316"/>
          </a:xfrm>
        </p:grpSpPr>
        <p:sp>
          <p:nvSpPr>
            <p:cNvPr id="399363" name="Freeform 3">
              <a:extLst>
                <a:ext uri="{FF2B5EF4-FFF2-40B4-BE49-F238E27FC236}">
                  <a16:creationId xmlns:a16="http://schemas.microsoft.com/office/drawing/2014/main" id="{D5E28ABB-E2B9-1E45-D51B-1874284D8937}"/>
                </a:ext>
              </a:extLst>
            </p:cNvPr>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64" name="Freeform 4">
              <a:extLst>
                <a:ext uri="{FF2B5EF4-FFF2-40B4-BE49-F238E27FC236}">
                  <a16:creationId xmlns:a16="http://schemas.microsoft.com/office/drawing/2014/main" id="{B95CD4B4-136B-F07B-74D9-9FD070D3C0E8}"/>
                </a:ext>
              </a:extLst>
            </p:cNvPr>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65" name="Freeform 5">
              <a:extLst>
                <a:ext uri="{FF2B5EF4-FFF2-40B4-BE49-F238E27FC236}">
                  <a16:creationId xmlns:a16="http://schemas.microsoft.com/office/drawing/2014/main" id="{F9115DD7-5F21-E5C1-A3F3-D7F837A9745A}"/>
                </a:ext>
              </a:extLst>
            </p:cNvPr>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grpSp>
          <p:nvGrpSpPr>
            <p:cNvPr id="1035" name="Group 6">
              <a:extLst>
                <a:ext uri="{FF2B5EF4-FFF2-40B4-BE49-F238E27FC236}">
                  <a16:creationId xmlns:a16="http://schemas.microsoft.com/office/drawing/2014/main" id="{DB8F4021-BA78-F0BF-7863-0839FA8BFD81}"/>
                </a:ext>
              </a:extLst>
            </p:cNvPr>
            <p:cNvGrpSpPr>
              <a:grpSpLocks/>
            </p:cNvGrpSpPr>
            <p:nvPr/>
          </p:nvGrpSpPr>
          <p:grpSpPr bwMode="auto">
            <a:xfrm>
              <a:off x="288" y="0"/>
              <a:ext cx="5098" cy="4316"/>
              <a:chOff x="288" y="0"/>
              <a:chExt cx="5098" cy="4316"/>
            </a:xfrm>
          </p:grpSpPr>
          <p:sp>
            <p:nvSpPr>
              <p:cNvPr id="399367" name="Freeform 7">
                <a:extLst>
                  <a:ext uri="{FF2B5EF4-FFF2-40B4-BE49-F238E27FC236}">
                    <a16:creationId xmlns:a16="http://schemas.microsoft.com/office/drawing/2014/main" id="{82881EC9-2993-5CFA-6B4A-4197F0AB1D55}"/>
                  </a:ext>
                </a:extLst>
              </p:cNvPr>
              <p:cNvSpPr/>
              <p:nvPr/>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68" name="Freeform 8">
                <a:extLst>
                  <a:ext uri="{FF2B5EF4-FFF2-40B4-BE49-F238E27FC236}">
                    <a16:creationId xmlns:a16="http://schemas.microsoft.com/office/drawing/2014/main" id="{8ABF318E-1BE3-A83A-6862-17EB240BFE31}"/>
                  </a:ext>
                </a:extLst>
              </p:cNvPr>
              <p:cNvSpPr/>
              <p:nvPr/>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69" name="Freeform 9">
                <a:extLst>
                  <a:ext uri="{FF2B5EF4-FFF2-40B4-BE49-F238E27FC236}">
                    <a16:creationId xmlns:a16="http://schemas.microsoft.com/office/drawing/2014/main" id="{FB941556-EC63-F354-2DEF-A7FA0709B332}"/>
                  </a:ext>
                </a:extLst>
              </p:cNvPr>
              <p:cNvSpPr/>
              <p:nvPr/>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0" name="Freeform 10">
                <a:extLst>
                  <a:ext uri="{FF2B5EF4-FFF2-40B4-BE49-F238E27FC236}">
                    <a16:creationId xmlns:a16="http://schemas.microsoft.com/office/drawing/2014/main" id="{FB17E935-4CE4-4BC6-4E92-90BFF8AA0C6B}"/>
                  </a:ext>
                </a:extLst>
              </p:cNvPr>
              <p:cNvSpPr/>
              <p:nvPr/>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1" name="Freeform 11">
                <a:extLst>
                  <a:ext uri="{FF2B5EF4-FFF2-40B4-BE49-F238E27FC236}">
                    <a16:creationId xmlns:a16="http://schemas.microsoft.com/office/drawing/2014/main" id="{DA2636DA-E88C-3F6B-98E0-7153AC07622A}"/>
                  </a:ext>
                </a:extLst>
              </p:cNvPr>
              <p:cNvSpPr/>
              <p:nvPr/>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2" name="Freeform 12">
                <a:extLst>
                  <a:ext uri="{FF2B5EF4-FFF2-40B4-BE49-F238E27FC236}">
                    <a16:creationId xmlns:a16="http://schemas.microsoft.com/office/drawing/2014/main" id="{AA2DE909-900B-9C0C-97FB-3A97373EFECD}"/>
                  </a:ext>
                </a:extLst>
              </p:cNvPr>
              <p:cNvSpPr/>
              <p:nvPr/>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3" name="Freeform 13">
                <a:extLst>
                  <a:ext uri="{FF2B5EF4-FFF2-40B4-BE49-F238E27FC236}">
                    <a16:creationId xmlns:a16="http://schemas.microsoft.com/office/drawing/2014/main" id="{110964C8-2DB2-30AA-F35E-4727871A0E1F}"/>
                  </a:ext>
                </a:extLst>
              </p:cNvPr>
              <p:cNvSpPr/>
              <p:nvPr/>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4" name="Freeform 14">
                <a:extLst>
                  <a:ext uri="{FF2B5EF4-FFF2-40B4-BE49-F238E27FC236}">
                    <a16:creationId xmlns:a16="http://schemas.microsoft.com/office/drawing/2014/main" id="{6D5F2996-FF4A-0789-EF2E-473D41E82B42}"/>
                  </a:ext>
                </a:extLst>
              </p:cNvPr>
              <p:cNvSpPr/>
              <p:nvPr/>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5" name="Freeform 15">
                <a:extLst>
                  <a:ext uri="{FF2B5EF4-FFF2-40B4-BE49-F238E27FC236}">
                    <a16:creationId xmlns:a16="http://schemas.microsoft.com/office/drawing/2014/main" id="{72B2143E-9B00-C17A-AF1B-716F1D9D08B1}"/>
                  </a:ext>
                </a:extLst>
              </p:cNvPr>
              <p:cNvSpPr/>
              <p:nvPr/>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6" name="Freeform 16">
                <a:extLst>
                  <a:ext uri="{FF2B5EF4-FFF2-40B4-BE49-F238E27FC236}">
                    <a16:creationId xmlns:a16="http://schemas.microsoft.com/office/drawing/2014/main" id="{6D23A59E-81A0-3C51-E4FB-42C70CB81703}"/>
                  </a:ext>
                </a:extLst>
              </p:cNvPr>
              <p:cNvSpPr/>
              <p:nvPr/>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7" name="Freeform 17">
                <a:extLst>
                  <a:ext uri="{FF2B5EF4-FFF2-40B4-BE49-F238E27FC236}">
                    <a16:creationId xmlns:a16="http://schemas.microsoft.com/office/drawing/2014/main" id="{937F61B7-77D2-2DA6-C938-9C4434844085}"/>
                  </a:ext>
                </a:extLst>
              </p:cNvPr>
              <p:cNvSpPr/>
              <p:nvPr/>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8" name="Freeform 18">
                <a:extLst>
                  <a:ext uri="{FF2B5EF4-FFF2-40B4-BE49-F238E27FC236}">
                    <a16:creationId xmlns:a16="http://schemas.microsoft.com/office/drawing/2014/main" id="{6931B9FD-47CB-1960-439F-BB7444CDC5F0}"/>
                  </a:ext>
                </a:extLst>
              </p:cNvPr>
              <p:cNvSpPr/>
              <p:nvPr/>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79" name="Freeform 19">
                <a:extLst>
                  <a:ext uri="{FF2B5EF4-FFF2-40B4-BE49-F238E27FC236}">
                    <a16:creationId xmlns:a16="http://schemas.microsoft.com/office/drawing/2014/main" id="{39CC4B07-80E8-8F05-8913-09522EF5AEC3}"/>
                  </a:ext>
                </a:extLst>
              </p:cNvPr>
              <p:cNvSpPr/>
              <p:nvPr/>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grpSp>
        <p:sp>
          <p:nvSpPr>
            <p:cNvPr id="399380" name="Freeform 20">
              <a:extLst>
                <a:ext uri="{FF2B5EF4-FFF2-40B4-BE49-F238E27FC236}">
                  <a16:creationId xmlns:a16="http://schemas.microsoft.com/office/drawing/2014/main" id="{1C7F43CD-569A-3B59-3B9D-A12EC1607FB6}"/>
                </a:ext>
              </a:extLst>
            </p:cNvPr>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81" name="Freeform 21">
              <a:extLst>
                <a:ext uri="{FF2B5EF4-FFF2-40B4-BE49-F238E27FC236}">
                  <a16:creationId xmlns:a16="http://schemas.microsoft.com/office/drawing/2014/main" id="{78A91762-B5F5-9A06-87B3-5B92899CB263}"/>
                </a:ext>
              </a:extLst>
            </p:cNvPr>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399382" name="Freeform 22">
              <a:extLst>
                <a:ext uri="{FF2B5EF4-FFF2-40B4-BE49-F238E27FC236}">
                  <a16:creationId xmlns:a16="http://schemas.microsoft.com/office/drawing/2014/main" id="{EB6730E3-79B7-E6CF-A47C-73A9032822B5}"/>
                </a:ext>
              </a:extLst>
            </p:cNvPr>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1047" name="Freeform 23">
              <a:extLst>
                <a:ext uri="{FF2B5EF4-FFF2-40B4-BE49-F238E27FC236}">
                  <a16:creationId xmlns:a16="http://schemas.microsoft.com/office/drawing/2014/main" id="{6E5AA92F-40B5-88CA-9F11-DF4CBAF2E33A}"/>
                </a:ext>
              </a:extLst>
            </p:cNvPr>
            <p:cNvSpPr>
              <a:spLocks noChangeArrowheads="1"/>
            </p:cNvSpPr>
            <p:nvPr/>
          </p:nvSpPr>
          <p:spPr bwMode="auto">
            <a:xfrm>
              <a:off x="5041" y="0"/>
              <a:ext cx="719" cy="845"/>
            </a:xfrm>
            <a:custGeom>
              <a:avLst/>
              <a:gdLst>
                <a:gd name="T0" fmla="*/ 717 w 717"/>
                <a:gd name="T1" fmla="*/ 845 h 845"/>
                <a:gd name="T2" fmla="*/ 717 w 717"/>
                <a:gd name="T3" fmla="*/ 821 h 845"/>
                <a:gd name="T4" fmla="*/ 574 w 717"/>
                <a:gd name="T5" fmla="*/ 605 h 845"/>
                <a:gd name="T6" fmla="*/ 406 w 717"/>
                <a:gd name="T7" fmla="*/ 396 h 845"/>
                <a:gd name="T8" fmla="*/ 221 w 717"/>
                <a:gd name="T9" fmla="*/ 192 h 845"/>
                <a:gd name="T10" fmla="*/ 17 w 717"/>
                <a:gd name="T11" fmla="*/ 0 h 845"/>
                <a:gd name="T12" fmla="*/ 0 w 717"/>
                <a:gd name="T13" fmla="*/ 0 h 845"/>
                <a:gd name="T14" fmla="*/ 209 w 717"/>
                <a:gd name="T15" fmla="*/ 198 h 845"/>
                <a:gd name="T16" fmla="*/ 400 w 717"/>
                <a:gd name="T17" fmla="*/ 408 h 845"/>
                <a:gd name="T18" fmla="*/ 568 w 717"/>
                <a:gd name="T19" fmla="*/ 623 h 845"/>
                <a:gd name="T20" fmla="*/ 717 w 717"/>
                <a:gd name="T21" fmla="*/ 845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buFont typeface="Arial" panose="020B0604020202020204" pitchFamily="34" charset="0"/>
                <a:buNone/>
                <a:defRPr/>
              </a:pPr>
              <a:endParaRPr lang="zh-CN" altLang="en-US"/>
            </a:p>
          </p:txBody>
        </p:sp>
        <p:sp>
          <p:nvSpPr>
            <p:cNvPr id="1048" name="Freeform 24">
              <a:extLst>
                <a:ext uri="{FF2B5EF4-FFF2-40B4-BE49-F238E27FC236}">
                  <a16:creationId xmlns:a16="http://schemas.microsoft.com/office/drawing/2014/main" id="{4C54BF64-D35D-B26B-B2CB-725E979ED088}"/>
                </a:ext>
              </a:extLst>
            </p:cNvPr>
            <p:cNvSpPr>
              <a:spLocks noChangeArrowheads="1"/>
            </p:cNvSpPr>
            <p:nvPr/>
          </p:nvSpPr>
          <p:spPr bwMode="auto">
            <a:xfrm>
              <a:off x="5352" y="0"/>
              <a:ext cx="408" cy="414"/>
            </a:xfrm>
            <a:custGeom>
              <a:avLst/>
              <a:gdLst>
                <a:gd name="T0" fmla="*/ 407 w 407"/>
                <a:gd name="T1" fmla="*/ 414 h 414"/>
                <a:gd name="T2" fmla="*/ 407 w 407"/>
                <a:gd name="T3" fmla="*/ 396 h 414"/>
                <a:gd name="T4" fmla="*/ 222 w 407"/>
                <a:gd name="T5" fmla="*/ 192 h 414"/>
                <a:gd name="T6" fmla="*/ 12 w 407"/>
                <a:gd name="T7" fmla="*/ 0 h 414"/>
                <a:gd name="T8" fmla="*/ 0 w 407"/>
                <a:gd name="T9" fmla="*/ 0 h 414"/>
                <a:gd name="T10" fmla="*/ 108 w 407"/>
                <a:gd name="T11" fmla="*/ 102 h 414"/>
                <a:gd name="T12" fmla="*/ 216 w 407"/>
                <a:gd name="T13" fmla="*/ 204 h 414"/>
                <a:gd name="T14" fmla="*/ 407 w 407"/>
                <a:gd name="T15" fmla="*/ 414 h 4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buFont typeface="Arial" panose="020B0604020202020204" pitchFamily="34" charset="0"/>
                <a:buNone/>
                <a:defRPr/>
              </a:pPr>
              <a:endParaRPr lang="zh-CN" altLang="en-US"/>
            </a:p>
          </p:txBody>
        </p:sp>
        <p:sp>
          <p:nvSpPr>
            <p:cNvPr id="399385" name="Freeform 25">
              <a:extLst>
                <a:ext uri="{FF2B5EF4-FFF2-40B4-BE49-F238E27FC236}">
                  <a16:creationId xmlns:a16="http://schemas.microsoft.com/office/drawing/2014/main" id="{78CCF5C4-F2E0-4610-F652-8CF79F881EB2}"/>
                </a:ext>
              </a:extLst>
            </p:cNvPr>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ln>
          </p:spPr>
          <p:txBody>
            <a:bodyPr/>
            <a:lstStyle/>
            <a:p>
              <a:pPr eaLnBrk="1" hangingPunct="1">
                <a:defRPr/>
              </a:pPr>
              <a:endParaRPr lang="zh-CN" altLang="en-US">
                <a:latin typeface="Verdana" panose="020B0804030504040204" pitchFamily="34" charset="0"/>
                <a:ea typeface="宋体" charset="-122"/>
              </a:endParaRPr>
            </a:p>
          </p:txBody>
        </p:sp>
        <p:sp>
          <p:nvSpPr>
            <p:cNvPr id="1050" name="Freeform 26">
              <a:extLst>
                <a:ext uri="{FF2B5EF4-FFF2-40B4-BE49-F238E27FC236}">
                  <a16:creationId xmlns:a16="http://schemas.microsoft.com/office/drawing/2014/main" id="{AF519ACA-6AA3-D9D1-93B3-DFA7B4E082B4}"/>
                </a:ext>
              </a:extLst>
            </p:cNvPr>
            <p:cNvSpPr>
              <a:spLocks noChangeArrowheads="1"/>
            </p:cNvSpPr>
            <p:nvPr/>
          </p:nvSpPr>
          <p:spPr bwMode="auto">
            <a:xfrm>
              <a:off x="6" y="0"/>
              <a:ext cx="588" cy="599"/>
            </a:xfrm>
            <a:custGeom>
              <a:avLst/>
              <a:gdLst>
                <a:gd name="T0" fmla="*/ 586 w 586"/>
                <a:gd name="T1" fmla="*/ 0 h 599"/>
                <a:gd name="T2" fmla="*/ 568 w 586"/>
                <a:gd name="T3" fmla="*/ 0 h 599"/>
                <a:gd name="T4" fmla="*/ 407 w 586"/>
                <a:gd name="T5" fmla="*/ 132 h 599"/>
                <a:gd name="T6" fmla="*/ 257 w 586"/>
                <a:gd name="T7" fmla="*/ 270 h 599"/>
                <a:gd name="T8" fmla="*/ 120 w 586"/>
                <a:gd name="T9" fmla="*/ 420 h 599"/>
                <a:gd name="T10" fmla="*/ 0 w 586"/>
                <a:gd name="T11" fmla="*/ 575 h 599"/>
                <a:gd name="T12" fmla="*/ 0 w 586"/>
                <a:gd name="T13" fmla="*/ 599 h 599"/>
                <a:gd name="T14" fmla="*/ 120 w 586"/>
                <a:gd name="T15" fmla="*/ 432 h 599"/>
                <a:gd name="T16" fmla="*/ 257 w 586"/>
                <a:gd name="T17" fmla="*/ 282 h 599"/>
                <a:gd name="T18" fmla="*/ 413 w 586"/>
                <a:gd name="T19" fmla="*/ 138 h 599"/>
                <a:gd name="T20" fmla="*/ 586 w 586"/>
                <a:gd name="T21"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buFont typeface="Arial" panose="020B0604020202020204" pitchFamily="34" charset="0"/>
                <a:buNone/>
                <a:defRPr/>
              </a:pPr>
              <a:endParaRPr lang="zh-CN" altLang="en-US"/>
            </a:p>
          </p:txBody>
        </p:sp>
        <p:sp>
          <p:nvSpPr>
            <p:cNvPr id="1051" name="Freeform 27">
              <a:extLst>
                <a:ext uri="{FF2B5EF4-FFF2-40B4-BE49-F238E27FC236}">
                  <a16:creationId xmlns:a16="http://schemas.microsoft.com/office/drawing/2014/main" id="{5C96FD02-F213-73A8-11A8-DDBA1611A7B8}"/>
                </a:ext>
              </a:extLst>
            </p:cNvPr>
            <p:cNvSpPr>
              <a:spLocks noChangeArrowheads="1"/>
            </p:cNvSpPr>
            <p:nvPr/>
          </p:nvSpPr>
          <p:spPr bwMode="auto">
            <a:xfrm>
              <a:off x="6" y="0"/>
              <a:ext cx="270" cy="252"/>
            </a:xfrm>
            <a:custGeom>
              <a:avLst/>
              <a:gdLst>
                <a:gd name="T0" fmla="*/ 269 w 269"/>
                <a:gd name="T1" fmla="*/ 0 h 252"/>
                <a:gd name="T2" fmla="*/ 251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69 w 269"/>
                <a:gd name="T15" fmla="*/ 0 h 2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eaLnBrk="0" hangingPunct="0">
                <a:defRPr>
                  <a:solidFill>
                    <a:schemeClr val="tx1"/>
                  </a:solidFill>
                  <a:latin typeface="Verdana" panose="020B0604030504040204" pitchFamily="34" charset="0"/>
                  <a:ea typeface="宋体" panose="02010600030101010101" pitchFamily="2" charset="-122"/>
                </a:defRPr>
              </a:lvl2pPr>
              <a:lvl3pPr eaLnBrk="0" hangingPunct="0">
                <a:defRPr>
                  <a:solidFill>
                    <a:schemeClr val="tx1"/>
                  </a:solidFill>
                  <a:latin typeface="Verdana" panose="020B0604030504040204" pitchFamily="34" charset="0"/>
                  <a:ea typeface="宋体" panose="02010600030101010101" pitchFamily="2" charset="-122"/>
                </a:defRPr>
              </a:lvl3pPr>
              <a:lvl4pPr eaLnBrk="0" hangingPunct="0">
                <a:defRPr>
                  <a:solidFill>
                    <a:schemeClr val="tx1"/>
                  </a:solidFill>
                  <a:latin typeface="Verdana" panose="020B0604030504040204" pitchFamily="34" charset="0"/>
                  <a:ea typeface="宋体" panose="02010600030101010101" pitchFamily="2" charset="-122"/>
                </a:defRPr>
              </a:lvl4pPr>
              <a:lvl5pPr eaLnBrk="0" hangingPunct="0">
                <a:defRPr>
                  <a:solidFill>
                    <a:schemeClr val="tx1"/>
                  </a:solidFill>
                  <a:latin typeface="Verdana" panose="020B060403050404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buFont typeface="Arial" panose="020B0604020202020204" pitchFamily="34" charset="0"/>
                <a:buNone/>
                <a:defRPr/>
              </a:pPr>
              <a:endParaRPr lang="zh-CN" altLang="en-US"/>
            </a:p>
          </p:txBody>
        </p:sp>
        <p:sp>
          <p:nvSpPr>
            <p:cNvPr id="1044" name="Line 28">
              <a:extLst>
                <a:ext uri="{FF2B5EF4-FFF2-40B4-BE49-F238E27FC236}">
                  <a16:creationId xmlns:a16="http://schemas.microsoft.com/office/drawing/2014/main" id="{E882C609-28EC-A7CA-5CF2-B0C59B11AF41}"/>
                </a:ext>
              </a:extLst>
            </p:cNvPr>
            <p:cNvSpPr>
              <a:spLocks noChangeShapeType="1"/>
            </p:cNvSpPr>
            <p:nvPr/>
          </p:nvSpPr>
          <p:spPr bwMode="auto">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a:extLst>
                <a:ext uri="{FF2B5EF4-FFF2-40B4-BE49-F238E27FC236}">
                  <a16:creationId xmlns:a16="http://schemas.microsoft.com/office/drawing/2014/main" id="{7D71EDCB-7428-D908-DCD7-01552E34EBFB}"/>
                </a:ext>
              </a:extLst>
            </p:cNvPr>
            <p:cNvSpPr>
              <a:spLocks noChangeShapeType="1"/>
            </p:cNvSpPr>
            <p:nvPr/>
          </p:nvSpPr>
          <p:spPr bwMode="auto">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a:extLst>
                <a:ext uri="{FF2B5EF4-FFF2-40B4-BE49-F238E27FC236}">
                  <a16:creationId xmlns:a16="http://schemas.microsoft.com/office/drawing/2014/main" id="{6203D3FC-3EE5-5E23-B296-33D1BC2E89FD}"/>
                </a:ext>
              </a:extLst>
            </p:cNvPr>
            <p:cNvSpPr>
              <a:spLocks noChangeShapeType="1"/>
            </p:cNvSpPr>
            <p:nvPr/>
          </p:nvSpPr>
          <p:spPr bwMode="auto">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 name="Group 31">
              <a:extLst>
                <a:ext uri="{FF2B5EF4-FFF2-40B4-BE49-F238E27FC236}">
                  <a16:creationId xmlns:a16="http://schemas.microsoft.com/office/drawing/2014/main" id="{F196F5E1-A3E0-E2D3-4768-67AB51373877}"/>
                </a:ext>
              </a:extLst>
            </p:cNvPr>
            <p:cNvGrpSpPr>
              <a:grpSpLocks/>
            </p:cNvGrpSpPr>
            <p:nvPr/>
          </p:nvGrpSpPr>
          <p:grpSpPr bwMode="auto">
            <a:xfrm>
              <a:off x="1" y="392"/>
              <a:ext cx="5758" cy="1571"/>
              <a:chOff x="1" y="392"/>
              <a:chExt cx="5758" cy="1571"/>
            </a:xfrm>
          </p:grpSpPr>
          <p:sp>
            <p:nvSpPr>
              <p:cNvPr id="3" name="Line 32">
                <a:extLst>
                  <a:ext uri="{FF2B5EF4-FFF2-40B4-BE49-F238E27FC236}">
                    <a16:creationId xmlns:a16="http://schemas.microsoft.com/office/drawing/2014/main" id="{DB7F1EC7-9298-C1E4-E86F-C5C6FDD39C03}"/>
                  </a:ext>
                </a:extLst>
              </p:cNvPr>
              <p:cNvSpPr>
                <a:spLocks noChangeShapeType="1"/>
              </p:cNvSpPr>
              <p:nvPr userDrawn="1"/>
            </p:nvSpPr>
            <p:spPr bwMode="auto">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 name="Line 33">
                <a:extLst>
                  <a:ext uri="{FF2B5EF4-FFF2-40B4-BE49-F238E27FC236}">
                    <a16:creationId xmlns:a16="http://schemas.microsoft.com/office/drawing/2014/main" id="{B14B1E83-3997-F820-96CD-15F64A1CD794}"/>
                  </a:ext>
                </a:extLst>
              </p:cNvPr>
              <p:cNvSpPr>
                <a:spLocks noChangeShapeType="1"/>
              </p:cNvSpPr>
              <p:nvPr userDrawn="1"/>
            </p:nvSpPr>
            <p:spPr bwMode="auto">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a:extLst>
                  <a:ext uri="{FF2B5EF4-FFF2-40B4-BE49-F238E27FC236}">
                    <a16:creationId xmlns:a16="http://schemas.microsoft.com/office/drawing/2014/main" id="{063E2508-43F9-160E-452F-F8474C6A1D61}"/>
                  </a:ext>
                </a:extLst>
              </p:cNvPr>
              <p:cNvSpPr>
                <a:spLocks noChangeShapeType="1"/>
              </p:cNvSpPr>
              <p:nvPr userDrawn="1"/>
            </p:nvSpPr>
            <p:spPr bwMode="auto">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a:extLst>
                  <a:ext uri="{FF2B5EF4-FFF2-40B4-BE49-F238E27FC236}">
                    <a16:creationId xmlns:a16="http://schemas.microsoft.com/office/drawing/2014/main" id="{C93BE8BF-BC5A-431C-ABAE-23019464BB76}"/>
                  </a:ext>
                </a:extLst>
              </p:cNvPr>
              <p:cNvSpPr>
                <a:spLocks noChangeShapeType="1"/>
              </p:cNvSpPr>
              <p:nvPr userDrawn="1"/>
            </p:nvSpPr>
            <p:spPr bwMode="auto">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a:extLst>
                  <a:ext uri="{FF2B5EF4-FFF2-40B4-BE49-F238E27FC236}">
                    <a16:creationId xmlns:a16="http://schemas.microsoft.com/office/drawing/2014/main" id="{B60BEAC4-E168-8517-E5C0-A022E41B9A30}"/>
                  </a:ext>
                </a:extLst>
              </p:cNvPr>
              <p:cNvSpPr>
                <a:spLocks noChangeShapeType="1"/>
              </p:cNvSpPr>
              <p:nvPr userDrawn="1"/>
            </p:nvSpPr>
            <p:spPr bwMode="auto">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 name="Line 37">
              <a:extLst>
                <a:ext uri="{FF2B5EF4-FFF2-40B4-BE49-F238E27FC236}">
                  <a16:creationId xmlns:a16="http://schemas.microsoft.com/office/drawing/2014/main" id="{7608CB04-000C-37F5-4458-063DF3F31635}"/>
                </a:ext>
              </a:extLst>
            </p:cNvPr>
            <p:cNvSpPr>
              <a:spLocks noChangeShapeType="1"/>
            </p:cNvSpPr>
            <p:nvPr/>
          </p:nvSpPr>
          <p:spPr bwMode="auto">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a:extLst>
                <a:ext uri="{FF2B5EF4-FFF2-40B4-BE49-F238E27FC236}">
                  <a16:creationId xmlns:a16="http://schemas.microsoft.com/office/drawing/2014/main" id="{2AF4919F-088C-F433-326F-B9EA9918F7EB}"/>
                </a:ext>
              </a:extLst>
            </p:cNvPr>
            <p:cNvSpPr>
              <a:spLocks noChangeShapeType="1"/>
            </p:cNvSpPr>
            <p:nvPr/>
          </p:nvSpPr>
          <p:spPr bwMode="auto">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99399" name="Rectangle 39">
            <a:extLst>
              <a:ext uri="{FF2B5EF4-FFF2-40B4-BE49-F238E27FC236}">
                <a16:creationId xmlns:a16="http://schemas.microsoft.com/office/drawing/2014/main" id="{96ACB0C5-2DB5-0CB9-0045-280DEAF2C1CE}"/>
              </a:ext>
            </a:extLst>
          </p:cNvPr>
          <p:cNvSpPr>
            <a:spLocks noGrp="1" noChangeArrowheads="1"/>
          </p:cNvSpPr>
          <p:nvPr>
            <p:ph type="title"/>
          </p:nvPr>
        </p:nvSpPr>
        <p:spPr bwMode="auto">
          <a:xfrm>
            <a:off x="457200" y="277813"/>
            <a:ext cx="8229600" cy="1139825"/>
          </a:xfrm>
          <a:prstGeom prst="rect">
            <a:avLst/>
          </a:prstGeom>
          <a:noFill/>
          <a:ln w="9525">
            <a:noFill/>
            <a:miter lim="800000"/>
          </a:ln>
          <a:effectLst/>
        </p:spPr>
        <p:txBody>
          <a:bodyPr vert="horz" wrap="square" lIns="91440" tIns="45720" rIns="91440" bIns="45720" numCol="1" anchor="ctr" anchorCtr="1" compatLnSpc="1"/>
          <a:lstStyle/>
          <a:p>
            <a:pPr lvl="0"/>
            <a:r>
              <a:rPr lang="zh-CN" altLang="en-US" noProof="1"/>
              <a:t>单击此处编辑母版标题样式</a:t>
            </a:r>
          </a:p>
        </p:txBody>
      </p:sp>
      <p:sp>
        <p:nvSpPr>
          <p:cNvPr id="399400" name="Rectangle 40">
            <a:extLst>
              <a:ext uri="{FF2B5EF4-FFF2-40B4-BE49-F238E27FC236}">
                <a16:creationId xmlns:a16="http://schemas.microsoft.com/office/drawing/2014/main" id="{FD7759D8-DC0E-58F2-E312-DAC262130D03}"/>
              </a:ext>
            </a:extLst>
          </p:cNvPr>
          <p:cNvSpPr>
            <a:spLocks noGrp="1" noChangeArrowheads="1"/>
          </p:cNvSpPr>
          <p:nvPr>
            <p:ph type="dt" sz="half" idx="2"/>
          </p:nvPr>
        </p:nvSpPr>
        <p:spPr bwMode="auto">
          <a:xfrm>
            <a:off x="457200" y="6243638"/>
            <a:ext cx="2133600" cy="457200"/>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sz="1000">
                <a:effectLst>
                  <a:outerShdw blurRad="38100" dist="38100" dir="2700000" algn="tl">
                    <a:srgbClr val="000000"/>
                  </a:outerShdw>
                </a:effectLst>
                <a:latin typeface="Verdana" panose="020B0804030504040204" pitchFamily="34" charset="0"/>
                <a:ea typeface="宋体" charset="-122"/>
              </a:defRPr>
            </a:lvl1pPr>
          </a:lstStyle>
          <a:p>
            <a:pPr>
              <a:defRPr/>
            </a:pPr>
            <a:endParaRPr lang="en-US" altLang="zh-CN"/>
          </a:p>
        </p:txBody>
      </p:sp>
      <p:sp>
        <p:nvSpPr>
          <p:cNvPr id="399401" name="Rectangle 41">
            <a:extLst>
              <a:ext uri="{FF2B5EF4-FFF2-40B4-BE49-F238E27FC236}">
                <a16:creationId xmlns:a16="http://schemas.microsoft.com/office/drawing/2014/main" id="{FB25B708-7C7B-7F88-379E-27DD371648D1}"/>
              </a:ext>
            </a:extLst>
          </p:cNvPr>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000">
                <a:effectLst>
                  <a:outerShdw blurRad="38100" dist="38100" dir="2700000" algn="tl">
                    <a:srgbClr val="000000"/>
                  </a:outerShdw>
                </a:effectLst>
                <a:latin typeface="Verdana" panose="020B0804030504040204" pitchFamily="34" charset="0"/>
                <a:ea typeface="宋体" charset="-122"/>
              </a:defRPr>
            </a:lvl1pPr>
          </a:lstStyle>
          <a:p>
            <a:pPr>
              <a:defRPr/>
            </a:pPr>
            <a:endParaRPr lang="en-US" altLang="zh-CN"/>
          </a:p>
        </p:txBody>
      </p:sp>
      <p:sp>
        <p:nvSpPr>
          <p:cNvPr id="399402" name="Rectangle 42">
            <a:extLst>
              <a:ext uri="{FF2B5EF4-FFF2-40B4-BE49-F238E27FC236}">
                <a16:creationId xmlns:a16="http://schemas.microsoft.com/office/drawing/2014/main" id="{F6A693F3-F85F-DC9B-85AA-27B0F746CF14}"/>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defRPr sz="1000" smtClean="0">
                <a:effectLst>
                  <a:outerShdw blurRad="38100" dist="38100" dir="2700000" algn="tl">
                    <a:srgbClr val="000000"/>
                  </a:outerShdw>
                </a:effectLst>
              </a:defRPr>
            </a:lvl1pPr>
          </a:lstStyle>
          <a:p>
            <a:pPr>
              <a:defRPr/>
            </a:pPr>
            <a:fld id="{970B4715-2331-42B1-B68F-66AB5C24BD40}" type="slidenum">
              <a:rPr lang="en-US" altLang="zh-CN"/>
              <a:pPr>
                <a:defRPr/>
              </a:pPr>
              <a:t>‹#›</a:t>
            </a:fld>
            <a:endParaRPr lang="en-US" altLang="zh-CN"/>
          </a:p>
        </p:txBody>
      </p:sp>
      <p:sp>
        <p:nvSpPr>
          <p:cNvPr id="399403" name="Rectangle 43">
            <a:extLst>
              <a:ext uri="{FF2B5EF4-FFF2-40B4-BE49-F238E27FC236}">
                <a16:creationId xmlns:a16="http://schemas.microsoft.com/office/drawing/2014/main" id="{6110D79B-1BD1-12BE-C5A3-CEFFE5AE461C}"/>
              </a:ext>
            </a:extLst>
          </p:cNvPr>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Tree>
  </p:cSld>
  <p:clrMap bg1="dk2" tx1="lt1" bg2="dk1" tx2="lt2" accent1="accent1" accent2="accent2" accent3="accent3" accent4="accent4" accent5="accent5" accent6="accent6" hlink="hlink" folHlink="folHlink"/>
  <p:sldLayoutIdLst>
    <p:sldLayoutId id="2147483731"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90204" pitchFamily="34" charset="0"/>
          <a:ea typeface="宋体"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90204" pitchFamily="34" charset="0"/>
          <a:ea typeface="宋体"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90204" pitchFamily="34" charset="0"/>
          <a:ea typeface="宋体"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90204" pitchFamily="34" charset="0"/>
          <a:ea typeface="宋体"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90204" pitchFamily="34" charset="0"/>
          <a:ea typeface="宋体"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90204" pitchFamily="34" charset="0"/>
          <a:ea typeface="宋体"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90204" pitchFamily="34" charset="0"/>
          <a:ea typeface="宋体"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90204" pitchFamily="34" charset="0"/>
          <a:ea typeface="宋体"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a:extLst>
              <a:ext uri="{FF2B5EF4-FFF2-40B4-BE49-F238E27FC236}">
                <a16:creationId xmlns:a16="http://schemas.microsoft.com/office/drawing/2014/main" id="{9EEAD19D-392C-3880-7B09-BADD653E34B6}"/>
              </a:ext>
            </a:extLst>
          </p:cNvPr>
          <p:cNvSpPr>
            <a:spLocks noGrp="1" noChangeArrowheads="1"/>
          </p:cNvSpPr>
          <p:nvPr>
            <p:ph type="ctrTitle" sz="quarter"/>
          </p:nvPr>
        </p:nvSpPr>
        <p:spPr/>
        <p:txBody>
          <a:bodyPr/>
          <a:lstStyle/>
          <a:p>
            <a:pPr eaLnBrk="1" hangingPunct="1">
              <a:defRPr/>
            </a:pPr>
            <a:r>
              <a:rPr lang="zh-CN" altLang="en-US"/>
              <a:t>多继承</a:t>
            </a:r>
          </a:p>
        </p:txBody>
      </p:sp>
      <p:sp>
        <p:nvSpPr>
          <p:cNvPr id="402435" name="Rectangle 3">
            <a:extLst>
              <a:ext uri="{FF2B5EF4-FFF2-40B4-BE49-F238E27FC236}">
                <a16:creationId xmlns:a16="http://schemas.microsoft.com/office/drawing/2014/main" id="{3140A73A-938D-5F8A-B9AD-4083EAE282F2}"/>
              </a:ext>
            </a:extLst>
          </p:cNvPr>
          <p:cNvSpPr>
            <a:spLocks noGrp="1" noChangeArrowheads="1"/>
          </p:cNvSpPr>
          <p:nvPr>
            <p:ph type="subTitle" sz="quarter" idx="1"/>
          </p:nvPr>
        </p:nvSpPr>
        <p:spPr/>
        <p:txBody>
          <a:bodyPr/>
          <a:lstStyle/>
          <a:p>
            <a:pPr eaLnBrk="1" hangingPunct="1">
              <a:defRPr/>
            </a:pPr>
            <a:endParaRPr lang="zh-CN"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6" name="Rectangle 2">
            <a:extLst>
              <a:ext uri="{FF2B5EF4-FFF2-40B4-BE49-F238E27FC236}">
                <a16:creationId xmlns:a16="http://schemas.microsoft.com/office/drawing/2014/main" id="{EAAED83D-4E10-F0F9-6C49-F6969756C0A8}"/>
              </a:ext>
            </a:extLst>
          </p:cNvPr>
          <p:cNvSpPr>
            <a:spLocks noGrp="1" noChangeArrowheads="1"/>
          </p:cNvSpPr>
          <p:nvPr>
            <p:ph type="title"/>
          </p:nvPr>
        </p:nvSpPr>
        <p:spPr>
          <a:xfrm>
            <a:off x="457200" y="115888"/>
            <a:ext cx="8229600" cy="1139825"/>
          </a:xfrm>
        </p:spPr>
        <p:txBody>
          <a:bodyPr/>
          <a:lstStyle/>
          <a:p>
            <a:pPr eaLnBrk="1" hangingPunct="1">
              <a:defRPr/>
            </a:pPr>
            <a:r>
              <a:rPr lang="zh-CN" altLang="en-US"/>
              <a:t>什么时候需要多继承？</a:t>
            </a:r>
          </a:p>
        </p:txBody>
      </p:sp>
      <p:sp>
        <p:nvSpPr>
          <p:cNvPr id="600067" name="Rectangle 3">
            <a:extLst>
              <a:ext uri="{FF2B5EF4-FFF2-40B4-BE49-F238E27FC236}">
                <a16:creationId xmlns:a16="http://schemas.microsoft.com/office/drawing/2014/main" id="{BEAA6A8B-9CBD-096E-BA25-27AE97EAB8DE}"/>
              </a:ext>
            </a:extLst>
          </p:cNvPr>
          <p:cNvSpPr>
            <a:spLocks noGrp="1" noChangeArrowheads="1"/>
          </p:cNvSpPr>
          <p:nvPr>
            <p:ph idx="1"/>
          </p:nvPr>
        </p:nvSpPr>
        <p:spPr>
          <a:xfrm>
            <a:off x="457200" y="1484313"/>
            <a:ext cx="8229600" cy="5257800"/>
          </a:xfrm>
        </p:spPr>
        <p:txBody>
          <a:bodyPr/>
          <a:lstStyle/>
          <a:p>
            <a:pPr eaLnBrk="1" hangingPunct="1">
              <a:lnSpc>
                <a:spcPct val="80000"/>
              </a:lnSpc>
              <a:defRPr/>
            </a:pPr>
            <a:r>
              <a:rPr lang="zh-CN" altLang="en-GB" sz="2800"/>
              <a:t>对于下面的两个类</a:t>
            </a:r>
            <a:r>
              <a:rPr lang="en-GB" altLang="zh-CN" sz="2800"/>
              <a:t>A</a:t>
            </a:r>
            <a:r>
              <a:rPr lang="zh-CN" altLang="en-GB" sz="2800"/>
              <a:t>和</a:t>
            </a:r>
            <a:r>
              <a:rPr lang="en-GB" altLang="zh-CN" sz="2800"/>
              <a:t>B</a:t>
            </a:r>
            <a:r>
              <a:rPr lang="zh-CN" altLang="en-GB" sz="2800"/>
              <a:t>：</a:t>
            </a:r>
          </a:p>
          <a:p>
            <a:pPr lvl="1" eaLnBrk="1" hangingPunct="1">
              <a:lnSpc>
                <a:spcPct val="80000"/>
              </a:lnSpc>
              <a:buFontTx/>
              <a:buNone/>
              <a:defRPr/>
            </a:pPr>
            <a:r>
              <a:rPr lang="en-GB" altLang="zh-CN" sz="2400"/>
              <a:t>class A</a:t>
            </a:r>
          </a:p>
          <a:p>
            <a:pPr lvl="1" eaLnBrk="1" hangingPunct="1">
              <a:lnSpc>
                <a:spcPct val="80000"/>
              </a:lnSpc>
              <a:buFontTx/>
              <a:buNone/>
              <a:defRPr/>
            </a:pPr>
            <a:r>
              <a:rPr lang="en-GB" altLang="zh-CN" sz="2400"/>
              <a:t>{		int m;</a:t>
            </a:r>
          </a:p>
          <a:p>
            <a:pPr lvl="1" eaLnBrk="1" hangingPunct="1">
              <a:lnSpc>
                <a:spcPct val="80000"/>
              </a:lnSpc>
              <a:buFontTx/>
              <a:buNone/>
              <a:defRPr/>
            </a:pPr>
            <a:r>
              <a:rPr lang="en-GB" altLang="zh-CN" sz="2400"/>
              <a:t>	public:</a:t>
            </a:r>
          </a:p>
          <a:p>
            <a:pPr lvl="1" eaLnBrk="1" hangingPunct="1">
              <a:lnSpc>
                <a:spcPct val="80000"/>
              </a:lnSpc>
              <a:buFontTx/>
              <a:buNone/>
              <a:defRPr/>
            </a:pPr>
            <a:r>
              <a:rPr lang="en-GB" altLang="zh-CN" sz="2400"/>
              <a:t>		void fa();</a:t>
            </a:r>
          </a:p>
          <a:p>
            <a:pPr lvl="1" eaLnBrk="1" hangingPunct="1">
              <a:lnSpc>
                <a:spcPct val="80000"/>
              </a:lnSpc>
              <a:buFontTx/>
              <a:buNone/>
              <a:defRPr/>
            </a:pPr>
            <a:r>
              <a:rPr lang="en-GB" altLang="zh-CN" sz="2400"/>
              <a:t>};</a:t>
            </a:r>
          </a:p>
          <a:p>
            <a:pPr lvl="1" eaLnBrk="1" hangingPunct="1">
              <a:lnSpc>
                <a:spcPct val="80000"/>
              </a:lnSpc>
              <a:buFontTx/>
              <a:buNone/>
              <a:defRPr/>
            </a:pPr>
            <a:r>
              <a:rPr lang="en-GB" altLang="zh-CN" sz="2400"/>
              <a:t>class B</a:t>
            </a:r>
          </a:p>
          <a:p>
            <a:pPr lvl="1" eaLnBrk="1" hangingPunct="1">
              <a:lnSpc>
                <a:spcPct val="80000"/>
              </a:lnSpc>
              <a:buFontTx/>
              <a:buNone/>
              <a:defRPr/>
            </a:pPr>
            <a:r>
              <a:rPr lang="en-GB" altLang="zh-CN" sz="2400"/>
              <a:t>{		int n;</a:t>
            </a:r>
          </a:p>
          <a:p>
            <a:pPr lvl="1" eaLnBrk="1" hangingPunct="1">
              <a:lnSpc>
                <a:spcPct val="80000"/>
              </a:lnSpc>
              <a:buFontTx/>
              <a:buNone/>
              <a:defRPr/>
            </a:pPr>
            <a:r>
              <a:rPr lang="en-GB" altLang="zh-CN" sz="2400"/>
              <a:t>	public:</a:t>
            </a:r>
          </a:p>
          <a:p>
            <a:pPr lvl="1" eaLnBrk="1" hangingPunct="1">
              <a:lnSpc>
                <a:spcPct val="80000"/>
              </a:lnSpc>
              <a:buFontTx/>
              <a:buNone/>
              <a:defRPr/>
            </a:pPr>
            <a:r>
              <a:rPr lang="en-GB" altLang="zh-CN" sz="2400"/>
              <a:t>		void fb();</a:t>
            </a:r>
          </a:p>
          <a:p>
            <a:pPr lvl="1" eaLnBrk="1" hangingPunct="1">
              <a:lnSpc>
                <a:spcPct val="80000"/>
              </a:lnSpc>
              <a:buFontTx/>
              <a:buNone/>
              <a:defRPr/>
            </a:pPr>
            <a:r>
              <a:rPr lang="en-GB" altLang="zh-CN" sz="2400"/>
              <a:t>};</a:t>
            </a:r>
          </a:p>
          <a:p>
            <a:pPr eaLnBrk="1" hangingPunct="1">
              <a:defRPr/>
            </a:pPr>
            <a:r>
              <a:rPr lang="zh-CN" altLang="en-US" sz="2800"/>
              <a:t>如何定义一个类</a:t>
            </a:r>
            <a:r>
              <a:rPr lang="en-US" altLang="zh-CN" sz="2800"/>
              <a:t>C</a:t>
            </a:r>
            <a:r>
              <a:rPr lang="zh-CN" altLang="en-US" sz="2800"/>
              <a:t>，它包含</a:t>
            </a:r>
            <a:r>
              <a:rPr lang="en-US" altLang="zh-CN" sz="2800"/>
              <a:t>A</a:t>
            </a:r>
            <a:r>
              <a:rPr lang="zh-CN" altLang="en-US" sz="2800"/>
              <a:t>和</a:t>
            </a:r>
            <a:r>
              <a:rPr lang="en-US" altLang="zh-CN" sz="2800"/>
              <a:t>B</a:t>
            </a:r>
            <a:r>
              <a:rPr lang="zh-CN" altLang="en-US" sz="2800"/>
              <a:t>的所有成员，另外还拥有新的数据成员</a:t>
            </a:r>
            <a:r>
              <a:rPr lang="en-US" altLang="zh-CN" sz="2800"/>
              <a:t>r</a:t>
            </a:r>
            <a:r>
              <a:rPr lang="zh-CN" altLang="en-US" sz="2800"/>
              <a:t>和成员函数</a:t>
            </a:r>
            <a:r>
              <a:rPr lang="en-US" altLang="zh-CN" sz="2800"/>
              <a:t>fc</a:t>
            </a:r>
            <a:r>
              <a:rPr lang="zh-CN" altLang="en-US" sz="280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1" name="Rectangle 3">
            <a:extLst>
              <a:ext uri="{FF2B5EF4-FFF2-40B4-BE49-F238E27FC236}">
                <a16:creationId xmlns:a16="http://schemas.microsoft.com/office/drawing/2014/main" id="{C70BCDAF-AFC7-82F8-F420-14E1CEF8EC1F}"/>
              </a:ext>
            </a:extLst>
          </p:cNvPr>
          <p:cNvSpPr>
            <a:spLocks noGrp="1" noChangeArrowheads="1"/>
          </p:cNvSpPr>
          <p:nvPr>
            <p:ph idx="1"/>
          </p:nvPr>
        </p:nvSpPr>
        <p:spPr>
          <a:xfrm>
            <a:off x="457200" y="188913"/>
            <a:ext cx="8147050" cy="6553200"/>
          </a:xfrm>
        </p:spPr>
        <p:txBody>
          <a:bodyPr>
            <a:normAutofit/>
          </a:bodyPr>
          <a:lstStyle/>
          <a:p>
            <a:pPr eaLnBrk="1" hangingPunct="1">
              <a:lnSpc>
                <a:spcPct val="90000"/>
              </a:lnSpc>
              <a:defRPr/>
            </a:pPr>
            <a:r>
              <a:rPr lang="zh-CN" altLang="en-US" sz="2400" dirty="0"/>
              <a:t>用单继承实现</a:t>
            </a:r>
          </a:p>
          <a:p>
            <a:pPr lvl="1" eaLnBrk="1" hangingPunct="1">
              <a:lnSpc>
                <a:spcPct val="90000"/>
              </a:lnSpc>
              <a:buFontTx/>
              <a:buNone/>
              <a:defRPr/>
            </a:pPr>
            <a:r>
              <a:rPr lang="en-GB" altLang="zh-CN" sz="2000" dirty="0"/>
              <a:t>class C: public A</a:t>
            </a:r>
          </a:p>
          <a:p>
            <a:pPr lvl="1" eaLnBrk="1" hangingPunct="1">
              <a:lnSpc>
                <a:spcPct val="90000"/>
              </a:lnSpc>
              <a:buFontTx/>
              <a:buNone/>
              <a:defRPr/>
            </a:pPr>
            <a:r>
              <a:rPr lang="en-GB" altLang="zh-CN" sz="2000" dirty="0"/>
              <a:t>{		</a:t>
            </a:r>
            <a:r>
              <a:rPr lang="en-GB" altLang="zh-CN" sz="2000" dirty="0" err="1"/>
              <a:t>int</a:t>
            </a:r>
            <a:r>
              <a:rPr lang="en-GB" altLang="zh-CN" sz="2000" dirty="0"/>
              <a:t> </a:t>
            </a:r>
            <a:r>
              <a:rPr lang="en-GB" altLang="zh-CN" sz="2000" dirty="0" err="1">
                <a:solidFill>
                  <a:srgbClr val="FFC000"/>
                </a:solidFill>
              </a:rPr>
              <a:t>n</a:t>
            </a:r>
            <a:r>
              <a:rPr lang="en-GB" altLang="zh-CN" sz="2000" dirty="0" err="1"/>
              <a:t>,r</a:t>
            </a:r>
            <a:r>
              <a:rPr lang="en-GB" altLang="zh-CN" sz="2000" dirty="0"/>
              <a:t>; //</a:t>
            </a:r>
            <a:r>
              <a:rPr lang="zh-CN" altLang="en-US" sz="2000" dirty="0"/>
              <a:t>把</a:t>
            </a:r>
            <a:r>
              <a:rPr lang="en-US" altLang="zh-CN" sz="2000" dirty="0"/>
              <a:t>B</a:t>
            </a:r>
            <a:r>
              <a:rPr lang="zh-CN" altLang="en-US" sz="2000" dirty="0"/>
              <a:t>类中的</a:t>
            </a:r>
            <a:r>
              <a:rPr lang="en-US" altLang="zh-CN" sz="2000" dirty="0"/>
              <a:t>n</a:t>
            </a:r>
            <a:r>
              <a:rPr lang="zh-CN" altLang="en-US" sz="2000" dirty="0"/>
              <a:t>复制过来</a:t>
            </a:r>
            <a:endParaRPr lang="en-GB" altLang="zh-CN" sz="2000" dirty="0"/>
          </a:p>
          <a:p>
            <a:pPr lvl="1" eaLnBrk="1" hangingPunct="1">
              <a:lnSpc>
                <a:spcPct val="90000"/>
              </a:lnSpc>
              <a:buFontTx/>
              <a:buNone/>
              <a:defRPr/>
            </a:pPr>
            <a:r>
              <a:rPr lang="en-GB" altLang="zh-CN" sz="2000" dirty="0"/>
              <a:t>	public:</a:t>
            </a:r>
          </a:p>
          <a:p>
            <a:pPr lvl="1" eaLnBrk="1" hangingPunct="1">
              <a:lnSpc>
                <a:spcPct val="90000"/>
              </a:lnSpc>
              <a:buFontTx/>
              <a:buNone/>
              <a:defRPr/>
            </a:pPr>
            <a:r>
              <a:rPr lang="en-GB" altLang="zh-CN" sz="2000" dirty="0"/>
              <a:t>		void </a:t>
            </a:r>
            <a:r>
              <a:rPr lang="en-GB" altLang="zh-CN" sz="2000" dirty="0">
                <a:solidFill>
                  <a:srgbClr val="FFC000"/>
                </a:solidFill>
              </a:rPr>
              <a:t>fb</a:t>
            </a:r>
            <a:r>
              <a:rPr lang="en-GB" altLang="zh-CN" sz="2000" dirty="0"/>
              <a:t>(); //</a:t>
            </a:r>
            <a:r>
              <a:rPr lang="zh-CN" altLang="en-US" sz="2000" dirty="0"/>
              <a:t>把</a:t>
            </a:r>
            <a:r>
              <a:rPr lang="en-US" altLang="zh-CN" sz="2000" dirty="0"/>
              <a:t>B</a:t>
            </a:r>
            <a:r>
              <a:rPr lang="zh-CN" altLang="en-US" sz="2000" dirty="0"/>
              <a:t>类中的</a:t>
            </a:r>
            <a:r>
              <a:rPr lang="en-US" altLang="zh-CN" sz="2000" dirty="0"/>
              <a:t>fb</a:t>
            </a:r>
            <a:r>
              <a:rPr lang="zh-CN" altLang="en-US" sz="2000" dirty="0"/>
              <a:t>复制过来</a:t>
            </a:r>
            <a:endParaRPr lang="en-GB" altLang="zh-CN" sz="2000" dirty="0"/>
          </a:p>
          <a:p>
            <a:pPr lvl="1" eaLnBrk="1" hangingPunct="1">
              <a:lnSpc>
                <a:spcPct val="90000"/>
              </a:lnSpc>
              <a:buFontTx/>
              <a:buNone/>
              <a:defRPr/>
            </a:pPr>
            <a:r>
              <a:rPr lang="en-GB" altLang="zh-CN" sz="2000" dirty="0"/>
              <a:t>		void fc();</a:t>
            </a:r>
          </a:p>
          <a:p>
            <a:pPr lvl="1" eaLnBrk="1" hangingPunct="1">
              <a:lnSpc>
                <a:spcPct val="90000"/>
              </a:lnSpc>
              <a:buFontTx/>
              <a:buNone/>
              <a:defRPr/>
            </a:pPr>
            <a:r>
              <a:rPr lang="en-GB" altLang="zh-CN" sz="2000" dirty="0"/>
              <a:t>};</a:t>
            </a:r>
          </a:p>
          <a:p>
            <a:pPr lvl="1" eaLnBrk="1" hangingPunct="1">
              <a:lnSpc>
                <a:spcPct val="90000"/>
              </a:lnSpc>
              <a:defRPr/>
            </a:pPr>
            <a:r>
              <a:rPr lang="zh-CN" altLang="en-GB" sz="2000" dirty="0"/>
              <a:t>或者</a:t>
            </a:r>
          </a:p>
          <a:p>
            <a:pPr lvl="1" eaLnBrk="1" hangingPunct="1">
              <a:lnSpc>
                <a:spcPct val="90000"/>
              </a:lnSpc>
              <a:buFontTx/>
              <a:buNone/>
              <a:defRPr/>
            </a:pPr>
            <a:r>
              <a:rPr lang="en-GB" altLang="zh-CN" sz="2000" dirty="0"/>
              <a:t>class C: public B</a:t>
            </a:r>
          </a:p>
          <a:p>
            <a:pPr lvl="1" eaLnBrk="1" hangingPunct="1">
              <a:lnSpc>
                <a:spcPct val="90000"/>
              </a:lnSpc>
              <a:buFontTx/>
              <a:buNone/>
              <a:defRPr/>
            </a:pPr>
            <a:r>
              <a:rPr lang="en-GB" altLang="zh-CN" sz="2000" dirty="0"/>
              <a:t>{		</a:t>
            </a:r>
            <a:r>
              <a:rPr lang="en-GB" altLang="zh-CN" sz="2000" dirty="0" err="1"/>
              <a:t>int</a:t>
            </a:r>
            <a:r>
              <a:rPr lang="en-GB" altLang="zh-CN" sz="2000" dirty="0"/>
              <a:t> </a:t>
            </a:r>
            <a:r>
              <a:rPr lang="en-GB" altLang="zh-CN" sz="2000" dirty="0" err="1">
                <a:solidFill>
                  <a:srgbClr val="FFC000"/>
                </a:solidFill>
              </a:rPr>
              <a:t>m</a:t>
            </a:r>
            <a:r>
              <a:rPr lang="en-GB" altLang="zh-CN" sz="2000" dirty="0" err="1"/>
              <a:t>,r</a:t>
            </a:r>
            <a:r>
              <a:rPr lang="en-GB" altLang="zh-CN" sz="2000" dirty="0"/>
              <a:t>; //</a:t>
            </a:r>
            <a:r>
              <a:rPr lang="zh-CN" altLang="en-US" sz="2000" dirty="0"/>
              <a:t>把</a:t>
            </a:r>
            <a:r>
              <a:rPr lang="en-US" altLang="zh-CN" sz="2000" dirty="0"/>
              <a:t>A</a:t>
            </a:r>
            <a:r>
              <a:rPr lang="zh-CN" altLang="en-US" sz="2000" dirty="0"/>
              <a:t>类中的</a:t>
            </a:r>
            <a:r>
              <a:rPr lang="en-US" altLang="zh-CN" sz="2000" dirty="0"/>
              <a:t>m</a:t>
            </a:r>
            <a:r>
              <a:rPr lang="zh-CN" altLang="en-US" sz="2000" dirty="0"/>
              <a:t>复制过来</a:t>
            </a:r>
            <a:endParaRPr lang="en-GB" altLang="zh-CN" sz="2000" dirty="0"/>
          </a:p>
          <a:p>
            <a:pPr lvl="1" eaLnBrk="1" hangingPunct="1">
              <a:lnSpc>
                <a:spcPct val="90000"/>
              </a:lnSpc>
              <a:buFontTx/>
              <a:buNone/>
              <a:defRPr/>
            </a:pPr>
            <a:r>
              <a:rPr lang="en-GB" altLang="zh-CN" sz="2000" dirty="0"/>
              <a:t>	public:</a:t>
            </a:r>
          </a:p>
          <a:p>
            <a:pPr lvl="1" eaLnBrk="1" hangingPunct="1">
              <a:lnSpc>
                <a:spcPct val="90000"/>
              </a:lnSpc>
              <a:buFontTx/>
              <a:buNone/>
              <a:defRPr/>
            </a:pPr>
            <a:r>
              <a:rPr lang="en-GB" altLang="zh-CN" sz="2000" dirty="0"/>
              <a:t>		void </a:t>
            </a:r>
            <a:r>
              <a:rPr lang="en-GB" altLang="zh-CN" sz="2000" dirty="0">
                <a:solidFill>
                  <a:srgbClr val="FFC000"/>
                </a:solidFill>
              </a:rPr>
              <a:t>fa</a:t>
            </a:r>
            <a:r>
              <a:rPr lang="en-GB" altLang="zh-CN" sz="2000" dirty="0"/>
              <a:t>(); //</a:t>
            </a:r>
            <a:r>
              <a:rPr lang="zh-CN" altLang="en-US" sz="2000" dirty="0"/>
              <a:t>把</a:t>
            </a:r>
            <a:r>
              <a:rPr lang="en-US" altLang="zh-CN" sz="2000" dirty="0"/>
              <a:t>A</a:t>
            </a:r>
            <a:r>
              <a:rPr lang="zh-CN" altLang="en-US" sz="2000" dirty="0"/>
              <a:t>类中的</a:t>
            </a:r>
            <a:r>
              <a:rPr lang="en-US" altLang="zh-CN" sz="2000" dirty="0"/>
              <a:t>fa</a:t>
            </a:r>
            <a:r>
              <a:rPr lang="zh-CN" altLang="en-US" sz="2000" dirty="0"/>
              <a:t>复制过来</a:t>
            </a:r>
            <a:endParaRPr lang="en-GB" altLang="zh-CN" sz="2000" dirty="0"/>
          </a:p>
          <a:p>
            <a:pPr lvl="1" eaLnBrk="1" hangingPunct="1">
              <a:lnSpc>
                <a:spcPct val="90000"/>
              </a:lnSpc>
              <a:buFontTx/>
              <a:buNone/>
              <a:defRPr/>
            </a:pPr>
            <a:r>
              <a:rPr lang="en-GB" altLang="zh-CN" sz="2000" dirty="0"/>
              <a:t>		void fc();</a:t>
            </a:r>
          </a:p>
          <a:p>
            <a:pPr lvl="1" eaLnBrk="1" hangingPunct="1">
              <a:lnSpc>
                <a:spcPct val="90000"/>
              </a:lnSpc>
              <a:buFontTx/>
              <a:buNone/>
              <a:defRPr/>
            </a:pPr>
            <a:r>
              <a:rPr lang="en-GB" altLang="zh-CN" sz="2000" dirty="0"/>
              <a:t>};</a:t>
            </a:r>
          </a:p>
          <a:p>
            <a:pPr eaLnBrk="1" hangingPunct="1">
              <a:lnSpc>
                <a:spcPct val="90000"/>
              </a:lnSpc>
              <a:defRPr/>
            </a:pPr>
            <a:r>
              <a:rPr lang="zh-CN" altLang="en-US" sz="2400" dirty="0"/>
              <a:t>不足之处：</a:t>
            </a:r>
          </a:p>
          <a:p>
            <a:pPr lvl="1" eaLnBrk="1" hangingPunct="1">
              <a:lnSpc>
                <a:spcPct val="90000"/>
              </a:lnSpc>
              <a:defRPr/>
            </a:pPr>
            <a:r>
              <a:rPr lang="zh-CN" altLang="en-GB" sz="2000" dirty="0"/>
              <a:t>易造成不一致：</a:t>
            </a:r>
            <a:r>
              <a:rPr lang="en-GB" altLang="zh-CN" sz="2000" dirty="0"/>
              <a:t>A</a:t>
            </a:r>
            <a:r>
              <a:rPr lang="zh-CN" altLang="en-GB" sz="2000" dirty="0"/>
              <a:t>中的</a:t>
            </a:r>
            <a:r>
              <a:rPr lang="en-GB" altLang="zh-CN" sz="2000" dirty="0"/>
              <a:t>m</a:t>
            </a:r>
            <a:r>
              <a:rPr lang="zh-CN" altLang="en-GB" sz="2000" dirty="0"/>
              <a:t>、</a:t>
            </a:r>
            <a:r>
              <a:rPr lang="en-GB" altLang="zh-CN" sz="2000" dirty="0"/>
              <a:t>fa</a:t>
            </a:r>
            <a:r>
              <a:rPr lang="zh-CN" altLang="en-GB" sz="2000" dirty="0"/>
              <a:t>（或</a:t>
            </a:r>
            <a:r>
              <a:rPr lang="en-GB" altLang="zh-CN" sz="2000" dirty="0"/>
              <a:t>B</a:t>
            </a:r>
            <a:r>
              <a:rPr lang="zh-CN" altLang="en-US" sz="2000" dirty="0"/>
              <a:t>中的</a:t>
            </a:r>
            <a:r>
              <a:rPr lang="en-GB" altLang="zh-CN" sz="2000" dirty="0"/>
              <a:t>n</a:t>
            </a:r>
            <a:r>
              <a:rPr lang="zh-CN" altLang="en-GB" sz="2000" dirty="0"/>
              <a:t>、</a:t>
            </a:r>
            <a:r>
              <a:rPr lang="en-GB" altLang="zh-CN" sz="2000" dirty="0"/>
              <a:t>fb</a:t>
            </a:r>
            <a:r>
              <a:rPr lang="zh-CN" altLang="en-GB" sz="2000" dirty="0"/>
              <a:t>）与</a:t>
            </a:r>
            <a:r>
              <a:rPr lang="en-GB" altLang="zh-CN" sz="2000" dirty="0"/>
              <a:t>C</a:t>
            </a:r>
            <a:r>
              <a:rPr lang="zh-CN" altLang="en-GB" sz="2000" dirty="0"/>
              <a:t>中的</a:t>
            </a:r>
            <a:r>
              <a:rPr lang="en-GB" altLang="zh-CN" sz="2000" dirty="0"/>
              <a:t>m</a:t>
            </a:r>
            <a:r>
              <a:rPr lang="zh-CN" altLang="en-GB" sz="2000" dirty="0"/>
              <a:t>、</a:t>
            </a:r>
            <a:r>
              <a:rPr lang="en-GB" altLang="zh-CN" sz="2000" dirty="0"/>
              <a:t>fa</a:t>
            </a:r>
            <a:r>
              <a:rPr lang="zh-CN" altLang="en-GB" sz="2000" dirty="0"/>
              <a:t>（或</a:t>
            </a:r>
            <a:r>
              <a:rPr lang="en-GB" altLang="zh-CN" sz="2000" dirty="0"/>
              <a:t>n</a:t>
            </a:r>
            <a:r>
              <a:rPr lang="zh-CN" altLang="en-GB" sz="2000" dirty="0"/>
              <a:t>、</a:t>
            </a:r>
            <a:r>
              <a:rPr lang="en-GB" altLang="zh-CN" sz="2000" dirty="0"/>
              <a:t>fb</a:t>
            </a:r>
            <a:r>
              <a:rPr lang="zh-CN" altLang="en-GB" sz="2000" dirty="0"/>
              <a:t>）</a:t>
            </a:r>
            <a:r>
              <a:rPr lang="zh-CN" altLang="en-US" sz="2000" dirty="0"/>
              <a:t>。</a:t>
            </a:r>
            <a:endParaRPr lang="en-US" altLang="zh-CN" sz="2000" dirty="0"/>
          </a:p>
          <a:p>
            <a:pPr lvl="1" eaLnBrk="1" hangingPunct="1">
              <a:lnSpc>
                <a:spcPct val="90000"/>
              </a:lnSpc>
              <a:defRPr/>
            </a:pPr>
            <a:r>
              <a:rPr lang="zh-CN" altLang="en-US" sz="2000" dirty="0"/>
              <a:t>不能完全实现子类型：只有</a:t>
            </a:r>
            <a:r>
              <a:rPr lang="en-US" altLang="zh-CN" sz="2000" dirty="0"/>
              <a:t>A</a:t>
            </a:r>
            <a:r>
              <a:rPr lang="zh-CN" altLang="en-US" sz="2000" dirty="0"/>
              <a:t>和</a:t>
            </a:r>
            <a:r>
              <a:rPr lang="en-US" altLang="zh-CN" sz="2000" dirty="0"/>
              <a:t>B</a:t>
            </a:r>
            <a:r>
              <a:rPr lang="zh-CN" altLang="en-US" sz="2000" dirty="0"/>
              <a:t>中某一类对象能被</a:t>
            </a:r>
            <a:r>
              <a:rPr lang="en-US" altLang="zh-CN" sz="2000" dirty="0"/>
              <a:t>C</a:t>
            </a:r>
            <a:r>
              <a:rPr lang="zh-CN" altLang="en-US" sz="2000" dirty="0"/>
              <a:t>类对象替代。</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5" name="Rectangle 3">
            <a:extLst>
              <a:ext uri="{FF2B5EF4-FFF2-40B4-BE49-F238E27FC236}">
                <a16:creationId xmlns:a16="http://schemas.microsoft.com/office/drawing/2014/main" id="{995AA765-C722-1E11-290C-01060CFD09A2}"/>
              </a:ext>
            </a:extLst>
          </p:cNvPr>
          <p:cNvSpPr>
            <a:spLocks noGrp="1" noChangeArrowheads="1"/>
          </p:cNvSpPr>
          <p:nvPr>
            <p:ph idx="1"/>
          </p:nvPr>
        </p:nvSpPr>
        <p:spPr>
          <a:xfrm>
            <a:off x="457200" y="439738"/>
            <a:ext cx="7931150" cy="5942012"/>
          </a:xfrm>
        </p:spPr>
        <p:txBody>
          <a:bodyPr>
            <a:normAutofit/>
          </a:bodyPr>
          <a:lstStyle/>
          <a:p>
            <a:pPr eaLnBrk="1" hangingPunct="1">
              <a:lnSpc>
                <a:spcPct val="90000"/>
              </a:lnSpc>
              <a:defRPr/>
            </a:pPr>
            <a:r>
              <a:rPr lang="zh-CN" altLang="en-US" sz="2800"/>
              <a:t>用成员对象实现</a:t>
            </a:r>
          </a:p>
          <a:p>
            <a:pPr lvl="1" eaLnBrk="1" hangingPunct="1">
              <a:lnSpc>
                <a:spcPct val="90000"/>
              </a:lnSpc>
              <a:buFontTx/>
              <a:buNone/>
              <a:defRPr/>
            </a:pPr>
            <a:r>
              <a:rPr lang="en-GB" altLang="zh-CN" sz="2400"/>
              <a:t>class C</a:t>
            </a:r>
          </a:p>
          <a:p>
            <a:pPr lvl="1" eaLnBrk="1" hangingPunct="1">
              <a:lnSpc>
                <a:spcPct val="90000"/>
              </a:lnSpc>
              <a:buFontTx/>
              <a:buNone/>
              <a:defRPr/>
            </a:pPr>
            <a:r>
              <a:rPr lang="en-GB" altLang="zh-CN" sz="2400"/>
              <a:t>{		A a;</a:t>
            </a:r>
          </a:p>
          <a:p>
            <a:pPr lvl="1" eaLnBrk="1" hangingPunct="1">
              <a:lnSpc>
                <a:spcPct val="90000"/>
              </a:lnSpc>
              <a:buFontTx/>
              <a:buNone/>
              <a:defRPr/>
            </a:pPr>
            <a:r>
              <a:rPr lang="en-GB" altLang="zh-CN" sz="2400"/>
              <a:t>		B b;</a:t>
            </a:r>
          </a:p>
          <a:p>
            <a:pPr lvl="1" eaLnBrk="1" hangingPunct="1">
              <a:lnSpc>
                <a:spcPct val="90000"/>
              </a:lnSpc>
              <a:buFontTx/>
              <a:buNone/>
              <a:defRPr/>
            </a:pPr>
            <a:r>
              <a:rPr lang="en-GB" altLang="zh-CN" sz="2400"/>
              <a:t>		int r;</a:t>
            </a:r>
          </a:p>
          <a:p>
            <a:pPr lvl="1" eaLnBrk="1" hangingPunct="1">
              <a:lnSpc>
                <a:spcPct val="90000"/>
              </a:lnSpc>
              <a:buFontTx/>
              <a:buNone/>
              <a:defRPr/>
            </a:pPr>
            <a:r>
              <a:rPr lang="en-GB" altLang="zh-CN" sz="2400"/>
              <a:t>	public:</a:t>
            </a:r>
          </a:p>
          <a:p>
            <a:pPr lvl="1" eaLnBrk="1" hangingPunct="1">
              <a:lnSpc>
                <a:spcPct val="90000"/>
              </a:lnSpc>
              <a:buFontTx/>
              <a:buNone/>
              <a:defRPr/>
            </a:pPr>
            <a:r>
              <a:rPr lang="en-GB" altLang="zh-CN" sz="2400"/>
              <a:t>		void fa() { a.fa(); }</a:t>
            </a:r>
          </a:p>
          <a:p>
            <a:pPr lvl="1" eaLnBrk="1" hangingPunct="1">
              <a:lnSpc>
                <a:spcPct val="90000"/>
              </a:lnSpc>
              <a:buFontTx/>
              <a:buNone/>
              <a:defRPr/>
            </a:pPr>
            <a:r>
              <a:rPr lang="en-GB" altLang="zh-CN" sz="2400"/>
              <a:t>		void fb() { b.fb(); }</a:t>
            </a:r>
          </a:p>
          <a:p>
            <a:pPr lvl="1" eaLnBrk="1" hangingPunct="1">
              <a:lnSpc>
                <a:spcPct val="90000"/>
              </a:lnSpc>
              <a:buFontTx/>
              <a:buNone/>
              <a:defRPr/>
            </a:pPr>
            <a:r>
              <a:rPr lang="en-GB" altLang="zh-CN" sz="2400"/>
              <a:t>		void fc();</a:t>
            </a:r>
          </a:p>
          <a:p>
            <a:pPr lvl="1" eaLnBrk="1" hangingPunct="1">
              <a:lnSpc>
                <a:spcPct val="90000"/>
              </a:lnSpc>
              <a:buFontTx/>
              <a:buNone/>
              <a:defRPr/>
            </a:pPr>
            <a:r>
              <a:rPr lang="en-GB" altLang="zh-CN" sz="2400"/>
              <a:t>};</a:t>
            </a:r>
          </a:p>
          <a:p>
            <a:pPr lvl="1" eaLnBrk="1" hangingPunct="1">
              <a:lnSpc>
                <a:spcPct val="90000"/>
              </a:lnSpc>
              <a:buFontTx/>
              <a:buNone/>
              <a:defRPr/>
            </a:pPr>
            <a:endParaRPr lang="en-GB" altLang="zh-CN" sz="2400"/>
          </a:p>
          <a:p>
            <a:pPr eaLnBrk="1" hangingPunct="1">
              <a:lnSpc>
                <a:spcPct val="90000"/>
              </a:lnSpc>
              <a:defRPr/>
            </a:pPr>
            <a:r>
              <a:rPr lang="zh-CN" altLang="en-US" sz="2800"/>
              <a:t>不足之处：</a:t>
            </a:r>
          </a:p>
          <a:p>
            <a:pPr lvl="1" eaLnBrk="1" hangingPunct="1">
              <a:lnSpc>
                <a:spcPct val="90000"/>
              </a:lnSpc>
              <a:defRPr/>
            </a:pPr>
            <a:r>
              <a:rPr lang="zh-CN" altLang="en-US" sz="2400"/>
              <a:t>不能实现子类型：程序中需要</a:t>
            </a:r>
            <a:r>
              <a:rPr lang="en-US" altLang="zh-CN" sz="2400"/>
              <a:t>A</a:t>
            </a:r>
            <a:r>
              <a:rPr lang="zh-CN" altLang="en-US" sz="2400"/>
              <a:t>和</a:t>
            </a:r>
            <a:r>
              <a:rPr lang="en-US" altLang="zh-CN" sz="2400"/>
              <a:t>B</a:t>
            </a:r>
            <a:r>
              <a:rPr lang="zh-CN" altLang="en-US" sz="2400"/>
              <a:t>类对象的地方都不能用</a:t>
            </a:r>
            <a:r>
              <a:rPr lang="en-US" altLang="zh-CN" sz="2400"/>
              <a:t>C</a:t>
            </a:r>
            <a:r>
              <a:rPr lang="zh-CN" altLang="en-US" sz="2400"/>
              <a:t>类对象去替代。</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a:extLst>
              <a:ext uri="{FF2B5EF4-FFF2-40B4-BE49-F238E27FC236}">
                <a16:creationId xmlns:a16="http://schemas.microsoft.com/office/drawing/2014/main" id="{065211A6-5EF4-DDAC-F067-AF1575CEAD65}"/>
              </a:ext>
            </a:extLst>
          </p:cNvPr>
          <p:cNvSpPr>
            <a:spLocks noGrp="1" noChangeArrowheads="1"/>
          </p:cNvSpPr>
          <p:nvPr>
            <p:ph type="title"/>
          </p:nvPr>
        </p:nvSpPr>
        <p:spPr/>
        <p:txBody>
          <a:bodyPr/>
          <a:lstStyle/>
          <a:p>
            <a:pPr eaLnBrk="1" hangingPunct="1">
              <a:defRPr/>
            </a:pPr>
            <a:endParaRPr lang="zh-CN" altLang="zh-CN"/>
          </a:p>
        </p:txBody>
      </p:sp>
      <p:sp>
        <p:nvSpPr>
          <p:cNvPr id="603139" name="Rectangle 3">
            <a:extLst>
              <a:ext uri="{FF2B5EF4-FFF2-40B4-BE49-F238E27FC236}">
                <a16:creationId xmlns:a16="http://schemas.microsoft.com/office/drawing/2014/main" id="{C8F78EB6-F2D2-A311-EA63-F6DD0A5B7E59}"/>
              </a:ext>
            </a:extLst>
          </p:cNvPr>
          <p:cNvSpPr>
            <a:spLocks noGrp="1" noChangeArrowheads="1"/>
          </p:cNvSpPr>
          <p:nvPr>
            <p:ph idx="1"/>
          </p:nvPr>
        </p:nvSpPr>
        <p:spPr/>
        <p:txBody>
          <a:bodyPr/>
          <a:lstStyle/>
          <a:p>
            <a:pPr eaLnBrk="1" hangingPunct="1">
              <a:defRPr/>
            </a:pPr>
            <a:r>
              <a:rPr lang="zh-CN" altLang="en-US"/>
              <a:t>用</a:t>
            </a:r>
            <a:r>
              <a:rPr lang="zh-CN" altLang="en-US">
                <a:solidFill>
                  <a:srgbClr val="FFC000"/>
                </a:solidFill>
              </a:rPr>
              <a:t>多继承</a:t>
            </a:r>
            <a:r>
              <a:rPr lang="zh-CN" altLang="en-US"/>
              <a:t>实现</a:t>
            </a:r>
          </a:p>
          <a:p>
            <a:pPr lvl="1" eaLnBrk="1" hangingPunct="1">
              <a:buFontTx/>
              <a:buNone/>
              <a:defRPr/>
            </a:pPr>
            <a:r>
              <a:rPr lang="en-GB" altLang="zh-CN"/>
              <a:t>class C: public A, public B</a:t>
            </a:r>
          </a:p>
          <a:p>
            <a:pPr lvl="1" eaLnBrk="1" hangingPunct="1">
              <a:buFontTx/>
              <a:buNone/>
              <a:defRPr/>
            </a:pPr>
            <a:r>
              <a:rPr lang="en-GB" altLang="zh-CN"/>
              <a:t>{		int r;</a:t>
            </a:r>
          </a:p>
          <a:p>
            <a:pPr lvl="1" eaLnBrk="1" hangingPunct="1">
              <a:buFontTx/>
              <a:buNone/>
              <a:defRPr/>
            </a:pPr>
            <a:r>
              <a:rPr lang="en-GB" altLang="zh-CN"/>
              <a:t>	public:</a:t>
            </a:r>
          </a:p>
          <a:p>
            <a:pPr lvl="1" eaLnBrk="1" hangingPunct="1">
              <a:buFontTx/>
              <a:buNone/>
              <a:defRPr/>
            </a:pPr>
            <a:r>
              <a:rPr lang="en-GB" altLang="zh-CN"/>
              <a:t>		void fc();</a:t>
            </a:r>
          </a:p>
          <a:p>
            <a:pPr lvl="1" eaLnBrk="1" hangingPunct="1">
              <a:buFontTx/>
              <a:buNone/>
              <a:defRPr/>
            </a:pPr>
            <a:r>
              <a:rPr lang="en-GB" altLang="zh-CN"/>
              <a:t>};</a:t>
            </a:r>
          </a:p>
          <a:p>
            <a:pPr lvl="1" eaLnBrk="1" hangingPunct="1">
              <a:defRPr/>
            </a:pPr>
            <a:r>
              <a:rPr lang="zh-CN" altLang="en-US"/>
              <a:t>多继承增强了语言的表达能力，它使得语言能够自然、方便地描述问题领域中的存在于对象类之间的多继承关系。</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a:extLst>
              <a:ext uri="{FF2B5EF4-FFF2-40B4-BE49-F238E27FC236}">
                <a16:creationId xmlns:a16="http://schemas.microsoft.com/office/drawing/2014/main" id="{ECF62B08-4418-CDE6-3D63-C9D215E7F7DE}"/>
              </a:ext>
            </a:extLst>
          </p:cNvPr>
          <p:cNvSpPr>
            <a:spLocks noGrp="1" noChangeArrowheads="1"/>
          </p:cNvSpPr>
          <p:nvPr>
            <p:ph idx="1"/>
          </p:nvPr>
        </p:nvSpPr>
        <p:spPr>
          <a:xfrm>
            <a:off x="323850" y="1268413"/>
            <a:ext cx="8569325" cy="5473700"/>
          </a:xfrm>
        </p:spPr>
        <p:txBody>
          <a:bodyPr>
            <a:normAutofit/>
          </a:bodyPr>
          <a:lstStyle/>
          <a:p>
            <a:pPr eaLnBrk="1" hangingPunct="1">
              <a:spcBef>
                <a:spcPct val="50000"/>
              </a:spcBef>
              <a:defRPr/>
            </a:pPr>
            <a:r>
              <a:rPr lang="zh-CN" altLang="en-US" sz="3000">
                <a:solidFill>
                  <a:schemeClr val="folHlink"/>
                </a:solidFill>
              </a:rPr>
              <a:t>多继承</a:t>
            </a:r>
            <a:r>
              <a:rPr lang="zh-CN" altLang="en-US" sz="3000"/>
              <a:t>是指派生类可以有</a:t>
            </a:r>
            <a:r>
              <a:rPr lang="zh-CN" altLang="en-US" sz="3000">
                <a:solidFill>
                  <a:schemeClr val="folHlink"/>
                </a:solidFill>
              </a:rPr>
              <a:t>一个以上</a:t>
            </a:r>
            <a:r>
              <a:rPr lang="zh-CN" altLang="en-US" sz="3000"/>
              <a:t>的直接基类。多继承的派生类定义格式为：</a:t>
            </a:r>
          </a:p>
          <a:p>
            <a:pPr lvl="1" eaLnBrk="1" hangingPunct="1">
              <a:buFontTx/>
              <a:buNone/>
              <a:defRPr/>
            </a:pPr>
            <a:r>
              <a:rPr lang="en-GB" altLang="zh-CN" sz="2200">
                <a:solidFill>
                  <a:srgbClr val="FFC000"/>
                </a:solidFill>
              </a:rPr>
              <a:t>class</a:t>
            </a:r>
            <a:r>
              <a:rPr lang="en-GB" altLang="zh-CN" sz="2200"/>
              <a:t> &lt;</a:t>
            </a:r>
            <a:r>
              <a:rPr lang="zh-CN" altLang="en-GB" sz="2200"/>
              <a:t>派生类名</a:t>
            </a:r>
            <a:r>
              <a:rPr lang="en-GB" altLang="zh-CN" sz="2200"/>
              <a:t>&gt;</a:t>
            </a:r>
            <a:r>
              <a:rPr lang="en-GB" altLang="zh-CN" sz="2200">
                <a:solidFill>
                  <a:srgbClr val="FFC000"/>
                </a:solidFill>
              </a:rPr>
              <a:t>:</a:t>
            </a:r>
            <a:r>
              <a:rPr lang="zh-CN" altLang="en-GB" sz="2200"/>
              <a:t> </a:t>
            </a:r>
            <a:r>
              <a:rPr lang="en-GB" altLang="zh-CN" sz="2200"/>
              <a:t>[&lt;</a:t>
            </a:r>
            <a:r>
              <a:rPr lang="zh-CN" altLang="en-GB" sz="2200"/>
              <a:t>继承方式</a:t>
            </a:r>
            <a:r>
              <a:rPr lang="en-GB" altLang="zh-CN" sz="2200"/>
              <a:t>&gt;] &lt;</a:t>
            </a:r>
            <a:r>
              <a:rPr lang="zh-CN" altLang="en-GB" sz="2200"/>
              <a:t>基类名</a:t>
            </a:r>
            <a:r>
              <a:rPr lang="en-GB" altLang="zh-CN" sz="2200"/>
              <a:t>1&gt;</a:t>
            </a:r>
            <a:r>
              <a:rPr lang="en-US" altLang="zh-CN" sz="2200">
                <a:solidFill>
                  <a:srgbClr val="FFC000"/>
                </a:solidFill>
              </a:rPr>
              <a:t>,</a:t>
            </a:r>
            <a:endParaRPr lang="zh-CN" altLang="en-GB" sz="2200">
              <a:solidFill>
                <a:srgbClr val="FFC000"/>
              </a:solidFill>
            </a:endParaRPr>
          </a:p>
          <a:p>
            <a:pPr lvl="1" eaLnBrk="1" hangingPunct="1">
              <a:buFontTx/>
              <a:buNone/>
              <a:defRPr/>
            </a:pPr>
            <a:r>
              <a:rPr lang="en-GB" altLang="zh-CN" sz="2200"/>
              <a:t>				   [&lt;</a:t>
            </a:r>
            <a:r>
              <a:rPr lang="zh-CN" altLang="en-GB" sz="2200"/>
              <a:t>继承方式</a:t>
            </a:r>
            <a:r>
              <a:rPr lang="en-GB" altLang="zh-CN" sz="2200"/>
              <a:t>&gt;] &lt;</a:t>
            </a:r>
            <a:r>
              <a:rPr lang="zh-CN" altLang="en-GB" sz="2200"/>
              <a:t>基类名</a:t>
            </a:r>
            <a:r>
              <a:rPr lang="en-GB" altLang="zh-CN" sz="2200"/>
              <a:t>2&gt;</a:t>
            </a:r>
            <a:r>
              <a:rPr lang="en-US" altLang="zh-CN" sz="2200">
                <a:solidFill>
                  <a:srgbClr val="FFC000"/>
                </a:solidFill>
              </a:rPr>
              <a:t>,</a:t>
            </a:r>
            <a:r>
              <a:rPr lang="en-US" altLang="zh-CN" sz="2200"/>
              <a:t> </a:t>
            </a:r>
            <a:r>
              <a:rPr lang="en-GB" altLang="zh-CN" sz="2200">
                <a:latin typeface="Arial" panose="020B0604020202090204" pitchFamily="34" charset="0"/>
              </a:rPr>
              <a:t>…</a:t>
            </a:r>
            <a:endParaRPr lang="en-GB" altLang="zh-CN" sz="2200"/>
          </a:p>
          <a:p>
            <a:pPr lvl="1" eaLnBrk="1" hangingPunct="1">
              <a:buFontTx/>
              <a:buNone/>
              <a:defRPr/>
            </a:pPr>
            <a:r>
              <a:rPr lang="en-GB" altLang="zh-CN" sz="2200">
                <a:solidFill>
                  <a:srgbClr val="FFC000"/>
                </a:solidFill>
              </a:rPr>
              <a:t>{</a:t>
            </a:r>
            <a:r>
              <a:rPr lang="en-GB" altLang="zh-CN" sz="2200"/>
              <a:t>	&lt;</a:t>
            </a:r>
            <a:r>
              <a:rPr lang="zh-CN" altLang="en-GB" sz="2200"/>
              <a:t>成员说明表</a:t>
            </a:r>
            <a:r>
              <a:rPr lang="en-GB" altLang="zh-CN" sz="2200"/>
              <a:t>&gt;</a:t>
            </a:r>
          </a:p>
          <a:p>
            <a:pPr lvl="1" eaLnBrk="1" hangingPunct="1">
              <a:buFontTx/>
              <a:buNone/>
              <a:defRPr/>
            </a:pPr>
            <a:r>
              <a:rPr lang="en-GB" altLang="zh-CN" sz="2200">
                <a:solidFill>
                  <a:srgbClr val="FFC000"/>
                </a:solidFill>
              </a:rPr>
              <a:t>};</a:t>
            </a:r>
          </a:p>
          <a:p>
            <a:pPr lvl="1" eaLnBrk="1" hangingPunct="1">
              <a:buFontTx/>
              <a:buNone/>
              <a:defRPr/>
            </a:pPr>
            <a:endParaRPr lang="zh-CN" altLang="en-GB" sz="2600"/>
          </a:p>
          <a:p>
            <a:pPr lvl="1" eaLnBrk="1" hangingPunct="1">
              <a:defRPr/>
            </a:pPr>
            <a:r>
              <a:rPr lang="zh-CN" altLang="en-GB" sz="2600"/>
              <a:t>继承方式及访问控制的规定同单继承。</a:t>
            </a:r>
            <a:endParaRPr lang="zh-CN" altLang="en-US" sz="2600"/>
          </a:p>
          <a:p>
            <a:pPr lvl="1" eaLnBrk="1" hangingPunct="1">
              <a:defRPr/>
            </a:pPr>
            <a:r>
              <a:rPr lang="zh-CN" altLang="en-GB" sz="2600"/>
              <a:t>派生类拥有所有基类的所有成员。</a:t>
            </a:r>
            <a:endParaRPr lang="zh-CN" altLang="en-US" sz="2600"/>
          </a:p>
          <a:p>
            <a:pPr lvl="1" eaLnBrk="1" hangingPunct="1">
              <a:defRPr/>
            </a:pPr>
            <a:r>
              <a:rPr lang="zh-CN" altLang="en-GB" sz="2600"/>
              <a:t>基类的声明次序决定：</a:t>
            </a:r>
            <a:endParaRPr lang="zh-CN" altLang="en-US" sz="2600"/>
          </a:p>
          <a:p>
            <a:pPr marL="1085850" lvl="2" eaLnBrk="1" hangingPunct="1">
              <a:defRPr/>
            </a:pPr>
            <a:r>
              <a:rPr lang="zh-CN" altLang="en-GB" sz="2200"/>
              <a:t>对基类数据成员的存储安排。</a:t>
            </a:r>
            <a:endParaRPr lang="zh-CN" altLang="en-US" sz="1900"/>
          </a:p>
          <a:p>
            <a:pPr marL="1085850" lvl="2" eaLnBrk="1" hangingPunct="1">
              <a:defRPr/>
            </a:pPr>
            <a:r>
              <a:rPr lang="zh-CN" altLang="en-GB" sz="2200"/>
              <a:t>对基类构造函数</a:t>
            </a:r>
            <a:r>
              <a:rPr lang="en-GB" altLang="zh-CN" sz="2200"/>
              <a:t>/</a:t>
            </a:r>
            <a:r>
              <a:rPr lang="zh-CN" altLang="en-GB" sz="2200"/>
              <a:t>析构函数的调用次序</a:t>
            </a:r>
            <a:endParaRPr lang="zh-CN" altLang="en-US" sz="2200"/>
          </a:p>
        </p:txBody>
      </p:sp>
      <p:sp>
        <p:nvSpPr>
          <p:cNvPr id="3" name="Rectangle 2">
            <a:extLst>
              <a:ext uri="{FF2B5EF4-FFF2-40B4-BE49-F238E27FC236}">
                <a16:creationId xmlns:a16="http://schemas.microsoft.com/office/drawing/2014/main" id="{4292755F-8D8C-B194-CE32-AC19529450AC}"/>
              </a:ext>
            </a:extLst>
          </p:cNvPr>
          <p:cNvSpPr>
            <a:spLocks noGrp="1" noChangeArrowheads="1"/>
          </p:cNvSpPr>
          <p:nvPr>
            <p:ph type="title"/>
          </p:nvPr>
        </p:nvSpPr>
        <p:spPr>
          <a:xfrm>
            <a:off x="457200" y="44450"/>
            <a:ext cx="8229600" cy="1139825"/>
          </a:xfrm>
        </p:spPr>
        <p:txBody>
          <a:bodyPr/>
          <a:lstStyle/>
          <a:p>
            <a:pPr eaLnBrk="1" hangingPunct="1">
              <a:defRPr/>
            </a:pPr>
            <a:r>
              <a:rPr lang="zh-CN" altLang="en-US"/>
              <a:t>多继承的类定义</a:t>
            </a:r>
            <a:endParaRPr lang="zh-CN"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9" name="Rectangle 3">
            <a:extLst>
              <a:ext uri="{FF2B5EF4-FFF2-40B4-BE49-F238E27FC236}">
                <a16:creationId xmlns:a16="http://schemas.microsoft.com/office/drawing/2014/main" id="{C08587DA-2478-004C-B6B2-FC1153C22F13}"/>
              </a:ext>
            </a:extLst>
          </p:cNvPr>
          <p:cNvSpPr>
            <a:spLocks noGrp="1" noChangeArrowheads="1"/>
          </p:cNvSpPr>
          <p:nvPr>
            <p:ph idx="1"/>
          </p:nvPr>
        </p:nvSpPr>
        <p:spPr>
          <a:xfrm>
            <a:off x="457200" y="144463"/>
            <a:ext cx="3178175" cy="4076700"/>
          </a:xfrm>
        </p:spPr>
        <p:txBody>
          <a:bodyPr/>
          <a:lstStyle/>
          <a:p>
            <a:pPr eaLnBrk="1" hangingPunct="1">
              <a:lnSpc>
                <a:spcPct val="90000"/>
              </a:lnSpc>
              <a:buFont typeface="Wingdings" panose="05000000000000000000" pitchFamily="2" charset="2"/>
              <a:buNone/>
              <a:defRPr/>
            </a:pPr>
            <a:r>
              <a:rPr lang="en-GB" altLang="zh-CN" sz="2400" dirty="0"/>
              <a:t>class A</a:t>
            </a:r>
          </a:p>
          <a:p>
            <a:pPr eaLnBrk="1" hangingPunct="1">
              <a:lnSpc>
                <a:spcPct val="90000"/>
              </a:lnSpc>
              <a:buFont typeface="Wingdings" panose="05000000000000000000" pitchFamily="2" charset="2"/>
              <a:buNone/>
              <a:defRPr/>
            </a:pPr>
            <a:r>
              <a:rPr lang="en-GB" altLang="zh-CN" sz="2400" dirty="0"/>
              <a:t>{		</a:t>
            </a:r>
            <a:r>
              <a:rPr lang="en-GB" altLang="zh-CN" sz="2400" dirty="0" err="1"/>
              <a:t>int</a:t>
            </a:r>
            <a:r>
              <a:rPr lang="en-GB" altLang="zh-CN" sz="2400" dirty="0"/>
              <a:t> m;</a:t>
            </a:r>
          </a:p>
          <a:p>
            <a:pPr eaLnBrk="1" hangingPunct="1">
              <a:lnSpc>
                <a:spcPct val="90000"/>
              </a:lnSpc>
              <a:buFont typeface="Wingdings" panose="05000000000000000000" pitchFamily="2" charset="2"/>
              <a:buNone/>
              <a:defRPr/>
            </a:pPr>
            <a:r>
              <a:rPr lang="en-GB" altLang="zh-CN" sz="2400" dirty="0"/>
              <a:t>	public:</a:t>
            </a:r>
          </a:p>
          <a:p>
            <a:pPr eaLnBrk="1" hangingPunct="1">
              <a:lnSpc>
                <a:spcPct val="90000"/>
              </a:lnSpc>
              <a:buFont typeface="Wingdings" panose="05000000000000000000" pitchFamily="2" charset="2"/>
              <a:buNone/>
              <a:defRPr/>
            </a:pPr>
            <a:r>
              <a:rPr lang="en-GB" altLang="zh-CN" sz="2400" dirty="0"/>
              <a:t>		void fa();</a:t>
            </a:r>
          </a:p>
          <a:p>
            <a:pPr eaLnBrk="1" hangingPunct="1">
              <a:lnSpc>
                <a:spcPct val="90000"/>
              </a:lnSpc>
              <a:buFont typeface="Wingdings" panose="05000000000000000000" pitchFamily="2" charset="2"/>
              <a:buNone/>
              <a:defRPr/>
            </a:pPr>
            <a:r>
              <a:rPr lang="en-GB" altLang="zh-CN" sz="2400" dirty="0"/>
              <a:t>};</a:t>
            </a:r>
          </a:p>
          <a:p>
            <a:pPr eaLnBrk="1" hangingPunct="1">
              <a:lnSpc>
                <a:spcPct val="90000"/>
              </a:lnSpc>
              <a:buFont typeface="Wingdings" panose="05000000000000000000" pitchFamily="2" charset="2"/>
              <a:buNone/>
              <a:defRPr/>
            </a:pPr>
            <a:r>
              <a:rPr lang="en-GB" altLang="zh-CN" sz="2400" dirty="0"/>
              <a:t>class B</a:t>
            </a:r>
          </a:p>
          <a:p>
            <a:pPr eaLnBrk="1" hangingPunct="1">
              <a:lnSpc>
                <a:spcPct val="90000"/>
              </a:lnSpc>
              <a:buFont typeface="Wingdings" panose="05000000000000000000" pitchFamily="2" charset="2"/>
              <a:buNone/>
              <a:defRPr/>
            </a:pPr>
            <a:r>
              <a:rPr lang="en-GB" altLang="zh-CN" sz="2400" dirty="0"/>
              <a:t>{		</a:t>
            </a:r>
            <a:r>
              <a:rPr lang="en-GB" altLang="zh-CN" sz="2400" dirty="0" err="1"/>
              <a:t>int</a:t>
            </a:r>
            <a:r>
              <a:rPr lang="en-GB" altLang="zh-CN" sz="2400" dirty="0"/>
              <a:t> n;</a:t>
            </a:r>
          </a:p>
          <a:p>
            <a:pPr eaLnBrk="1" hangingPunct="1">
              <a:lnSpc>
                <a:spcPct val="90000"/>
              </a:lnSpc>
              <a:buFont typeface="Wingdings" panose="05000000000000000000" pitchFamily="2" charset="2"/>
              <a:buNone/>
              <a:defRPr/>
            </a:pPr>
            <a:r>
              <a:rPr lang="en-GB" altLang="zh-CN" sz="2400" dirty="0"/>
              <a:t>	public:</a:t>
            </a:r>
          </a:p>
          <a:p>
            <a:pPr eaLnBrk="1" hangingPunct="1">
              <a:lnSpc>
                <a:spcPct val="90000"/>
              </a:lnSpc>
              <a:buFont typeface="Wingdings" panose="05000000000000000000" pitchFamily="2" charset="2"/>
              <a:buNone/>
              <a:defRPr/>
            </a:pPr>
            <a:r>
              <a:rPr lang="en-GB" altLang="zh-CN" sz="2400" dirty="0"/>
              <a:t>		void fb();</a:t>
            </a:r>
          </a:p>
          <a:p>
            <a:pPr eaLnBrk="1" hangingPunct="1">
              <a:lnSpc>
                <a:spcPct val="90000"/>
              </a:lnSpc>
              <a:buFont typeface="Wingdings" panose="05000000000000000000" pitchFamily="2" charset="2"/>
              <a:buNone/>
              <a:defRPr/>
            </a:pPr>
            <a:r>
              <a:rPr lang="en-GB" altLang="zh-CN" sz="2400" dirty="0"/>
              <a:t>};</a:t>
            </a:r>
          </a:p>
        </p:txBody>
      </p:sp>
      <p:sp>
        <p:nvSpPr>
          <p:cNvPr id="614400" name="Text Box 0">
            <a:extLst>
              <a:ext uri="{FF2B5EF4-FFF2-40B4-BE49-F238E27FC236}">
                <a16:creationId xmlns:a16="http://schemas.microsoft.com/office/drawing/2014/main" id="{6A4A1416-B058-F04C-112A-CEE16299AF1A}"/>
              </a:ext>
            </a:extLst>
          </p:cNvPr>
          <p:cNvSpPr txBox="1">
            <a:spLocks noChangeArrowheads="1"/>
          </p:cNvSpPr>
          <p:nvPr/>
        </p:nvSpPr>
        <p:spPr bwMode="auto">
          <a:xfrm>
            <a:off x="4727575" y="195263"/>
            <a:ext cx="4165600" cy="3786187"/>
          </a:xfrm>
          <a:prstGeom prst="rect">
            <a:avLst/>
          </a:prstGeom>
          <a:noFill/>
          <a:ln w="9525">
            <a:noFill/>
            <a:miter lim="800000"/>
          </a:ln>
          <a:effectLst/>
        </p:spPr>
        <p:txBody>
          <a:bodyPr lIns="92075" tIns="46038" rIns="92075" bIns="46038">
            <a:spAutoFit/>
          </a:bodyPr>
          <a:lstStyle/>
          <a:p>
            <a:pPr defTabSz="425450" eaLnBrk="1" hangingPunct="1">
              <a:defRPr/>
            </a:pPr>
            <a:r>
              <a:rPr lang="en-GB" altLang="zh-CN" sz="2400" dirty="0">
                <a:effectLst>
                  <a:outerShdw blurRad="38100" dist="38100" dir="2700000" algn="tl">
                    <a:srgbClr val="000000"/>
                  </a:outerShdw>
                </a:effectLst>
                <a:latin typeface="Verdana" panose="020B0804030504040204" pitchFamily="34" charset="0"/>
                <a:ea typeface="宋体" charset="-122"/>
                <a:sym typeface="+mn-ea"/>
              </a:rPr>
              <a:t>class C: public</a:t>
            </a:r>
            <a:r>
              <a:rPr lang="en-GB" altLang="zh-CN" sz="2400" dirty="0">
                <a:solidFill>
                  <a:srgbClr val="FFC000"/>
                </a:solidFill>
                <a:effectLst>
                  <a:outerShdw blurRad="38100" dist="38100" dir="2700000" algn="tl">
                    <a:srgbClr val="000000"/>
                  </a:outerShdw>
                </a:effectLst>
                <a:latin typeface="Verdana" panose="020B0804030504040204" pitchFamily="34" charset="0"/>
                <a:ea typeface="宋体" charset="-122"/>
                <a:sym typeface="+mn-ea"/>
              </a:rPr>
              <a:t> A</a:t>
            </a:r>
            <a:r>
              <a:rPr lang="en-GB" altLang="zh-CN" sz="2400" dirty="0">
                <a:effectLst>
                  <a:outerShdw blurRad="38100" dist="38100" dir="2700000" algn="tl">
                    <a:srgbClr val="000000"/>
                  </a:outerShdw>
                </a:effectLst>
                <a:latin typeface="Verdana" panose="020B0804030504040204" pitchFamily="34" charset="0"/>
                <a:ea typeface="宋体" charset="-122"/>
                <a:sym typeface="+mn-ea"/>
              </a:rPr>
              <a:t>, public</a:t>
            </a:r>
            <a:r>
              <a:rPr lang="en-GB" altLang="zh-CN" sz="2400" dirty="0">
                <a:solidFill>
                  <a:srgbClr val="FFC000"/>
                </a:solidFill>
                <a:effectLst>
                  <a:outerShdw blurRad="38100" dist="38100" dir="2700000" algn="tl">
                    <a:srgbClr val="000000"/>
                  </a:outerShdw>
                </a:effectLst>
                <a:latin typeface="Verdana" panose="020B0804030504040204" pitchFamily="34" charset="0"/>
                <a:ea typeface="宋体" charset="-122"/>
                <a:sym typeface="+mn-ea"/>
              </a:rPr>
              <a:t> B</a:t>
            </a:r>
          </a:p>
          <a:p>
            <a:pPr defTabSz="425450" eaLnBrk="1" hangingPunct="1">
              <a:defRPr/>
            </a:pPr>
            <a:r>
              <a:rPr lang="en-GB" altLang="zh-CN" sz="2400" dirty="0">
                <a:effectLst>
                  <a:outerShdw blurRad="38100" dist="38100" dir="2700000" algn="tl">
                    <a:srgbClr val="000000"/>
                  </a:outerShdw>
                </a:effectLst>
                <a:latin typeface="Verdana" panose="020B0804030504040204" pitchFamily="34" charset="0"/>
                <a:ea typeface="宋体" charset="-122"/>
                <a:sym typeface="+mn-ea"/>
              </a:rPr>
              <a:t>{		</a:t>
            </a:r>
            <a:r>
              <a:rPr lang="en-GB" altLang="zh-CN" sz="2400" dirty="0" err="1">
                <a:effectLst>
                  <a:outerShdw blurRad="38100" dist="38100" dir="2700000" algn="tl">
                    <a:srgbClr val="000000"/>
                  </a:outerShdw>
                </a:effectLst>
                <a:latin typeface="Verdana" panose="020B0804030504040204" pitchFamily="34" charset="0"/>
                <a:ea typeface="宋体" charset="-122"/>
                <a:sym typeface="+mn-ea"/>
              </a:rPr>
              <a:t>int</a:t>
            </a:r>
            <a:r>
              <a:rPr lang="en-GB" altLang="zh-CN" sz="2400" dirty="0">
                <a:effectLst>
                  <a:outerShdw blurRad="38100" dist="38100" dir="2700000" algn="tl">
                    <a:srgbClr val="000000"/>
                  </a:outerShdw>
                </a:effectLst>
                <a:latin typeface="Verdana" panose="020B0804030504040204" pitchFamily="34" charset="0"/>
                <a:ea typeface="宋体" charset="-122"/>
                <a:sym typeface="+mn-ea"/>
              </a:rPr>
              <a:t> r;</a:t>
            </a:r>
          </a:p>
          <a:p>
            <a:pPr defTabSz="425450" eaLnBrk="1" hangingPunct="1">
              <a:defRPr/>
            </a:pPr>
            <a:r>
              <a:rPr lang="en-GB" altLang="zh-CN" sz="2400" dirty="0">
                <a:effectLst>
                  <a:outerShdw blurRad="38100" dist="38100" dir="2700000" algn="tl">
                    <a:srgbClr val="000000"/>
                  </a:outerShdw>
                </a:effectLst>
                <a:latin typeface="Verdana" panose="020B0804030504040204" pitchFamily="34" charset="0"/>
                <a:ea typeface="宋体" charset="-122"/>
                <a:sym typeface="+mn-ea"/>
              </a:rPr>
              <a:t>	public:</a:t>
            </a:r>
          </a:p>
          <a:p>
            <a:pPr defTabSz="425450" eaLnBrk="1" hangingPunct="1">
              <a:defRPr/>
            </a:pPr>
            <a:r>
              <a:rPr lang="en-GB" altLang="zh-CN" sz="2400" dirty="0">
                <a:effectLst>
                  <a:outerShdw blurRad="38100" dist="38100" dir="2700000" algn="tl">
                    <a:srgbClr val="000000"/>
                  </a:outerShdw>
                </a:effectLst>
                <a:latin typeface="Verdana" panose="020B0804030504040204" pitchFamily="34" charset="0"/>
                <a:ea typeface="宋体" charset="-122"/>
                <a:sym typeface="+mn-ea"/>
              </a:rPr>
              <a:t>		void fc();</a:t>
            </a:r>
          </a:p>
          <a:p>
            <a:pPr defTabSz="425450" eaLnBrk="1" hangingPunct="1">
              <a:defRPr/>
            </a:pPr>
            <a:r>
              <a:rPr lang="en-GB" altLang="zh-CN" sz="2400" dirty="0">
                <a:effectLst>
                  <a:outerShdw blurRad="38100" dist="38100" dir="2700000" algn="tl">
                    <a:srgbClr val="000000"/>
                  </a:outerShdw>
                </a:effectLst>
                <a:latin typeface="Verdana" panose="020B0804030504040204" pitchFamily="34" charset="0"/>
                <a:ea typeface="宋体" charset="-122"/>
                <a:sym typeface="+mn-ea"/>
              </a:rPr>
              <a:t>};</a:t>
            </a:r>
          </a:p>
          <a:p>
            <a:pPr defTabSz="425450" eaLnBrk="1" hangingPunct="1">
              <a:defRPr/>
            </a:pPr>
            <a:r>
              <a:rPr lang="en-GB" altLang="zh-CN" sz="2400" dirty="0">
                <a:effectLst>
                  <a:outerShdw blurRad="38100" dist="38100" dir="2700000" algn="tl">
                    <a:srgbClr val="000000"/>
                  </a:outerShdw>
                </a:effectLst>
                <a:latin typeface="Verdana" panose="020B0804030504040204" pitchFamily="34" charset="0"/>
                <a:ea typeface="宋体" charset="-122"/>
                <a:sym typeface="+mn-ea"/>
              </a:rPr>
              <a:t>......</a:t>
            </a:r>
          </a:p>
          <a:p>
            <a:pPr defTabSz="425450" eaLnBrk="1" hangingPunct="1">
              <a:defRPr/>
            </a:pPr>
            <a:r>
              <a:rPr lang="en-US" altLang="zh-CN" sz="2400" dirty="0">
                <a:effectLst>
                  <a:outerShdw blurRad="38100" dist="38100" dir="2700000" algn="tl">
                    <a:srgbClr val="000000"/>
                  </a:outerShdw>
                </a:effectLst>
                <a:latin typeface="Verdana" panose="020B0804030504040204" pitchFamily="34" charset="0"/>
                <a:ea typeface="宋体" charset="-122"/>
                <a:sym typeface="+mn-ea"/>
              </a:rPr>
              <a:t>C </a:t>
            </a:r>
            <a:r>
              <a:rPr lang="en-US" altLang="zh-CN" sz="2400" dirty="0" err="1">
                <a:effectLst>
                  <a:outerShdw blurRad="38100" dist="38100" dir="2700000" algn="tl">
                    <a:srgbClr val="000000"/>
                  </a:outerShdw>
                </a:effectLst>
                <a:latin typeface="Verdana" panose="020B0804030504040204" pitchFamily="34" charset="0"/>
                <a:ea typeface="宋体" charset="-122"/>
                <a:sym typeface="+mn-ea"/>
              </a:rPr>
              <a:t>c</a:t>
            </a:r>
            <a:r>
              <a:rPr lang="en-US" altLang="zh-CN" sz="2400" dirty="0">
                <a:effectLst>
                  <a:outerShdw blurRad="38100" dist="38100" dir="2700000" algn="tl">
                    <a:srgbClr val="000000"/>
                  </a:outerShdw>
                </a:effectLst>
                <a:latin typeface="Verdana" panose="020B0804030504040204" pitchFamily="34" charset="0"/>
                <a:ea typeface="宋体" charset="-122"/>
                <a:sym typeface="+mn-ea"/>
              </a:rPr>
              <a:t>;</a:t>
            </a:r>
          </a:p>
          <a:p>
            <a:pPr defTabSz="425450" eaLnBrk="1" hangingPunct="1">
              <a:defRPr/>
            </a:pPr>
            <a:r>
              <a:rPr lang="en-US" altLang="zh-CN" sz="2400" dirty="0" err="1">
                <a:effectLst>
                  <a:outerShdw blurRad="38100" dist="38100" dir="2700000" algn="tl">
                    <a:srgbClr val="000000"/>
                  </a:outerShdw>
                </a:effectLst>
                <a:latin typeface="Verdana" panose="020B0804030504040204" pitchFamily="34" charset="0"/>
                <a:ea typeface="宋体" charset="-122"/>
                <a:sym typeface="+mn-ea"/>
              </a:rPr>
              <a:t>c.fa</a:t>
            </a:r>
            <a:r>
              <a:rPr lang="en-US" altLang="zh-CN" sz="2400" dirty="0">
                <a:effectLst>
                  <a:outerShdw blurRad="38100" dist="38100" dir="2700000" algn="tl">
                    <a:srgbClr val="000000"/>
                  </a:outerShdw>
                </a:effectLst>
                <a:latin typeface="Verdana" panose="020B0804030504040204" pitchFamily="34" charset="0"/>
                <a:ea typeface="宋体" charset="-122"/>
                <a:sym typeface="+mn-ea"/>
              </a:rPr>
              <a:t>(); //OK</a:t>
            </a:r>
          </a:p>
          <a:p>
            <a:pPr defTabSz="425450" eaLnBrk="1" hangingPunct="1">
              <a:defRPr/>
            </a:pPr>
            <a:r>
              <a:rPr lang="en-US" altLang="zh-CN" sz="2400" dirty="0" err="1">
                <a:effectLst>
                  <a:outerShdw blurRad="38100" dist="38100" dir="2700000" algn="tl">
                    <a:srgbClr val="000000"/>
                  </a:outerShdw>
                </a:effectLst>
                <a:latin typeface="Verdana" panose="020B0804030504040204" pitchFamily="34" charset="0"/>
                <a:ea typeface="宋体" charset="-122"/>
                <a:sym typeface="+mn-ea"/>
              </a:rPr>
              <a:t>c.fb</a:t>
            </a:r>
            <a:r>
              <a:rPr lang="en-US" altLang="zh-CN" sz="2400" dirty="0">
                <a:effectLst>
                  <a:outerShdw blurRad="38100" dist="38100" dir="2700000" algn="tl">
                    <a:srgbClr val="000000"/>
                  </a:outerShdw>
                </a:effectLst>
                <a:latin typeface="Verdana" panose="020B0804030504040204" pitchFamily="34" charset="0"/>
                <a:ea typeface="宋体" charset="-122"/>
                <a:sym typeface="+mn-ea"/>
              </a:rPr>
              <a:t>(); //OK</a:t>
            </a:r>
          </a:p>
          <a:p>
            <a:pPr defTabSz="425450" eaLnBrk="1" hangingPunct="1">
              <a:defRPr/>
            </a:pPr>
            <a:r>
              <a:rPr lang="en-US" altLang="zh-CN" sz="2400" dirty="0" err="1">
                <a:effectLst>
                  <a:outerShdw blurRad="38100" dist="38100" dir="2700000" algn="tl">
                    <a:srgbClr val="000000"/>
                  </a:outerShdw>
                </a:effectLst>
                <a:latin typeface="Verdana" panose="020B0804030504040204" pitchFamily="34" charset="0"/>
                <a:ea typeface="宋体" charset="-122"/>
                <a:sym typeface="+mn-ea"/>
              </a:rPr>
              <a:t>c.fc</a:t>
            </a:r>
            <a:r>
              <a:rPr lang="en-US" altLang="zh-CN" sz="2400" dirty="0">
                <a:effectLst>
                  <a:outerShdw blurRad="38100" dist="38100" dir="2700000" algn="tl">
                    <a:srgbClr val="000000"/>
                  </a:outerShdw>
                </a:effectLst>
                <a:latin typeface="Verdana" panose="020B0804030504040204" pitchFamily="34" charset="0"/>
                <a:ea typeface="宋体" charset="-122"/>
                <a:sym typeface="+mn-ea"/>
              </a:rPr>
              <a:t>(); //OK</a:t>
            </a:r>
          </a:p>
        </p:txBody>
      </p:sp>
      <p:sp>
        <p:nvSpPr>
          <p:cNvPr id="614401" name="Text Box 1">
            <a:extLst>
              <a:ext uri="{FF2B5EF4-FFF2-40B4-BE49-F238E27FC236}">
                <a16:creationId xmlns:a16="http://schemas.microsoft.com/office/drawing/2014/main" id="{EC5648FF-0B33-6FBF-13C8-8A9335348442}"/>
              </a:ext>
            </a:extLst>
          </p:cNvPr>
          <p:cNvSpPr txBox="1">
            <a:spLocks noChangeArrowheads="1"/>
          </p:cNvSpPr>
          <p:nvPr/>
        </p:nvSpPr>
        <p:spPr bwMode="auto">
          <a:xfrm>
            <a:off x="250825" y="4379913"/>
            <a:ext cx="4105275" cy="2111375"/>
          </a:xfrm>
          <a:prstGeom prst="rect">
            <a:avLst/>
          </a:prstGeom>
          <a:noFill/>
          <a:ln w="9525">
            <a:noFill/>
            <a:miter lim="800000"/>
          </a:ln>
          <a:effectLst/>
        </p:spPr>
        <p:txBody>
          <a:bodyPr lIns="92075" tIns="46038" rIns="92075" bIns="46038">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804030504040204" pitchFamily="34" charset="0"/>
                <a:ea typeface="宋体" charset="-122"/>
              </a:defRPr>
            </a:lvl1pPr>
            <a:lvl2pPr marL="742950" indent="-285750">
              <a:spcBef>
                <a:spcPct val="20000"/>
              </a:spcBef>
              <a:buClr>
                <a:schemeClr val="tx1"/>
              </a:buClr>
              <a:buChar char="•"/>
              <a:defRPr sz="2800">
                <a:solidFill>
                  <a:schemeClr val="tx1"/>
                </a:solidFill>
                <a:latin typeface="Verdana" panose="020B0804030504040204" pitchFamily="34" charset="0"/>
                <a:ea typeface="宋体"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804030504040204" pitchFamily="34" charset="0"/>
                <a:ea typeface="宋体" charset="-122"/>
              </a:defRPr>
            </a:lvl3pPr>
            <a:lvl4pPr marL="1600200" indent="-228600">
              <a:spcBef>
                <a:spcPct val="20000"/>
              </a:spcBef>
              <a:buClr>
                <a:schemeClr val="tx2"/>
              </a:buClr>
              <a:buChar char="•"/>
              <a:defRPr sz="2000">
                <a:solidFill>
                  <a:schemeClr val="tx1"/>
                </a:solidFill>
                <a:latin typeface="Verdana" panose="020B0804030504040204" pitchFamily="34" charset="0"/>
                <a:ea typeface="宋体"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9pPr>
          </a:lstStyle>
          <a:p>
            <a:pPr eaLnBrk="1" hangingPunct="1">
              <a:spcBef>
                <a:spcPct val="0"/>
              </a:spcBef>
              <a:buClrTx/>
              <a:buSzTx/>
              <a:buFontTx/>
              <a:buChar char="•"/>
              <a:defRPr/>
            </a:pPr>
            <a:r>
              <a:rPr lang="zh-CN" altLang="en-GB" sz="2800">
                <a:effectLst>
                  <a:outerShdw blurRad="38100" dist="38100" dir="2700000" algn="tl">
                    <a:srgbClr val="000000"/>
                  </a:outerShdw>
                </a:effectLst>
                <a:sym typeface="+mn-ea"/>
              </a:rPr>
              <a:t> </a:t>
            </a:r>
            <a:r>
              <a:rPr lang="zh-CN" altLang="en-GB" sz="2400">
                <a:effectLst>
                  <a:outerShdw blurRad="38100" dist="38100" dir="2700000" algn="tl">
                    <a:srgbClr val="000000"/>
                  </a:outerShdw>
                </a:effectLst>
                <a:sym typeface="+mn-ea"/>
              </a:rPr>
              <a:t>对象</a:t>
            </a:r>
            <a:r>
              <a:rPr lang="en-GB" altLang="zh-CN" sz="2400">
                <a:effectLst>
                  <a:outerShdw blurRad="38100" dist="38100" dir="2700000" algn="tl">
                    <a:srgbClr val="000000"/>
                  </a:outerShdw>
                </a:effectLst>
                <a:sym typeface="+mn-ea"/>
              </a:rPr>
              <a:t>c</a:t>
            </a:r>
            <a:r>
              <a:rPr lang="zh-CN" altLang="en-GB" sz="2400">
                <a:effectLst>
                  <a:outerShdw blurRad="38100" dist="38100" dir="2700000" algn="tl">
                    <a:srgbClr val="000000"/>
                  </a:outerShdw>
                </a:effectLst>
                <a:sym typeface="+mn-ea"/>
              </a:rPr>
              <a:t>的内存空间布局是：   	              </a:t>
            </a:r>
            <a:r>
              <a:rPr lang="en-GB" altLang="zh-CN" sz="2400">
                <a:effectLst>
                  <a:outerShdw blurRad="38100" dist="38100" dir="2700000" algn="tl">
                    <a:srgbClr val="000000"/>
                  </a:outerShdw>
                </a:effectLst>
                <a:sym typeface="+mn-ea"/>
              </a:rPr>
              <a:t>c</a:t>
            </a:r>
          </a:p>
          <a:p>
            <a:pPr eaLnBrk="1" hangingPunct="1">
              <a:spcBef>
                <a:spcPct val="0"/>
              </a:spcBef>
              <a:buClrTx/>
              <a:buSzTx/>
              <a:buFontTx/>
              <a:buNone/>
              <a:defRPr/>
            </a:pPr>
            <a:r>
              <a:rPr lang="en-GB" altLang="zh-CN" sz="2400">
                <a:effectLst>
                  <a:outerShdw blurRad="38100" dist="38100" dir="2700000" algn="tl">
                    <a:srgbClr val="000000"/>
                  </a:outerShdw>
                </a:effectLst>
                <a:sym typeface="+mn-ea"/>
              </a:rPr>
              <a:t>	A::m</a:t>
            </a:r>
          </a:p>
          <a:p>
            <a:pPr eaLnBrk="1" hangingPunct="1">
              <a:lnSpc>
                <a:spcPct val="130000"/>
              </a:lnSpc>
              <a:spcBef>
                <a:spcPct val="0"/>
              </a:spcBef>
              <a:buClrTx/>
              <a:buSzTx/>
              <a:buFontTx/>
              <a:buNone/>
              <a:defRPr/>
            </a:pPr>
            <a:r>
              <a:rPr lang="en-GB" altLang="zh-CN" sz="2400">
                <a:effectLst>
                  <a:outerShdw blurRad="38100" dist="38100" dir="2700000" algn="tl">
                    <a:srgbClr val="000000"/>
                  </a:outerShdw>
                </a:effectLst>
                <a:sym typeface="+mn-ea"/>
              </a:rPr>
              <a:t>	B::n</a:t>
            </a:r>
          </a:p>
          <a:p>
            <a:pPr eaLnBrk="1" hangingPunct="1">
              <a:spcBef>
                <a:spcPct val="0"/>
              </a:spcBef>
              <a:buClrTx/>
              <a:buSzTx/>
              <a:buFontTx/>
              <a:buNone/>
              <a:defRPr/>
            </a:pPr>
            <a:r>
              <a:rPr lang="en-GB" altLang="zh-CN" sz="2400">
                <a:effectLst>
                  <a:outerShdw blurRad="38100" dist="38100" dir="2700000" algn="tl">
                    <a:srgbClr val="000000"/>
                  </a:outerShdw>
                </a:effectLst>
                <a:sym typeface="+mn-ea"/>
              </a:rPr>
              <a:t>	C::r</a:t>
            </a:r>
            <a:endParaRPr lang="en-US" altLang="zh-CN" sz="2400">
              <a:sym typeface="+mn-ea"/>
            </a:endParaRPr>
          </a:p>
        </p:txBody>
      </p:sp>
      <p:grpSp>
        <p:nvGrpSpPr>
          <p:cNvPr id="10245" name="Group 2">
            <a:extLst>
              <a:ext uri="{FF2B5EF4-FFF2-40B4-BE49-F238E27FC236}">
                <a16:creationId xmlns:a16="http://schemas.microsoft.com/office/drawing/2014/main" id="{451B490B-394F-1091-EF30-168D3BFFD595}"/>
              </a:ext>
            </a:extLst>
          </p:cNvPr>
          <p:cNvGrpSpPr>
            <a:grpSpLocks/>
          </p:cNvGrpSpPr>
          <p:nvPr/>
        </p:nvGrpSpPr>
        <p:grpSpPr bwMode="auto">
          <a:xfrm>
            <a:off x="2339975" y="5302250"/>
            <a:ext cx="1081088" cy="1079500"/>
            <a:chOff x="1519" y="845"/>
            <a:chExt cx="363" cy="366"/>
          </a:xfrm>
        </p:grpSpPr>
        <p:sp>
          <p:nvSpPr>
            <p:cNvPr id="10247" name="Rectangle 3">
              <a:extLst>
                <a:ext uri="{FF2B5EF4-FFF2-40B4-BE49-F238E27FC236}">
                  <a16:creationId xmlns:a16="http://schemas.microsoft.com/office/drawing/2014/main" id="{DD1AA3D2-7F7D-9AC5-2901-6EF148402683}"/>
                </a:ext>
              </a:extLst>
            </p:cNvPr>
            <p:cNvSpPr>
              <a:spLocks noChangeArrowheads="1"/>
            </p:cNvSpPr>
            <p:nvPr/>
          </p:nvSpPr>
          <p:spPr bwMode="auto">
            <a:xfrm>
              <a:off x="1522" y="845"/>
              <a:ext cx="360" cy="3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endParaRPr lang="zh-CN" altLang="en-US" sz="1800"/>
            </a:p>
          </p:txBody>
        </p:sp>
        <p:sp>
          <p:nvSpPr>
            <p:cNvPr id="10248" name="Line 4">
              <a:extLst>
                <a:ext uri="{FF2B5EF4-FFF2-40B4-BE49-F238E27FC236}">
                  <a16:creationId xmlns:a16="http://schemas.microsoft.com/office/drawing/2014/main" id="{677D8B7E-DAEA-072C-291D-8F8387E448F6}"/>
                </a:ext>
              </a:extLst>
            </p:cNvPr>
            <p:cNvSpPr>
              <a:spLocks noChangeShapeType="1"/>
            </p:cNvSpPr>
            <p:nvPr/>
          </p:nvSpPr>
          <p:spPr bwMode="auto">
            <a:xfrm>
              <a:off x="1519" y="970"/>
              <a:ext cx="36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249" name="Line 5">
              <a:extLst>
                <a:ext uri="{FF2B5EF4-FFF2-40B4-BE49-F238E27FC236}">
                  <a16:creationId xmlns:a16="http://schemas.microsoft.com/office/drawing/2014/main" id="{49312354-062A-CA48-D3C5-C409B6B19EA0}"/>
                </a:ext>
              </a:extLst>
            </p:cNvPr>
            <p:cNvSpPr>
              <a:spLocks noChangeShapeType="1"/>
            </p:cNvSpPr>
            <p:nvPr/>
          </p:nvSpPr>
          <p:spPr bwMode="auto">
            <a:xfrm>
              <a:off x="1519" y="1095"/>
              <a:ext cx="36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 name="Rectangle 3">
            <a:extLst>
              <a:ext uri="{FF2B5EF4-FFF2-40B4-BE49-F238E27FC236}">
                <a16:creationId xmlns:a16="http://schemas.microsoft.com/office/drawing/2014/main" id="{DDB39C60-1795-5F34-0CA5-5D88B6C7DBC4}"/>
              </a:ext>
            </a:extLst>
          </p:cNvPr>
          <p:cNvSpPr txBox="1">
            <a:spLocks noChangeArrowheads="1"/>
          </p:cNvSpPr>
          <p:nvPr/>
        </p:nvSpPr>
        <p:spPr bwMode="auto">
          <a:xfrm>
            <a:off x="4572000" y="4487863"/>
            <a:ext cx="4537075" cy="1604962"/>
          </a:xfrm>
          <a:prstGeom prst="rect">
            <a:avLst/>
          </a:prstGeom>
          <a:noFill/>
          <a:ln w="9525">
            <a:noFill/>
            <a:miter lim="800000"/>
          </a:ln>
          <a:effectLst/>
        </p:spPr>
        <p:txBody>
          <a:bodyPr>
            <a:normAutofit/>
          </a:bodyPr>
          <a:lstStyle>
            <a:lvl1pPr marL="342900" indent="-342900">
              <a:spcBef>
                <a:spcPct val="20000"/>
              </a:spcBef>
              <a:buClr>
                <a:schemeClr val="hlink"/>
              </a:buClr>
              <a:buSzPct val="60000"/>
              <a:buFont typeface="Wingdings" panose="05000000000000000000" pitchFamily="2" charset="2"/>
              <a:buChar char="n"/>
              <a:defRPr sz="3200">
                <a:solidFill>
                  <a:schemeClr val="tx1"/>
                </a:solidFill>
                <a:latin typeface="Verdana" panose="020B0804030504040204" pitchFamily="34" charset="0"/>
                <a:ea typeface="宋体" charset="-122"/>
              </a:defRPr>
            </a:lvl1pPr>
            <a:lvl2pPr>
              <a:spcBef>
                <a:spcPct val="20000"/>
              </a:spcBef>
              <a:buClr>
                <a:schemeClr val="tx1"/>
              </a:buClr>
              <a:buChar char="•"/>
              <a:defRPr sz="2800">
                <a:solidFill>
                  <a:schemeClr val="tx1"/>
                </a:solidFill>
                <a:latin typeface="Verdana" panose="020B0804030504040204" pitchFamily="34" charset="0"/>
                <a:ea typeface="宋体"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804030504040204" pitchFamily="34" charset="0"/>
                <a:ea typeface="宋体" charset="-122"/>
              </a:defRPr>
            </a:lvl3pPr>
            <a:lvl4pPr marL="1600200" indent="-228600">
              <a:spcBef>
                <a:spcPct val="20000"/>
              </a:spcBef>
              <a:buClr>
                <a:schemeClr val="tx2"/>
              </a:buClr>
              <a:buChar char="•"/>
              <a:defRPr sz="2000">
                <a:solidFill>
                  <a:schemeClr val="tx1"/>
                </a:solidFill>
                <a:latin typeface="Verdana" panose="020B0804030504040204" pitchFamily="34" charset="0"/>
                <a:ea typeface="宋体"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9pPr>
          </a:lstStyle>
          <a:p>
            <a:pPr eaLnBrk="1" hangingPunct="1">
              <a:lnSpc>
                <a:spcPct val="80000"/>
              </a:lnSpc>
              <a:defRPr/>
            </a:pPr>
            <a:r>
              <a:rPr lang="zh-CN" altLang="en-GB" sz="2500">
                <a:effectLst>
                  <a:outerShdw blurRad="38100" dist="38100" dir="2700000" algn="tl">
                    <a:srgbClr val="000000"/>
                  </a:outerShdw>
                </a:effectLst>
                <a:sym typeface="+mn-ea"/>
              </a:rPr>
              <a:t>构造函数的执行次序是：</a:t>
            </a:r>
          </a:p>
          <a:p>
            <a:pPr lvl="1" eaLnBrk="1" hangingPunct="1">
              <a:buFontTx/>
              <a:buNone/>
              <a:defRPr/>
            </a:pPr>
            <a:r>
              <a:rPr lang="en-GB" altLang="zh-CN" sz="2200">
                <a:effectLst>
                  <a:outerShdw blurRad="38100" dist="38100" dir="2700000" algn="tl">
                    <a:srgbClr val="000000"/>
                  </a:outerShdw>
                </a:effectLst>
                <a:sym typeface="+mn-ea"/>
              </a:rPr>
              <a:t>A()</a:t>
            </a:r>
            <a:r>
              <a:rPr lang="zh-CN" altLang="en-GB" sz="2200">
                <a:effectLst>
                  <a:outerShdw blurRad="38100" dist="38100" dir="2700000" algn="tl">
                    <a:srgbClr val="000000"/>
                  </a:outerShdw>
                </a:effectLst>
                <a:sym typeface="+mn-ea"/>
              </a:rPr>
              <a:t>、</a:t>
            </a:r>
            <a:r>
              <a:rPr lang="en-GB" altLang="zh-CN" sz="2200">
                <a:effectLst>
                  <a:outerShdw blurRad="38100" dist="38100" dir="2700000" algn="tl">
                    <a:srgbClr val="000000"/>
                  </a:outerShdw>
                </a:effectLst>
                <a:sym typeface="+mn-ea"/>
              </a:rPr>
              <a:t>B()</a:t>
            </a:r>
            <a:r>
              <a:rPr lang="zh-CN" altLang="en-GB" sz="2200">
                <a:effectLst>
                  <a:outerShdw blurRad="38100" dist="38100" dir="2700000" algn="tl">
                    <a:srgbClr val="000000"/>
                  </a:outerShdw>
                </a:effectLst>
                <a:sym typeface="+mn-ea"/>
              </a:rPr>
              <a:t>、</a:t>
            </a:r>
            <a:r>
              <a:rPr lang="en-GB" altLang="zh-CN" sz="2200">
                <a:effectLst>
                  <a:outerShdw blurRad="38100" dist="38100" dir="2700000" algn="tl">
                    <a:srgbClr val="000000"/>
                  </a:outerShdw>
                </a:effectLst>
                <a:sym typeface="+mn-ea"/>
              </a:rPr>
              <a:t>C()</a:t>
            </a:r>
          </a:p>
          <a:p>
            <a:pPr lvl="1" eaLnBrk="1" hangingPunct="1">
              <a:buFontTx/>
              <a:buNone/>
              <a:defRPr/>
            </a:pPr>
            <a:r>
              <a:rPr lang="zh-CN" altLang="en-GB" sz="2200">
                <a:effectLst>
                  <a:outerShdw blurRad="38100" dist="38100" dir="2700000" algn="tl">
                    <a:srgbClr val="000000"/>
                  </a:outerShdw>
                </a:effectLst>
                <a:sym typeface="+mn-ea"/>
              </a:rPr>
              <a:t>（</a:t>
            </a:r>
            <a:r>
              <a:rPr lang="en-GB" altLang="zh-CN" sz="2200">
                <a:solidFill>
                  <a:schemeClr val="folHlink"/>
                </a:solidFill>
                <a:effectLst>
                  <a:outerShdw blurRad="38100" dist="38100" dir="2700000" algn="tl">
                    <a:srgbClr val="000000"/>
                  </a:outerShdw>
                </a:effectLst>
                <a:sym typeface="+mn-ea"/>
              </a:rPr>
              <a:t>A()</a:t>
            </a:r>
            <a:r>
              <a:rPr lang="zh-CN" altLang="en-GB" sz="2200">
                <a:solidFill>
                  <a:schemeClr val="folHlink"/>
                </a:solidFill>
                <a:effectLst>
                  <a:outerShdw blurRad="38100" dist="38100" dir="2700000" algn="tl">
                    <a:srgbClr val="000000"/>
                  </a:outerShdw>
                </a:effectLst>
                <a:sym typeface="+mn-ea"/>
              </a:rPr>
              <a:t>和</a:t>
            </a:r>
            <a:r>
              <a:rPr lang="en-GB" altLang="zh-CN" sz="2200">
                <a:solidFill>
                  <a:schemeClr val="folHlink"/>
                </a:solidFill>
                <a:effectLst>
                  <a:outerShdw blurRad="38100" dist="38100" dir="2700000" algn="tl">
                    <a:srgbClr val="000000"/>
                  </a:outerShdw>
                </a:effectLst>
                <a:sym typeface="+mn-ea"/>
              </a:rPr>
              <a:t>B()</a:t>
            </a:r>
            <a:r>
              <a:rPr lang="zh-CN" altLang="en-GB" sz="2200">
                <a:solidFill>
                  <a:schemeClr val="folHlink"/>
                </a:solidFill>
                <a:effectLst>
                  <a:outerShdw blurRad="38100" dist="38100" dir="2700000" algn="tl">
                    <a:srgbClr val="000000"/>
                  </a:outerShdw>
                </a:effectLst>
                <a:sym typeface="+mn-ea"/>
              </a:rPr>
              <a:t>实际是在</a:t>
            </a:r>
            <a:r>
              <a:rPr lang="en-GB" altLang="zh-CN" sz="2200">
                <a:solidFill>
                  <a:schemeClr val="folHlink"/>
                </a:solidFill>
                <a:effectLst>
                  <a:outerShdw blurRad="38100" dist="38100" dir="2700000" algn="tl">
                    <a:srgbClr val="000000"/>
                  </a:outerShdw>
                </a:effectLst>
                <a:sym typeface="+mn-ea"/>
              </a:rPr>
              <a:t>C()</a:t>
            </a:r>
            <a:r>
              <a:rPr lang="zh-CN" altLang="en-GB" sz="2200">
                <a:solidFill>
                  <a:schemeClr val="folHlink"/>
                </a:solidFill>
                <a:effectLst>
                  <a:outerShdw blurRad="38100" dist="38100" dir="2700000" algn="tl">
                    <a:srgbClr val="000000"/>
                  </a:outerShdw>
                </a:effectLst>
                <a:sym typeface="+mn-ea"/>
              </a:rPr>
              <a:t>的成员初始化表中调用。</a:t>
            </a:r>
            <a:r>
              <a:rPr lang="zh-CN" altLang="en-GB" sz="2200">
                <a:effectLst>
                  <a:outerShdw blurRad="38100" dist="38100" dir="2700000" algn="tl">
                    <a:srgbClr val="000000"/>
                  </a:outerShdw>
                </a:effectLst>
                <a:sym typeface="+mn-ea"/>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ED36BC2-A2AD-41BD-4D33-269029E97E91}"/>
              </a:ext>
            </a:extLst>
          </p:cNvPr>
          <p:cNvSpPr>
            <a:spLocks noGrp="1"/>
          </p:cNvSpPr>
          <p:nvPr>
            <p:ph idx="1"/>
          </p:nvPr>
        </p:nvSpPr>
        <p:spPr>
          <a:xfrm>
            <a:off x="457200" y="115888"/>
            <a:ext cx="8435975" cy="6742112"/>
          </a:xfrm>
        </p:spPr>
        <p:txBody>
          <a:bodyPr>
            <a:normAutofit/>
          </a:bodyPr>
          <a:lstStyle/>
          <a:p>
            <a:pPr eaLnBrk="1" hangingPunct="1">
              <a:lnSpc>
                <a:spcPct val="110000"/>
              </a:lnSpc>
              <a:defRPr/>
            </a:pPr>
            <a:r>
              <a:rPr lang="zh-CN" altLang="en-US" sz="2700" dirty="0"/>
              <a:t>需要</a:t>
            </a:r>
            <a:r>
              <a:rPr lang="en-US" altLang="zh-CN" sz="2700" dirty="0"/>
              <a:t>A</a:t>
            </a:r>
            <a:r>
              <a:rPr lang="zh-CN" altLang="en-US" sz="2700" dirty="0"/>
              <a:t>类或</a:t>
            </a:r>
            <a:r>
              <a:rPr lang="en-US" altLang="zh-CN" sz="2700" dirty="0"/>
              <a:t>B</a:t>
            </a:r>
            <a:r>
              <a:rPr lang="zh-CN" altLang="en-US" sz="2700" dirty="0"/>
              <a:t>类对象的地方可以用</a:t>
            </a:r>
            <a:r>
              <a:rPr lang="en-US" altLang="zh-CN" sz="2700" dirty="0"/>
              <a:t>C</a:t>
            </a:r>
            <a:r>
              <a:rPr lang="zh-CN" altLang="en-US" sz="2700" dirty="0"/>
              <a:t>类对象去替代。</a:t>
            </a:r>
            <a:endParaRPr lang="en-US" altLang="zh-CN" sz="2700" dirty="0"/>
          </a:p>
          <a:p>
            <a:pPr eaLnBrk="1" hangingPunct="1">
              <a:lnSpc>
                <a:spcPct val="110000"/>
              </a:lnSpc>
              <a:defRPr/>
            </a:pPr>
            <a:r>
              <a:rPr lang="zh-CN" altLang="en-US" sz="2700" dirty="0"/>
              <a:t>把多继承派生类对象的地址赋给基类的指针时将会自动进行地址调整。例如，对于前面的三个类：</a:t>
            </a:r>
            <a:endParaRPr lang="en-US" altLang="zh-CN" sz="2700" dirty="0"/>
          </a:p>
          <a:p>
            <a:pPr marL="457200" lvl="1" indent="0">
              <a:lnSpc>
                <a:spcPct val="110000"/>
              </a:lnSpc>
              <a:buFontTx/>
              <a:buNone/>
              <a:defRPr/>
            </a:pPr>
            <a:r>
              <a:rPr lang="en-US" altLang="zh-CN" sz="2400" dirty="0"/>
              <a:t>C </a:t>
            </a:r>
            <a:r>
              <a:rPr lang="en-US" altLang="zh-CN" sz="2400" dirty="0" err="1"/>
              <a:t>c</a:t>
            </a:r>
            <a:r>
              <a:rPr lang="en-US" altLang="zh-CN" sz="2400" dirty="0"/>
              <a:t>;</a:t>
            </a:r>
          </a:p>
          <a:p>
            <a:pPr marL="457200" lvl="1" indent="0">
              <a:lnSpc>
                <a:spcPct val="110000"/>
              </a:lnSpc>
              <a:buFontTx/>
              <a:buNone/>
              <a:defRPr/>
            </a:pPr>
            <a:r>
              <a:rPr lang="en-US" altLang="zh-CN" sz="2400" dirty="0"/>
              <a:t>A *pa=&amp;c;              </a:t>
            </a:r>
            <a:r>
              <a:rPr lang="en-US" altLang="zh-CN" sz="2400" dirty="0" err="1"/>
              <a:t>c.fa</a:t>
            </a:r>
            <a:r>
              <a:rPr lang="en-US" altLang="zh-CN" sz="2400" dirty="0"/>
              <a:t>();--&gt;A::fa(this);</a:t>
            </a:r>
          </a:p>
          <a:p>
            <a:pPr marL="457200" lvl="1" indent="0">
              <a:lnSpc>
                <a:spcPct val="110000"/>
              </a:lnSpc>
              <a:buFontTx/>
              <a:buNone/>
              <a:defRPr/>
            </a:pPr>
            <a:r>
              <a:rPr lang="en-US" altLang="zh-CN" sz="2400" dirty="0"/>
              <a:t>B *</a:t>
            </a:r>
            <a:r>
              <a:rPr lang="en-US" altLang="zh-CN" sz="2400" dirty="0" err="1">
                <a:solidFill>
                  <a:srgbClr val="FFC000"/>
                </a:solidFill>
              </a:rPr>
              <a:t>pb</a:t>
            </a:r>
            <a:r>
              <a:rPr lang="en-US" altLang="zh-CN" sz="2400" dirty="0"/>
              <a:t>=&amp;c;              </a:t>
            </a:r>
            <a:r>
              <a:rPr lang="en-US" altLang="zh-CN" sz="2400" dirty="0" err="1"/>
              <a:t>c.fb</a:t>
            </a:r>
            <a:r>
              <a:rPr lang="en-US" altLang="zh-CN" sz="2400" dirty="0"/>
              <a:t>();--&gt;B::fb(</a:t>
            </a:r>
            <a:r>
              <a:rPr lang="en-US" altLang="zh-CN" sz="2400" dirty="0">
                <a:solidFill>
                  <a:srgbClr val="FFC000"/>
                </a:solidFill>
              </a:rPr>
              <a:t>this</a:t>
            </a:r>
            <a:r>
              <a:rPr lang="en-US" altLang="zh-CN" sz="2400" dirty="0"/>
              <a:t>); </a:t>
            </a:r>
          </a:p>
          <a:p>
            <a:pPr marL="457200" lvl="1" indent="0">
              <a:lnSpc>
                <a:spcPct val="110000"/>
              </a:lnSpc>
              <a:buFontTx/>
              <a:buNone/>
              <a:defRPr/>
            </a:pPr>
            <a:r>
              <a:rPr lang="en-US" altLang="zh-CN" sz="2400" dirty="0"/>
              <a:t>                c</a:t>
            </a:r>
          </a:p>
          <a:p>
            <a:pPr marL="457200" lvl="1" indent="0">
              <a:lnSpc>
                <a:spcPct val="110000"/>
              </a:lnSpc>
              <a:buFontTx/>
              <a:buNone/>
              <a:defRPr/>
            </a:pPr>
            <a:r>
              <a:rPr lang="pt-BR" altLang="zh-CN" sz="2400" dirty="0"/>
              <a:t>A::m</a:t>
            </a:r>
          </a:p>
          <a:p>
            <a:pPr marL="457200" lvl="1" indent="0">
              <a:lnSpc>
                <a:spcPct val="110000"/>
              </a:lnSpc>
              <a:buFontTx/>
              <a:buNone/>
              <a:defRPr/>
            </a:pPr>
            <a:r>
              <a:rPr lang="pt-BR" altLang="zh-CN" sz="2400" dirty="0"/>
              <a:t>B::n</a:t>
            </a:r>
          </a:p>
          <a:p>
            <a:pPr marL="457200" lvl="1" indent="0">
              <a:lnSpc>
                <a:spcPct val="110000"/>
              </a:lnSpc>
              <a:buFontTx/>
              <a:buNone/>
              <a:defRPr/>
            </a:pPr>
            <a:r>
              <a:rPr lang="pt-BR" altLang="zh-CN" sz="2400" dirty="0"/>
              <a:t>C::r</a:t>
            </a:r>
          </a:p>
          <a:p>
            <a:pPr marL="457200" lvl="1" indent="0">
              <a:lnSpc>
                <a:spcPct val="110000"/>
              </a:lnSpc>
              <a:defRPr/>
            </a:pPr>
            <a:r>
              <a:rPr lang="zh-CN" altLang="en-US" sz="2400" dirty="0"/>
              <a:t>通过</a:t>
            </a:r>
            <a:r>
              <a:rPr lang="en-US" altLang="zh-CN" sz="2400" dirty="0"/>
              <a:t>pa</a:t>
            </a:r>
            <a:r>
              <a:rPr lang="zh-CN" altLang="en-US" sz="2400" dirty="0"/>
              <a:t>只能访问到</a:t>
            </a:r>
            <a:r>
              <a:rPr lang="en-US" altLang="zh-CN" sz="2400" dirty="0"/>
              <a:t>A</a:t>
            </a:r>
            <a:r>
              <a:rPr lang="zh-CN" altLang="en-US" sz="2400" dirty="0"/>
              <a:t>类和</a:t>
            </a:r>
            <a:r>
              <a:rPr lang="en-US" altLang="zh-CN" sz="2400" dirty="0"/>
              <a:t>C</a:t>
            </a:r>
            <a:r>
              <a:rPr lang="zh-CN" altLang="en-US" sz="2400" dirty="0"/>
              <a:t>类中的内容，但不会访问到</a:t>
            </a:r>
            <a:r>
              <a:rPr lang="en-US" altLang="zh-CN" sz="2400" dirty="0"/>
              <a:t>B</a:t>
            </a:r>
            <a:r>
              <a:rPr lang="zh-CN" altLang="en-US" sz="2400" dirty="0"/>
              <a:t>类中的内容。同样，通过</a:t>
            </a:r>
            <a:r>
              <a:rPr lang="en-US" altLang="zh-CN" sz="2400" dirty="0" err="1"/>
              <a:t>pb</a:t>
            </a:r>
            <a:r>
              <a:rPr lang="zh-CN" altLang="en-US" sz="2400" dirty="0"/>
              <a:t>只能访问到</a:t>
            </a:r>
            <a:r>
              <a:rPr lang="en-US" altLang="zh-CN" sz="2400" dirty="0"/>
              <a:t>B</a:t>
            </a:r>
            <a:r>
              <a:rPr lang="zh-CN" altLang="en-US" sz="2400" dirty="0"/>
              <a:t>类和</a:t>
            </a:r>
            <a:r>
              <a:rPr lang="en-US" altLang="zh-CN" sz="2400" dirty="0"/>
              <a:t>C</a:t>
            </a:r>
            <a:r>
              <a:rPr lang="zh-CN" altLang="en-US" sz="2400" dirty="0"/>
              <a:t>类中的内容，但不会访问到</a:t>
            </a:r>
            <a:r>
              <a:rPr lang="en-US" altLang="zh-CN" sz="2400" dirty="0"/>
              <a:t>A</a:t>
            </a:r>
            <a:r>
              <a:rPr lang="zh-CN" altLang="en-US" sz="2400" dirty="0"/>
              <a:t>类中的内容。</a:t>
            </a:r>
            <a:endParaRPr lang="en-US" altLang="zh-CN" sz="2400" dirty="0"/>
          </a:p>
        </p:txBody>
      </p:sp>
      <p:grpSp>
        <p:nvGrpSpPr>
          <p:cNvPr id="11267" name="Group 2">
            <a:extLst>
              <a:ext uri="{FF2B5EF4-FFF2-40B4-BE49-F238E27FC236}">
                <a16:creationId xmlns:a16="http://schemas.microsoft.com/office/drawing/2014/main" id="{5EC23FD7-6E16-2A5C-9ACC-094895DA9135}"/>
              </a:ext>
            </a:extLst>
          </p:cNvPr>
          <p:cNvGrpSpPr>
            <a:grpSpLocks/>
          </p:cNvGrpSpPr>
          <p:nvPr/>
        </p:nvGrpSpPr>
        <p:grpSpPr bwMode="auto">
          <a:xfrm>
            <a:off x="2195513" y="3502025"/>
            <a:ext cx="1296987" cy="1439863"/>
            <a:chOff x="1519" y="845"/>
            <a:chExt cx="363" cy="366"/>
          </a:xfrm>
        </p:grpSpPr>
        <p:sp>
          <p:nvSpPr>
            <p:cNvPr id="11272" name="Rectangle 3">
              <a:extLst>
                <a:ext uri="{FF2B5EF4-FFF2-40B4-BE49-F238E27FC236}">
                  <a16:creationId xmlns:a16="http://schemas.microsoft.com/office/drawing/2014/main" id="{4C7368C8-C7E6-0295-3796-7DE53C890A7E}"/>
                </a:ext>
              </a:extLst>
            </p:cNvPr>
            <p:cNvSpPr>
              <a:spLocks noChangeArrowheads="1"/>
            </p:cNvSpPr>
            <p:nvPr/>
          </p:nvSpPr>
          <p:spPr bwMode="auto">
            <a:xfrm>
              <a:off x="1522" y="845"/>
              <a:ext cx="360" cy="3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endParaRPr lang="zh-CN" altLang="en-US" sz="1800"/>
            </a:p>
          </p:txBody>
        </p:sp>
        <p:sp>
          <p:nvSpPr>
            <p:cNvPr id="11273" name="Line 4">
              <a:extLst>
                <a:ext uri="{FF2B5EF4-FFF2-40B4-BE49-F238E27FC236}">
                  <a16:creationId xmlns:a16="http://schemas.microsoft.com/office/drawing/2014/main" id="{0D170088-5CDA-84ED-B706-7B5F6DD414F8}"/>
                </a:ext>
              </a:extLst>
            </p:cNvPr>
            <p:cNvSpPr>
              <a:spLocks noChangeShapeType="1"/>
            </p:cNvSpPr>
            <p:nvPr/>
          </p:nvSpPr>
          <p:spPr bwMode="auto">
            <a:xfrm>
              <a:off x="1519" y="970"/>
              <a:ext cx="36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4" name="Line 5">
              <a:extLst>
                <a:ext uri="{FF2B5EF4-FFF2-40B4-BE49-F238E27FC236}">
                  <a16:creationId xmlns:a16="http://schemas.microsoft.com/office/drawing/2014/main" id="{4033DA3C-84BB-9C4E-D28E-5DDE7C437C56}"/>
                </a:ext>
              </a:extLst>
            </p:cNvPr>
            <p:cNvSpPr>
              <a:spLocks noChangeShapeType="1"/>
            </p:cNvSpPr>
            <p:nvPr/>
          </p:nvSpPr>
          <p:spPr bwMode="auto">
            <a:xfrm>
              <a:off x="1519" y="1095"/>
              <a:ext cx="36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cxnSp>
        <p:nvCxnSpPr>
          <p:cNvPr id="11268" name="直接箭头连接符 10">
            <a:extLst>
              <a:ext uri="{FF2B5EF4-FFF2-40B4-BE49-F238E27FC236}">
                <a16:creationId xmlns:a16="http://schemas.microsoft.com/office/drawing/2014/main" id="{22058524-BABA-2C1D-7B1E-164F48452A28}"/>
              </a:ext>
            </a:extLst>
          </p:cNvPr>
          <p:cNvCxnSpPr>
            <a:cxnSpLocks noChangeShapeType="1"/>
          </p:cNvCxnSpPr>
          <p:nvPr/>
        </p:nvCxnSpPr>
        <p:spPr bwMode="auto">
          <a:xfrm>
            <a:off x="1763713" y="2490788"/>
            <a:ext cx="442912" cy="1009650"/>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1269" name="直接箭头连接符 12">
            <a:extLst>
              <a:ext uri="{FF2B5EF4-FFF2-40B4-BE49-F238E27FC236}">
                <a16:creationId xmlns:a16="http://schemas.microsoft.com/office/drawing/2014/main" id="{DEE1FD9D-C8C2-9404-739C-AEB785D07F9A}"/>
              </a:ext>
            </a:extLst>
          </p:cNvPr>
          <p:cNvCxnSpPr>
            <a:cxnSpLocks noChangeShapeType="1"/>
            <a:endCxn id="11273" idx="0"/>
          </p:cNvCxnSpPr>
          <p:nvPr/>
        </p:nvCxnSpPr>
        <p:spPr bwMode="auto">
          <a:xfrm>
            <a:off x="1763713" y="2954338"/>
            <a:ext cx="431800" cy="1039812"/>
          </a:xfrm>
          <a:prstGeom prst="straightConnector1">
            <a:avLst/>
          </a:prstGeom>
          <a:noFill/>
          <a:ln w="19050">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11270" name="直接箭头连接符 12">
            <a:extLst>
              <a:ext uri="{FF2B5EF4-FFF2-40B4-BE49-F238E27FC236}">
                <a16:creationId xmlns:a16="http://schemas.microsoft.com/office/drawing/2014/main" id="{AFB40687-7D22-38D3-AC9A-C3F1CA319172}"/>
              </a:ext>
            </a:extLst>
          </p:cNvPr>
          <p:cNvCxnSpPr>
            <a:cxnSpLocks noChangeShapeType="1"/>
            <a:endCxn id="11273" idx="0"/>
          </p:cNvCxnSpPr>
          <p:nvPr/>
        </p:nvCxnSpPr>
        <p:spPr bwMode="auto">
          <a:xfrm flipH="1">
            <a:off x="3492500" y="2997200"/>
            <a:ext cx="3311525" cy="1008063"/>
          </a:xfrm>
          <a:prstGeom prst="straightConnector1">
            <a:avLst/>
          </a:prstGeom>
          <a:noFill/>
          <a:ln w="19050">
            <a:solidFill>
              <a:srgbClr val="FFC000"/>
            </a:solidFill>
            <a:round/>
            <a:headEnd/>
            <a:tailEnd type="arrow" w="med" len="med"/>
          </a:ln>
          <a:extLst>
            <a:ext uri="{909E8E84-426E-40DD-AFC4-6F175D3DCCD1}">
              <a14:hiddenFill xmlns:a14="http://schemas.microsoft.com/office/drawing/2010/main">
                <a:noFill/>
              </a14:hiddenFill>
            </a:ext>
          </a:extLst>
        </p:spPr>
      </p:cxnSp>
      <p:cxnSp>
        <p:nvCxnSpPr>
          <p:cNvPr id="11271" name="直接箭头连接符 12">
            <a:extLst>
              <a:ext uri="{FF2B5EF4-FFF2-40B4-BE49-F238E27FC236}">
                <a16:creationId xmlns:a16="http://schemas.microsoft.com/office/drawing/2014/main" id="{CC64DD99-4623-08B5-44EE-1802FB8083C2}"/>
              </a:ext>
            </a:extLst>
          </p:cNvPr>
          <p:cNvCxnSpPr>
            <a:cxnSpLocks noChangeShapeType="1"/>
            <a:endCxn id="11273" idx="0"/>
          </p:cNvCxnSpPr>
          <p:nvPr/>
        </p:nvCxnSpPr>
        <p:spPr bwMode="auto">
          <a:xfrm flipH="1">
            <a:off x="3481388" y="2549525"/>
            <a:ext cx="3178175" cy="93821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77790A-5AEC-BD8A-ECB0-274FE104E200}"/>
              </a:ext>
            </a:extLst>
          </p:cNvPr>
          <p:cNvSpPr>
            <a:spLocks noGrp="1"/>
          </p:cNvSpPr>
          <p:nvPr>
            <p:ph type="title"/>
          </p:nvPr>
        </p:nvSpPr>
        <p:spPr/>
        <p:txBody>
          <a:bodyPr/>
          <a:lstStyle/>
          <a:p>
            <a:pPr>
              <a:defRPr/>
            </a:pPr>
            <a:r>
              <a:rPr lang="zh-CN" altLang="en-US"/>
              <a:t>多继承带来的问题</a:t>
            </a:r>
          </a:p>
        </p:txBody>
      </p:sp>
      <p:sp>
        <p:nvSpPr>
          <p:cNvPr id="3" name="内容占位符 2">
            <a:extLst>
              <a:ext uri="{FF2B5EF4-FFF2-40B4-BE49-F238E27FC236}">
                <a16:creationId xmlns:a16="http://schemas.microsoft.com/office/drawing/2014/main" id="{DF943F65-6B45-41D2-1C41-431AA2FC60D5}"/>
              </a:ext>
            </a:extLst>
          </p:cNvPr>
          <p:cNvSpPr>
            <a:spLocks noGrp="1"/>
          </p:cNvSpPr>
          <p:nvPr>
            <p:ph idx="1"/>
          </p:nvPr>
        </p:nvSpPr>
        <p:spPr/>
        <p:txBody>
          <a:bodyPr/>
          <a:lstStyle/>
          <a:p>
            <a:pPr eaLnBrk="1" hangingPunct="1">
              <a:defRPr/>
            </a:pPr>
            <a:r>
              <a:rPr lang="zh-CN" altLang="en-US" dirty="0"/>
              <a:t>多继承使得语言特征复杂化、加大了编译程序的难度以及使得消息绑定复杂化</a:t>
            </a:r>
            <a:r>
              <a:rPr lang="zh-CN" altLang="en-US"/>
              <a:t>等，因此</a:t>
            </a:r>
            <a:r>
              <a:rPr lang="zh-CN" altLang="en-US" dirty="0"/>
              <a:t>，有些面向对象语言（如</a:t>
            </a:r>
            <a:r>
              <a:rPr lang="en-US" altLang="zh-CN" dirty="0"/>
              <a:t>Smalltalk</a:t>
            </a:r>
            <a:r>
              <a:rPr lang="zh-CN" altLang="en-US" dirty="0"/>
              <a:t>、</a:t>
            </a:r>
            <a:r>
              <a:rPr lang="en-US" altLang="zh-CN" dirty="0"/>
              <a:t>Java</a:t>
            </a:r>
            <a:r>
              <a:rPr lang="zh-CN" altLang="en-US" dirty="0"/>
              <a:t>等）放弃了多继承机制。</a:t>
            </a:r>
            <a:endParaRPr lang="en-US" altLang="zh-CN" dirty="0"/>
          </a:p>
          <a:p>
            <a:pPr>
              <a:defRPr/>
            </a:pPr>
            <a:r>
              <a:rPr lang="zh-CN" altLang="en-US" dirty="0"/>
              <a:t>多继承带来的两个主要问题：</a:t>
            </a:r>
            <a:endParaRPr lang="en-US" altLang="zh-CN" dirty="0"/>
          </a:p>
          <a:p>
            <a:pPr lvl="1">
              <a:defRPr/>
            </a:pPr>
            <a:r>
              <a:rPr lang="zh-CN" altLang="en-US" dirty="0"/>
              <a:t>名冲突问题</a:t>
            </a:r>
            <a:endParaRPr lang="en-US" altLang="zh-CN" dirty="0"/>
          </a:p>
          <a:p>
            <a:pPr lvl="1">
              <a:defRPr/>
            </a:pPr>
            <a:r>
              <a:rPr lang="zh-CN" altLang="en-US" dirty="0"/>
              <a:t>重复继承问题</a:t>
            </a:r>
            <a:endParaRPr lang="en-US" altLang="zh-CN" dirty="0"/>
          </a:p>
          <a:p>
            <a:pPr>
              <a:defRPr/>
            </a:pP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a:extLst>
              <a:ext uri="{FF2B5EF4-FFF2-40B4-BE49-F238E27FC236}">
                <a16:creationId xmlns:a16="http://schemas.microsoft.com/office/drawing/2014/main" id="{9356A6F3-AC22-042F-CBCA-C30B5A89FEC3}"/>
              </a:ext>
            </a:extLst>
          </p:cNvPr>
          <p:cNvSpPr>
            <a:spLocks noGrp="1" noChangeArrowheads="1"/>
          </p:cNvSpPr>
          <p:nvPr>
            <p:ph type="title"/>
          </p:nvPr>
        </p:nvSpPr>
        <p:spPr>
          <a:xfrm>
            <a:off x="457200" y="115888"/>
            <a:ext cx="8229600" cy="868362"/>
          </a:xfrm>
        </p:spPr>
        <p:txBody>
          <a:bodyPr/>
          <a:lstStyle/>
          <a:p>
            <a:pPr eaLnBrk="1" hangingPunct="1">
              <a:defRPr/>
            </a:pPr>
            <a:r>
              <a:rPr lang="zh-CN" altLang="en-US"/>
              <a:t>多继承中的</a:t>
            </a:r>
            <a:r>
              <a:rPr lang="zh-CN" altLang="en-US">
                <a:solidFill>
                  <a:schemeClr val="folHlink"/>
                </a:solidFill>
              </a:rPr>
              <a:t>名冲突</a:t>
            </a:r>
            <a:r>
              <a:rPr lang="zh-CN" altLang="en-US">
                <a:solidFill>
                  <a:srgbClr val="FFFF66"/>
                </a:solidFill>
              </a:rPr>
              <a:t>问题</a:t>
            </a:r>
          </a:p>
        </p:txBody>
      </p:sp>
      <p:sp>
        <p:nvSpPr>
          <p:cNvPr id="584707" name="Rectangle 3">
            <a:extLst>
              <a:ext uri="{FF2B5EF4-FFF2-40B4-BE49-F238E27FC236}">
                <a16:creationId xmlns:a16="http://schemas.microsoft.com/office/drawing/2014/main" id="{C4BFC778-3AA2-3E1E-A7A4-AB8D4F5CCE9F}"/>
              </a:ext>
            </a:extLst>
          </p:cNvPr>
          <p:cNvSpPr>
            <a:spLocks noGrp="1" noChangeArrowheads="1"/>
          </p:cNvSpPr>
          <p:nvPr>
            <p:ph idx="1"/>
          </p:nvPr>
        </p:nvSpPr>
        <p:spPr>
          <a:xfrm>
            <a:off x="457200" y="3284538"/>
            <a:ext cx="8229600" cy="3357562"/>
          </a:xfrm>
          <a:solidFill>
            <a:schemeClr val="bg1">
              <a:lumMod val="50000"/>
            </a:schemeClr>
          </a:solidFill>
        </p:spPr>
        <p:txBody>
          <a:bodyPr/>
          <a:lstStyle/>
          <a:p>
            <a:pPr defTabSz="527050" eaLnBrk="1" hangingPunct="1">
              <a:lnSpc>
                <a:spcPct val="80000"/>
              </a:lnSpc>
              <a:buFont typeface="Wingdings" panose="05000000000000000000" pitchFamily="2" charset="2"/>
              <a:buNone/>
              <a:defRPr/>
            </a:pPr>
            <a:r>
              <a:rPr lang="en-GB" altLang="zh-CN" sz="2000"/>
              <a:t>class C: public A, public B</a:t>
            </a:r>
          </a:p>
          <a:p>
            <a:pPr defTabSz="527050" eaLnBrk="1" hangingPunct="1">
              <a:lnSpc>
                <a:spcPct val="80000"/>
              </a:lnSpc>
              <a:buFont typeface="Wingdings" panose="05000000000000000000" pitchFamily="2" charset="2"/>
              <a:buNone/>
              <a:defRPr/>
            </a:pPr>
            <a:r>
              <a:rPr lang="en-GB" altLang="zh-CN" sz="2000"/>
              <a:t>{		......</a:t>
            </a:r>
          </a:p>
          <a:p>
            <a:pPr defTabSz="527050" eaLnBrk="1" hangingPunct="1">
              <a:lnSpc>
                <a:spcPct val="80000"/>
              </a:lnSpc>
              <a:buFont typeface="Wingdings" panose="05000000000000000000" pitchFamily="2" charset="2"/>
              <a:buNone/>
              <a:defRPr/>
            </a:pPr>
            <a:r>
              <a:rPr lang="en-GB" altLang="zh-CN" sz="2000"/>
              <a:t>	public:</a:t>
            </a:r>
          </a:p>
          <a:p>
            <a:pPr defTabSz="527050" eaLnBrk="1" hangingPunct="1">
              <a:lnSpc>
                <a:spcPct val="80000"/>
              </a:lnSpc>
              <a:buFont typeface="Wingdings" panose="05000000000000000000" pitchFamily="2" charset="2"/>
              <a:buNone/>
              <a:defRPr/>
            </a:pPr>
            <a:r>
              <a:rPr lang="en-GB" altLang="zh-CN" sz="2000"/>
              <a:t>		void func()</a:t>
            </a:r>
          </a:p>
          <a:p>
            <a:pPr defTabSz="527050" eaLnBrk="1" hangingPunct="1">
              <a:lnSpc>
                <a:spcPct val="80000"/>
              </a:lnSpc>
              <a:buFont typeface="Wingdings" panose="05000000000000000000" pitchFamily="2" charset="2"/>
              <a:buNone/>
              <a:defRPr/>
            </a:pPr>
            <a:r>
              <a:rPr lang="en-GB" altLang="zh-CN" sz="2000"/>
              <a:t>		{	f(); //</a:t>
            </a:r>
            <a:r>
              <a:rPr lang="en-GB" altLang="zh-CN" sz="2000">
                <a:solidFill>
                  <a:srgbClr val="FFC000"/>
                </a:solidFill>
              </a:rPr>
              <a:t>Error</a:t>
            </a:r>
            <a:r>
              <a:rPr lang="zh-CN" altLang="en-GB" sz="2000">
                <a:solidFill>
                  <a:srgbClr val="FFC000"/>
                </a:solidFill>
              </a:rPr>
              <a:t>，是</a:t>
            </a:r>
            <a:r>
              <a:rPr lang="en-GB" altLang="zh-CN" sz="2000">
                <a:solidFill>
                  <a:srgbClr val="FFC000"/>
                </a:solidFill>
              </a:rPr>
              <a:t>A</a:t>
            </a:r>
            <a:r>
              <a:rPr lang="zh-CN" altLang="en-GB" sz="2000">
                <a:solidFill>
                  <a:srgbClr val="FFC000"/>
                </a:solidFill>
              </a:rPr>
              <a:t>的</a:t>
            </a:r>
            <a:r>
              <a:rPr lang="en-GB" altLang="zh-CN" sz="2000">
                <a:solidFill>
                  <a:srgbClr val="FFC000"/>
                </a:solidFill>
              </a:rPr>
              <a:t>f</a:t>
            </a:r>
            <a:r>
              <a:rPr lang="zh-CN" altLang="en-GB" sz="2000">
                <a:solidFill>
                  <a:srgbClr val="FFC000"/>
                </a:solidFill>
              </a:rPr>
              <a:t>，还是</a:t>
            </a:r>
            <a:r>
              <a:rPr lang="en-GB" altLang="zh-CN" sz="2000">
                <a:solidFill>
                  <a:srgbClr val="FFC000"/>
                </a:solidFill>
              </a:rPr>
              <a:t>B</a:t>
            </a:r>
            <a:r>
              <a:rPr lang="zh-CN" altLang="en-GB" sz="2000">
                <a:solidFill>
                  <a:srgbClr val="FFC000"/>
                </a:solidFill>
              </a:rPr>
              <a:t>的</a:t>
            </a:r>
            <a:r>
              <a:rPr lang="en-GB" altLang="zh-CN" sz="2000">
                <a:solidFill>
                  <a:srgbClr val="FFC000"/>
                </a:solidFill>
              </a:rPr>
              <a:t>f</a:t>
            </a:r>
            <a:r>
              <a:rPr lang="zh-CN" altLang="en-GB" sz="2000">
                <a:solidFill>
                  <a:srgbClr val="FFC000"/>
                </a:solidFill>
              </a:rPr>
              <a:t>？</a:t>
            </a:r>
            <a:r>
              <a:rPr lang="zh-CN" altLang="en-GB" sz="2000"/>
              <a:t> </a:t>
            </a:r>
          </a:p>
          <a:p>
            <a:pPr defTabSz="527050" eaLnBrk="1" hangingPunct="1">
              <a:lnSpc>
                <a:spcPct val="80000"/>
              </a:lnSpc>
              <a:buFont typeface="Wingdings" panose="05000000000000000000" pitchFamily="2" charset="2"/>
              <a:buNone/>
              <a:defRPr/>
            </a:pPr>
            <a:r>
              <a:rPr lang="zh-CN" altLang="en-GB" sz="2000"/>
              <a:t>		</a:t>
            </a:r>
            <a:r>
              <a:rPr lang="en-GB" altLang="zh-CN" sz="2000"/>
              <a:t>}</a:t>
            </a:r>
          </a:p>
          <a:p>
            <a:pPr defTabSz="527050" eaLnBrk="1" hangingPunct="1">
              <a:lnSpc>
                <a:spcPct val="80000"/>
              </a:lnSpc>
              <a:buFont typeface="Wingdings" panose="05000000000000000000" pitchFamily="2" charset="2"/>
              <a:buNone/>
              <a:defRPr/>
            </a:pPr>
            <a:r>
              <a:rPr lang="en-GB" altLang="zh-CN" sz="2000"/>
              <a:t>};</a:t>
            </a:r>
          </a:p>
          <a:p>
            <a:pPr defTabSz="527050" eaLnBrk="1" hangingPunct="1">
              <a:lnSpc>
                <a:spcPct val="80000"/>
              </a:lnSpc>
              <a:buFont typeface="Wingdings" panose="05000000000000000000" pitchFamily="2" charset="2"/>
              <a:buNone/>
              <a:defRPr/>
            </a:pPr>
            <a:r>
              <a:rPr lang="en-GB" altLang="zh-CN" sz="2000"/>
              <a:t>......</a:t>
            </a:r>
          </a:p>
          <a:p>
            <a:pPr defTabSz="527050" eaLnBrk="1" hangingPunct="1">
              <a:lnSpc>
                <a:spcPct val="80000"/>
              </a:lnSpc>
              <a:buFont typeface="Wingdings" panose="05000000000000000000" pitchFamily="2" charset="2"/>
              <a:buNone/>
              <a:defRPr/>
            </a:pPr>
            <a:r>
              <a:rPr lang="en-GB" altLang="zh-CN" sz="2000"/>
              <a:t>C c;</a:t>
            </a:r>
          </a:p>
          <a:p>
            <a:pPr defTabSz="527050" eaLnBrk="1" hangingPunct="1">
              <a:lnSpc>
                <a:spcPct val="80000"/>
              </a:lnSpc>
              <a:buFont typeface="Wingdings" panose="05000000000000000000" pitchFamily="2" charset="2"/>
              <a:buNone/>
              <a:defRPr/>
            </a:pPr>
            <a:r>
              <a:rPr lang="en-GB" altLang="zh-CN" sz="2000"/>
              <a:t>c.f();  //</a:t>
            </a:r>
            <a:r>
              <a:rPr lang="en-GB" altLang="zh-CN" sz="2000">
                <a:solidFill>
                  <a:srgbClr val="FFC000"/>
                </a:solidFill>
              </a:rPr>
              <a:t>Error</a:t>
            </a:r>
            <a:r>
              <a:rPr lang="zh-CN" altLang="en-GB" sz="2000">
                <a:solidFill>
                  <a:srgbClr val="FFC000"/>
                </a:solidFill>
              </a:rPr>
              <a:t>，是</a:t>
            </a:r>
            <a:r>
              <a:rPr lang="en-GB" altLang="zh-CN" sz="2000">
                <a:solidFill>
                  <a:srgbClr val="FFC000"/>
                </a:solidFill>
              </a:rPr>
              <a:t>A</a:t>
            </a:r>
            <a:r>
              <a:rPr lang="zh-CN" altLang="en-GB" sz="2000">
                <a:solidFill>
                  <a:srgbClr val="FFC000"/>
                </a:solidFill>
              </a:rPr>
              <a:t>的</a:t>
            </a:r>
            <a:r>
              <a:rPr lang="en-GB" altLang="zh-CN" sz="2000">
                <a:solidFill>
                  <a:srgbClr val="FFC000"/>
                </a:solidFill>
              </a:rPr>
              <a:t>f</a:t>
            </a:r>
            <a:r>
              <a:rPr lang="zh-CN" altLang="en-GB" sz="2000">
                <a:solidFill>
                  <a:srgbClr val="FFC000"/>
                </a:solidFill>
              </a:rPr>
              <a:t>，还是</a:t>
            </a:r>
            <a:r>
              <a:rPr lang="en-GB" altLang="zh-CN" sz="2000">
                <a:solidFill>
                  <a:srgbClr val="FFC000"/>
                </a:solidFill>
              </a:rPr>
              <a:t>B</a:t>
            </a:r>
            <a:r>
              <a:rPr lang="zh-CN" altLang="en-GB" sz="2000">
                <a:solidFill>
                  <a:srgbClr val="FFC000"/>
                </a:solidFill>
              </a:rPr>
              <a:t>的</a:t>
            </a:r>
            <a:r>
              <a:rPr lang="en-GB" altLang="zh-CN" sz="2000">
                <a:solidFill>
                  <a:srgbClr val="FFC000"/>
                </a:solidFill>
              </a:rPr>
              <a:t>f</a:t>
            </a:r>
            <a:r>
              <a:rPr lang="zh-CN" altLang="en-GB" sz="2000">
                <a:solidFill>
                  <a:srgbClr val="FFC000"/>
                </a:solidFill>
              </a:rPr>
              <a:t>？</a:t>
            </a:r>
            <a:endParaRPr lang="zh-CN" altLang="en-US" sz="2000">
              <a:solidFill>
                <a:srgbClr val="FFC000"/>
              </a:solidFill>
            </a:endParaRPr>
          </a:p>
        </p:txBody>
      </p:sp>
      <p:sp>
        <p:nvSpPr>
          <p:cNvPr id="584708" name="Text Box 4">
            <a:extLst>
              <a:ext uri="{FF2B5EF4-FFF2-40B4-BE49-F238E27FC236}">
                <a16:creationId xmlns:a16="http://schemas.microsoft.com/office/drawing/2014/main" id="{E388615E-9F63-B57D-55C4-046FB55D3539}"/>
              </a:ext>
            </a:extLst>
          </p:cNvPr>
          <p:cNvSpPr txBox="1">
            <a:spLocks noChangeArrowheads="1"/>
          </p:cNvSpPr>
          <p:nvPr/>
        </p:nvSpPr>
        <p:spPr bwMode="auto">
          <a:xfrm>
            <a:off x="447675" y="1208088"/>
            <a:ext cx="2179638" cy="1920875"/>
          </a:xfrm>
          <a:prstGeom prst="rect">
            <a:avLst/>
          </a:prstGeom>
          <a:solidFill>
            <a:schemeClr val="bg2"/>
          </a:solidFill>
          <a:ln w="9525">
            <a:noFill/>
            <a:miter lim="800000"/>
          </a:ln>
          <a:effectLst/>
        </p:spPr>
        <p:txBody>
          <a:bodyPr lIns="92075" tIns="46038" rIns="92075" bIns="46038">
            <a:spAutoFit/>
          </a:bodyPr>
          <a:lstStyle/>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class A</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		......</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	public:</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		void f();</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		void g();</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a:t>
            </a:r>
            <a:endParaRPr lang="en-US" altLang="zh-CN" sz="2000">
              <a:latin typeface="Verdana" panose="020B0804030504040204" pitchFamily="34" charset="0"/>
              <a:ea typeface="宋体" charset="-122"/>
              <a:sym typeface="+mn-ea"/>
            </a:endParaRPr>
          </a:p>
        </p:txBody>
      </p:sp>
      <p:sp>
        <p:nvSpPr>
          <p:cNvPr id="584709" name="Text Box 5">
            <a:extLst>
              <a:ext uri="{FF2B5EF4-FFF2-40B4-BE49-F238E27FC236}">
                <a16:creationId xmlns:a16="http://schemas.microsoft.com/office/drawing/2014/main" id="{A07E1BA4-FA8D-818A-215C-A1A021179A98}"/>
              </a:ext>
            </a:extLst>
          </p:cNvPr>
          <p:cNvSpPr txBox="1">
            <a:spLocks noChangeArrowheads="1"/>
          </p:cNvSpPr>
          <p:nvPr/>
        </p:nvSpPr>
        <p:spPr bwMode="auto">
          <a:xfrm>
            <a:off x="4551363" y="1268413"/>
            <a:ext cx="1997075" cy="1920875"/>
          </a:xfrm>
          <a:prstGeom prst="rect">
            <a:avLst/>
          </a:prstGeom>
          <a:solidFill>
            <a:schemeClr val="bg2"/>
          </a:solidFill>
          <a:ln w="9525">
            <a:noFill/>
            <a:miter lim="800000"/>
          </a:ln>
          <a:effectLst/>
        </p:spPr>
        <p:txBody>
          <a:bodyPr wrap="none" lIns="92075" tIns="46038" rIns="92075" bIns="46038">
            <a:spAutoFit/>
          </a:bodyPr>
          <a:lstStyle/>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class B</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		......</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	public:</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		void f();</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		void h();</a:t>
            </a:r>
          </a:p>
          <a:p>
            <a:pPr defTabSz="340995" eaLnBrk="1" hangingPunct="1">
              <a:defRPr/>
            </a:pPr>
            <a:r>
              <a:rPr lang="en-GB" altLang="zh-CN" sz="2000">
                <a:effectLst>
                  <a:outerShdw blurRad="38100" dist="38100" dir="2700000" algn="tl">
                    <a:srgbClr val="000000"/>
                  </a:outerShdw>
                </a:effectLst>
                <a:latin typeface="Verdana" panose="020B0804030504040204" pitchFamily="34" charset="0"/>
                <a:ea typeface="宋体" charset="-122"/>
                <a:sym typeface="+mn-ea"/>
              </a:rPr>
              <a:t>};</a:t>
            </a:r>
            <a:endParaRPr lang="en-US" altLang="zh-CN" sz="2000">
              <a:latin typeface="Verdana" panose="020B0804030504040204" pitchFamily="34" charset="0"/>
              <a:ea typeface="宋体"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1" name="Rectangle 3">
            <a:extLst>
              <a:ext uri="{FF2B5EF4-FFF2-40B4-BE49-F238E27FC236}">
                <a16:creationId xmlns:a16="http://schemas.microsoft.com/office/drawing/2014/main" id="{DF2D7DC7-DC96-B3CD-7E61-EFEF245AA764}"/>
              </a:ext>
            </a:extLst>
          </p:cNvPr>
          <p:cNvSpPr>
            <a:spLocks noGrp="1" noChangeArrowheads="1"/>
          </p:cNvSpPr>
          <p:nvPr>
            <p:ph idx="1"/>
          </p:nvPr>
        </p:nvSpPr>
        <p:spPr>
          <a:xfrm>
            <a:off x="457200" y="404813"/>
            <a:ext cx="8229600" cy="5976937"/>
          </a:xfrm>
        </p:spPr>
        <p:txBody>
          <a:bodyPr>
            <a:normAutofit/>
          </a:bodyPr>
          <a:lstStyle/>
          <a:p>
            <a:pPr eaLnBrk="1" hangingPunct="1">
              <a:lnSpc>
                <a:spcPct val="80000"/>
              </a:lnSpc>
              <a:defRPr/>
            </a:pPr>
            <a:r>
              <a:rPr lang="zh-CN" altLang="en-US"/>
              <a:t>解决名冲突的办法是：基类名受限</a:t>
            </a:r>
          </a:p>
          <a:p>
            <a:pPr lvl="1" eaLnBrk="1" hangingPunct="1">
              <a:lnSpc>
                <a:spcPct val="80000"/>
              </a:lnSpc>
              <a:buFontTx/>
              <a:buNone/>
              <a:defRPr/>
            </a:pPr>
            <a:r>
              <a:rPr lang="en-GB" altLang="zh-CN"/>
              <a:t>class C: public A, public B</a:t>
            </a:r>
          </a:p>
          <a:p>
            <a:pPr lvl="1" eaLnBrk="1" hangingPunct="1">
              <a:lnSpc>
                <a:spcPct val="80000"/>
              </a:lnSpc>
              <a:buFontTx/>
              <a:buNone/>
              <a:defRPr/>
            </a:pPr>
            <a:r>
              <a:rPr lang="en-GB" altLang="zh-CN"/>
              <a:t>{		......</a:t>
            </a:r>
          </a:p>
          <a:p>
            <a:pPr lvl="1" eaLnBrk="1" hangingPunct="1">
              <a:lnSpc>
                <a:spcPct val="80000"/>
              </a:lnSpc>
              <a:buFontTx/>
              <a:buNone/>
              <a:defRPr/>
            </a:pPr>
            <a:r>
              <a:rPr lang="en-GB" altLang="zh-CN"/>
              <a:t>	public:</a:t>
            </a:r>
          </a:p>
          <a:p>
            <a:pPr lvl="1" eaLnBrk="1" hangingPunct="1">
              <a:lnSpc>
                <a:spcPct val="80000"/>
              </a:lnSpc>
              <a:buFontTx/>
              <a:buNone/>
              <a:defRPr/>
            </a:pPr>
            <a:r>
              <a:rPr lang="en-GB" altLang="zh-CN"/>
              <a:t>		void func()</a:t>
            </a:r>
          </a:p>
          <a:p>
            <a:pPr lvl="1" eaLnBrk="1" hangingPunct="1">
              <a:lnSpc>
                <a:spcPct val="80000"/>
              </a:lnSpc>
              <a:buFontTx/>
              <a:buNone/>
              <a:defRPr/>
            </a:pPr>
            <a:r>
              <a:rPr lang="en-GB" altLang="zh-CN"/>
              <a:t>		{	A::f(); //OK</a:t>
            </a:r>
            <a:r>
              <a:rPr lang="zh-CN" altLang="en-GB"/>
              <a:t>，调用</a:t>
            </a:r>
            <a:r>
              <a:rPr lang="en-GB" altLang="zh-CN"/>
              <a:t>A</a:t>
            </a:r>
            <a:r>
              <a:rPr lang="zh-CN" altLang="en-GB"/>
              <a:t>的</a:t>
            </a:r>
            <a:r>
              <a:rPr lang="en-GB" altLang="zh-CN"/>
              <a:t>f</a:t>
            </a:r>
            <a:r>
              <a:rPr lang="zh-CN" altLang="en-GB"/>
              <a:t>。</a:t>
            </a:r>
          </a:p>
          <a:p>
            <a:pPr lvl="1" eaLnBrk="1" hangingPunct="1">
              <a:lnSpc>
                <a:spcPct val="80000"/>
              </a:lnSpc>
              <a:buFontTx/>
              <a:buNone/>
              <a:defRPr/>
            </a:pPr>
            <a:r>
              <a:rPr lang="zh-CN" altLang="en-GB"/>
              <a:t>			</a:t>
            </a:r>
            <a:r>
              <a:rPr lang="en-GB" altLang="zh-CN"/>
              <a:t>B::f(); //OK</a:t>
            </a:r>
            <a:r>
              <a:rPr lang="zh-CN" altLang="en-GB"/>
              <a:t>，调用</a:t>
            </a:r>
            <a:r>
              <a:rPr lang="en-GB" altLang="zh-CN"/>
              <a:t>B</a:t>
            </a:r>
            <a:r>
              <a:rPr lang="zh-CN" altLang="en-GB"/>
              <a:t>的</a:t>
            </a:r>
            <a:r>
              <a:rPr lang="en-GB" altLang="zh-CN"/>
              <a:t>f</a:t>
            </a:r>
            <a:r>
              <a:rPr lang="zh-CN" altLang="en-GB"/>
              <a:t>。</a:t>
            </a:r>
          </a:p>
          <a:p>
            <a:pPr lvl="1" eaLnBrk="1" hangingPunct="1">
              <a:lnSpc>
                <a:spcPct val="80000"/>
              </a:lnSpc>
              <a:buFontTx/>
              <a:buNone/>
              <a:defRPr/>
            </a:pPr>
            <a:r>
              <a:rPr lang="zh-CN" altLang="en-GB"/>
              <a:t>		</a:t>
            </a:r>
            <a:r>
              <a:rPr lang="en-GB" altLang="zh-CN"/>
              <a:t>}</a:t>
            </a:r>
          </a:p>
          <a:p>
            <a:pPr lvl="1" eaLnBrk="1" hangingPunct="1">
              <a:lnSpc>
                <a:spcPct val="80000"/>
              </a:lnSpc>
              <a:buFontTx/>
              <a:buNone/>
              <a:defRPr/>
            </a:pPr>
            <a:r>
              <a:rPr lang="en-GB" altLang="zh-CN"/>
              <a:t>};</a:t>
            </a:r>
          </a:p>
          <a:p>
            <a:pPr lvl="1" eaLnBrk="1" hangingPunct="1">
              <a:lnSpc>
                <a:spcPct val="80000"/>
              </a:lnSpc>
              <a:buFontTx/>
              <a:buNone/>
              <a:defRPr/>
            </a:pPr>
            <a:r>
              <a:rPr lang="en-GB" altLang="zh-CN"/>
              <a:t>......</a:t>
            </a:r>
          </a:p>
          <a:p>
            <a:pPr lvl="1" eaLnBrk="1" hangingPunct="1">
              <a:lnSpc>
                <a:spcPct val="80000"/>
              </a:lnSpc>
              <a:buFontTx/>
              <a:buNone/>
              <a:defRPr/>
            </a:pPr>
            <a:r>
              <a:rPr lang="en-GB" altLang="zh-CN"/>
              <a:t>C c;</a:t>
            </a:r>
          </a:p>
          <a:p>
            <a:pPr lvl="1" eaLnBrk="1" hangingPunct="1">
              <a:lnSpc>
                <a:spcPct val="80000"/>
              </a:lnSpc>
              <a:buFontTx/>
              <a:buNone/>
              <a:defRPr/>
            </a:pPr>
            <a:r>
              <a:rPr lang="en-GB" altLang="zh-CN"/>
              <a:t>c.A::f(); //OK</a:t>
            </a:r>
            <a:r>
              <a:rPr lang="zh-CN" altLang="en-GB"/>
              <a:t>，调用</a:t>
            </a:r>
            <a:r>
              <a:rPr lang="en-GB" altLang="zh-CN"/>
              <a:t>A</a:t>
            </a:r>
            <a:r>
              <a:rPr lang="zh-CN" altLang="en-GB"/>
              <a:t>的</a:t>
            </a:r>
            <a:r>
              <a:rPr lang="en-GB" altLang="zh-CN"/>
              <a:t>f</a:t>
            </a:r>
            <a:r>
              <a:rPr lang="zh-CN" altLang="en-GB"/>
              <a:t>。</a:t>
            </a:r>
          </a:p>
          <a:p>
            <a:pPr lvl="1" eaLnBrk="1" hangingPunct="1">
              <a:lnSpc>
                <a:spcPct val="80000"/>
              </a:lnSpc>
              <a:buFontTx/>
              <a:buNone/>
              <a:defRPr/>
            </a:pPr>
            <a:r>
              <a:rPr lang="en-GB" altLang="zh-CN"/>
              <a:t>c.B::f(); //OK</a:t>
            </a:r>
            <a:r>
              <a:rPr lang="zh-CN" altLang="en-GB"/>
              <a:t>，调用</a:t>
            </a:r>
            <a:r>
              <a:rPr lang="en-GB" altLang="zh-CN"/>
              <a:t>B</a:t>
            </a:r>
            <a:r>
              <a:rPr lang="zh-CN" altLang="en-GB"/>
              <a:t>的</a:t>
            </a:r>
            <a:r>
              <a:rPr lang="en-GB" altLang="zh-CN"/>
              <a:t>f</a:t>
            </a:r>
            <a:r>
              <a:rPr lang="zh-CN" altLang="en-GB"/>
              <a:t>。</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a:extLst>
              <a:ext uri="{FF2B5EF4-FFF2-40B4-BE49-F238E27FC236}">
                <a16:creationId xmlns:a16="http://schemas.microsoft.com/office/drawing/2014/main" id="{69326D22-C6B9-60EE-2057-31BF862C8BE5}"/>
              </a:ext>
            </a:extLst>
          </p:cNvPr>
          <p:cNvSpPr>
            <a:spLocks noGrp="1" noChangeArrowheads="1"/>
          </p:cNvSpPr>
          <p:nvPr>
            <p:ph type="title"/>
          </p:nvPr>
        </p:nvSpPr>
        <p:spPr/>
        <p:txBody>
          <a:bodyPr/>
          <a:lstStyle/>
          <a:p>
            <a:pPr eaLnBrk="1" hangingPunct="1">
              <a:defRPr/>
            </a:pPr>
            <a:r>
              <a:rPr lang="zh-CN" altLang="en-US">
                <a:solidFill>
                  <a:srgbClr val="FFC000"/>
                </a:solidFill>
              </a:rPr>
              <a:t>重复继承</a:t>
            </a:r>
            <a:r>
              <a:rPr lang="zh-CN" altLang="en-US"/>
              <a:t>问题－－虚基类</a:t>
            </a:r>
          </a:p>
        </p:txBody>
      </p:sp>
      <p:sp>
        <p:nvSpPr>
          <p:cNvPr id="586755" name="Rectangle 3">
            <a:extLst>
              <a:ext uri="{FF2B5EF4-FFF2-40B4-BE49-F238E27FC236}">
                <a16:creationId xmlns:a16="http://schemas.microsoft.com/office/drawing/2014/main" id="{F362ABCC-74A6-15BC-E8D6-4C0A61D26B59}"/>
              </a:ext>
            </a:extLst>
          </p:cNvPr>
          <p:cNvSpPr>
            <a:spLocks noGrp="1" noChangeArrowheads="1"/>
          </p:cNvSpPr>
          <p:nvPr>
            <p:ph idx="1"/>
          </p:nvPr>
        </p:nvSpPr>
        <p:spPr>
          <a:xfrm>
            <a:off x="457200" y="1600200"/>
            <a:ext cx="8229600" cy="5068888"/>
          </a:xfrm>
        </p:spPr>
        <p:txBody>
          <a:bodyPr/>
          <a:lstStyle/>
          <a:p>
            <a:pPr eaLnBrk="1" hangingPunct="1">
              <a:defRPr/>
            </a:pPr>
            <a:r>
              <a:rPr lang="zh-CN" altLang="en-US" sz="2800"/>
              <a:t>下面的类</a:t>
            </a:r>
            <a:r>
              <a:rPr lang="en-US" altLang="zh-CN" sz="2800"/>
              <a:t>D</a:t>
            </a:r>
            <a:r>
              <a:rPr lang="zh-CN" altLang="en-US" sz="2800"/>
              <a:t>从类</a:t>
            </a:r>
            <a:r>
              <a:rPr lang="en-US" altLang="zh-CN" sz="2800"/>
              <a:t>A</a:t>
            </a:r>
            <a:r>
              <a:rPr lang="zh-CN" altLang="en-US" sz="2800"/>
              <a:t>继承两次，称为</a:t>
            </a:r>
            <a:r>
              <a:rPr lang="zh-CN" altLang="en-US" sz="2800">
                <a:solidFill>
                  <a:schemeClr val="folHlink"/>
                </a:solidFill>
              </a:rPr>
              <a:t>重复继承</a:t>
            </a:r>
            <a:r>
              <a:rPr lang="zh-CN" altLang="en-US" sz="2800"/>
              <a:t>：</a:t>
            </a:r>
          </a:p>
          <a:p>
            <a:pPr lvl="1" eaLnBrk="1" hangingPunct="1">
              <a:buFontTx/>
              <a:buNone/>
              <a:defRPr/>
            </a:pPr>
            <a:r>
              <a:rPr lang="en-GB" altLang="zh-CN" sz="2400"/>
              <a:t>class A</a:t>
            </a:r>
          </a:p>
          <a:p>
            <a:pPr lvl="1" eaLnBrk="1" hangingPunct="1">
              <a:buFontTx/>
              <a:buNone/>
              <a:defRPr/>
            </a:pPr>
            <a:r>
              <a:rPr lang="en-GB" altLang="zh-CN" sz="2400"/>
              <a:t>{  int x;</a:t>
            </a:r>
          </a:p>
          <a:p>
            <a:pPr lvl="1" eaLnBrk="1" hangingPunct="1">
              <a:buFontTx/>
              <a:buNone/>
              <a:defRPr/>
            </a:pPr>
            <a:r>
              <a:rPr lang="en-GB" altLang="zh-CN" sz="2400"/>
              <a:t>	......</a:t>
            </a:r>
          </a:p>
          <a:p>
            <a:pPr lvl="1" eaLnBrk="1" hangingPunct="1">
              <a:buFontTx/>
              <a:buNone/>
              <a:defRPr/>
            </a:pPr>
            <a:r>
              <a:rPr lang="en-GB" altLang="zh-CN" sz="2400"/>
              <a:t>};</a:t>
            </a:r>
          </a:p>
          <a:p>
            <a:pPr lvl="1" eaLnBrk="1" hangingPunct="1">
              <a:buFontTx/>
              <a:buNone/>
              <a:defRPr/>
            </a:pPr>
            <a:r>
              <a:rPr lang="en-GB" altLang="zh-CN" sz="2400"/>
              <a:t>class B: public </a:t>
            </a:r>
            <a:r>
              <a:rPr lang="en-GB" altLang="zh-CN" sz="2400">
                <a:solidFill>
                  <a:srgbClr val="FFC000"/>
                </a:solidFill>
              </a:rPr>
              <a:t>A</a:t>
            </a:r>
            <a:r>
              <a:rPr lang="en-GB" altLang="zh-CN" sz="2400"/>
              <a:t> { ...... };</a:t>
            </a:r>
          </a:p>
          <a:p>
            <a:pPr lvl="1" eaLnBrk="1" hangingPunct="1">
              <a:buFontTx/>
              <a:buNone/>
              <a:defRPr/>
            </a:pPr>
            <a:r>
              <a:rPr lang="en-GB" altLang="zh-CN" sz="2400"/>
              <a:t>class C: public </a:t>
            </a:r>
            <a:r>
              <a:rPr lang="en-GB" altLang="zh-CN" sz="2400">
                <a:solidFill>
                  <a:srgbClr val="FFC000"/>
                </a:solidFill>
              </a:rPr>
              <a:t>A</a:t>
            </a:r>
            <a:r>
              <a:rPr lang="en-GB" altLang="zh-CN" sz="2400"/>
              <a:t> { ...... };</a:t>
            </a:r>
          </a:p>
          <a:p>
            <a:pPr lvl="1" eaLnBrk="1" hangingPunct="1">
              <a:buFontTx/>
              <a:buNone/>
              <a:defRPr/>
            </a:pPr>
            <a:r>
              <a:rPr lang="en-GB" altLang="zh-CN" sz="2400"/>
              <a:t>class D: public B, public C { ...... };</a:t>
            </a:r>
          </a:p>
          <a:p>
            <a:pPr lvl="1" eaLnBrk="1" hangingPunct="1">
              <a:buFontTx/>
              <a:buNone/>
              <a:defRPr/>
            </a:pPr>
            <a:r>
              <a:rPr lang="en-US" altLang="zh-CN" sz="2400"/>
              <a:t>D d;</a:t>
            </a:r>
            <a:endParaRPr lang="en-GB" altLang="zh-CN" sz="2400"/>
          </a:p>
          <a:p>
            <a:pPr eaLnBrk="1" hangingPunct="1">
              <a:defRPr/>
            </a:pPr>
            <a:r>
              <a:rPr lang="zh-CN" altLang="en-US" sz="2800"/>
              <a:t>上面</a:t>
            </a:r>
            <a:r>
              <a:rPr lang="en-US" altLang="zh-CN" sz="2800"/>
              <a:t>D</a:t>
            </a:r>
            <a:r>
              <a:rPr lang="zh-CN" altLang="en-US" sz="2800"/>
              <a:t>类的对象</a:t>
            </a:r>
            <a:r>
              <a:rPr lang="en-US" altLang="zh-CN" sz="2800"/>
              <a:t>d</a:t>
            </a:r>
            <a:r>
              <a:rPr lang="zh-CN" altLang="en-US" sz="2800"/>
              <a:t>将包含</a:t>
            </a:r>
            <a:r>
              <a:rPr lang="zh-CN" altLang="en-GB" sz="2800"/>
              <a:t>两个</a:t>
            </a:r>
            <a:r>
              <a:rPr lang="en-GB" altLang="zh-CN" sz="2800"/>
              <a:t>x</a:t>
            </a:r>
            <a:r>
              <a:rPr lang="zh-CN" altLang="en-GB" sz="2800"/>
              <a:t>：</a:t>
            </a:r>
            <a:endParaRPr lang="en-US" altLang="zh-CN" sz="2800"/>
          </a:p>
          <a:p>
            <a:pPr lvl="1" eaLnBrk="1" hangingPunct="1">
              <a:defRPr/>
            </a:pPr>
            <a:r>
              <a:rPr lang="en-GB" altLang="zh-CN" sz="2400"/>
              <a:t>B::x</a:t>
            </a:r>
            <a:r>
              <a:rPr lang="zh-CN" altLang="en-GB" sz="2400"/>
              <a:t>和</a:t>
            </a:r>
            <a:r>
              <a:rPr lang="en-GB" altLang="zh-CN" sz="2400"/>
              <a:t>C::x</a:t>
            </a:r>
            <a:endParaRPr lang="zh-CN" altLang="en-US" sz="2400"/>
          </a:p>
        </p:txBody>
      </p:sp>
      <p:sp>
        <p:nvSpPr>
          <p:cNvPr id="15364" name="TextBox 3">
            <a:extLst>
              <a:ext uri="{FF2B5EF4-FFF2-40B4-BE49-F238E27FC236}">
                <a16:creationId xmlns:a16="http://schemas.microsoft.com/office/drawing/2014/main" id="{B0B07E23-2BEE-CE0F-4640-265E39A41F53}"/>
              </a:ext>
            </a:extLst>
          </p:cNvPr>
          <p:cNvSpPr txBox="1">
            <a:spLocks noChangeArrowheads="1"/>
          </p:cNvSpPr>
          <p:nvPr/>
        </p:nvSpPr>
        <p:spPr bwMode="auto">
          <a:xfrm>
            <a:off x="7237413" y="2305050"/>
            <a:ext cx="393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2400">
                <a:solidFill>
                  <a:srgbClr val="FFC000"/>
                </a:solidFill>
              </a:rPr>
              <a:t>A</a:t>
            </a:r>
            <a:endParaRPr lang="zh-CN" altLang="en-US" sz="2400">
              <a:solidFill>
                <a:srgbClr val="FFC000"/>
              </a:solidFill>
            </a:endParaRPr>
          </a:p>
        </p:txBody>
      </p:sp>
      <p:sp>
        <p:nvSpPr>
          <p:cNvPr id="15365" name="TextBox 4">
            <a:extLst>
              <a:ext uri="{FF2B5EF4-FFF2-40B4-BE49-F238E27FC236}">
                <a16:creationId xmlns:a16="http://schemas.microsoft.com/office/drawing/2014/main" id="{ED1B0D0D-0DC0-7710-052E-B8FBE95E570A}"/>
              </a:ext>
            </a:extLst>
          </p:cNvPr>
          <p:cNvSpPr txBox="1">
            <a:spLocks noChangeArrowheads="1"/>
          </p:cNvSpPr>
          <p:nvPr/>
        </p:nvSpPr>
        <p:spPr bwMode="auto">
          <a:xfrm>
            <a:off x="8134350" y="3016250"/>
            <a:ext cx="3984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2400"/>
              <a:t>C</a:t>
            </a:r>
            <a:endParaRPr lang="zh-CN" altLang="en-US" sz="2400"/>
          </a:p>
        </p:txBody>
      </p:sp>
      <p:sp>
        <p:nvSpPr>
          <p:cNvPr id="15366" name="TextBox 5">
            <a:extLst>
              <a:ext uri="{FF2B5EF4-FFF2-40B4-BE49-F238E27FC236}">
                <a16:creationId xmlns:a16="http://schemas.microsoft.com/office/drawing/2014/main" id="{53EF2CDB-BE0F-8B33-5892-D7692038BCE0}"/>
              </a:ext>
            </a:extLst>
          </p:cNvPr>
          <p:cNvSpPr txBox="1">
            <a:spLocks noChangeArrowheads="1"/>
          </p:cNvSpPr>
          <p:nvPr/>
        </p:nvSpPr>
        <p:spPr bwMode="auto">
          <a:xfrm>
            <a:off x="7683500" y="3663950"/>
            <a:ext cx="422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2400"/>
              <a:t>D</a:t>
            </a:r>
            <a:endParaRPr lang="zh-CN" altLang="en-US" sz="2400"/>
          </a:p>
        </p:txBody>
      </p:sp>
      <p:sp>
        <p:nvSpPr>
          <p:cNvPr id="15367" name="TextBox 6">
            <a:extLst>
              <a:ext uri="{FF2B5EF4-FFF2-40B4-BE49-F238E27FC236}">
                <a16:creationId xmlns:a16="http://schemas.microsoft.com/office/drawing/2014/main" id="{B6946303-56F2-9D14-D0FE-E0E8CCBD2BE6}"/>
              </a:ext>
            </a:extLst>
          </p:cNvPr>
          <p:cNvSpPr txBox="1">
            <a:spLocks noChangeArrowheads="1"/>
          </p:cNvSpPr>
          <p:nvPr/>
        </p:nvSpPr>
        <p:spPr bwMode="auto">
          <a:xfrm>
            <a:off x="7251700" y="3025775"/>
            <a:ext cx="393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2400"/>
              <a:t>B</a:t>
            </a:r>
            <a:endParaRPr lang="zh-CN" altLang="en-US" sz="2400"/>
          </a:p>
        </p:txBody>
      </p:sp>
      <p:cxnSp>
        <p:nvCxnSpPr>
          <p:cNvPr id="15368" name="直接箭头连接符 7">
            <a:extLst>
              <a:ext uri="{FF2B5EF4-FFF2-40B4-BE49-F238E27FC236}">
                <a16:creationId xmlns:a16="http://schemas.microsoft.com/office/drawing/2014/main" id="{22F417D8-F7CD-2632-035A-0236146820DA}"/>
              </a:ext>
            </a:extLst>
          </p:cNvPr>
          <p:cNvCxnSpPr>
            <a:cxnSpLocks noChangeShapeType="1"/>
            <a:stCxn id="15367" idx="0"/>
            <a:endCxn id="15364" idx="2"/>
          </p:cNvCxnSpPr>
          <p:nvPr/>
        </p:nvCxnSpPr>
        <p:spPr bwMode="auto">
          <a:xfrm rot="16200000" flipV="1">
            <a:off x="7312026" y="2889250"/>
            <a:ext cx="258762" cy="14287"/>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369" name="直接箭头连接符 8">
            <a:extLst>
              <a:ext uri="{FF2B5EF4-FFF2-40B4-BE49-F238E27FC236}">
                <a16:creationId xmlns:a16="http://schemas.microsoft.com/office/drawing/2014/main" id="{F4EAB1C8-7818-CFFC-2BF3-178019E71EC8}"/>
              </a:ext>
            </a:extLst>
          </p:cNvPr>
          <p:cNvCxnSpPr>
            <a:cxnSpLocks noChangeShapeType="1"/>
            <a:stCxn id="15367" idx="0"/>
            <a:endCxn id="15364" idx="2"/>
          </p:cNvCxnSpPr>
          <p:nvPr/>
        </p:nvCxnSpPr>
        <p:spPr bwMode="auto">
          <a:xfrm rot="16200000" flipV="1">
            <a:off x="8166100" y="2946400"/>
            <a:ext cx="287338" cy="14288"/>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370" name="直接箭头连接符 9">
            <a:extLst>
              <a:ext uri="{FF2B5EF4-FFF2-40B4-BE49-F238E27FC236}">
                <a16:creationId xmlns:a16="http://schemas.microsoft.com/office/drawing/2014/main" id="{242ED33F-EA17-59C8-45D9-2B571B4A3F4B}"/>
              </a:ext>
            </a:extLst>
          </p:cNvPr>
          <p:cNvCxnSpPr>
            <a:cxnSpLocks noChangeShapeType="1"/>
            <a:stCxn id="15367" idx="0"/>
            <a:endCxn id="15364" idx="2"/>
          </p:cNvCxnSpPr>
          <p:nvPr/>
        </p:nvCxnSpPr>
        <p:spPr bwMode="auto">
          <a:xfrm rot="5400000" flipH="1" flipV="1">
            <a:off x="8006557" y="3491706"/>
            <a:ext cx="215900" cy="14446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5371" name="直接箭头连接符 10">
            <a:extLst>
              <a:ext uri="{FF2B5EF4-FFF2-40B4-BE49-F238E27FC236}">
                <a16:creationId xmlns:a16="http://schemas.microsoft.com/office/drawing/2014/main" id="{0CD567AE-66D1-7505-D174-0B4E8B2C088D}"/>
              </a:ext>
            </a:extLst>
          </p:cNvPr>
          <p:cNvCxnSpPr>
            <a:cxnSpLocks noChangeShapeType="1"/>
            <a:stCxn id="15367" idx="0"/>
            <a:endCxn id="15364" idx="2"/>
          </p:cNvCxnSpPr>
          <p:nvPr/>
        </p:nvCxnSpPr>
        <p:spPr bwMode="auto">
          <a:xfrm rot="16200000" flipV="1">
            <a:off x="7575551" y="3494087"/>
            <a:ext cx="215900" cy="14287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5372" name="TextBox 11">
            <a:extLst>
              <a:ext uri="{FF2B5EF4-FFF2-40B4-BE49-F238E27FC236}">
                <a16:creationId xmlns:a16="http://schemas.microsoft.com/office/drawing/2014/main" id="{C333BA4A-9560-3B95-6FF3-58E42DE8A8B2}"/>
              </a:ext>
            </a:extLst>
          </p:cNvPr>
          <p:cNvSpPr txBox="1">
            <a:spLocks noChangeArrowheads="1"/>
          </p:cNvSpPr>
          <p:nvPr/>
        </p:nvSpPr>
        <p:spPr bwMode="auto">
          <a:xfrm>
            <a:off x="8139113" y="2276475"/>
            <a:ext cx="393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2400">
                <a:solidFill>
                  <a:srgbClr val="FFC000"/>
                </a:solidFill>
              </a:rPr>
              <a:t>A</a:t>
            </a:r>
            <a:endParaRPr lang="zh-CN" altLang="en-US" sz="2400">
              <a:solidFill>
                <a:srgbClr val="FFC000"/>
              </a:solidFill>
            </a:endParaRPr>
          </a:p>
        </p:txBody>
      </p:sp>
      <p:sp>
        <p:nvSpPr>
          <p:cNvPr id="15373" name="TextBox 1">
            <a:extLst>
              <a:ext uri="{FF2B5EF4-FFF2-40B4-BE49-F238E27FC236}">
                <a16:creationId xmlns:a16="http://schemas.microsoft.com/office/drawing/2014/main" id="{65FD5B0D-3A30-6759-E917-4E556B054203}"/>
              </a:ext>
            </a:extLst>
          </p:cNvPr>
          <p:cNvSpPr txBox="1">
            <a:spLocks noChangeArrowheads="1"/>
          </p:cNvSpPr>
          <p:nvPr/>
        </p:nvSpPr>
        <p:spPr bwMode="auto">
          <a:xfrm>
            <a:off x="7754938" y="4652963"/>
            <a:ext cx="3206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solidFill>
                  <a:srgbClr val="FFC000"/>
                </a:solidFill>
              </a:rPr>
              <a:t>x</a:t>
            </a:r>
            <a:endParaRPr lang="zh-CN" altLang="en-US" sz="1800">
              <a:solidFill>
                <a:srgbClr val="FFC000"/>
              </a:solidFill>
            </a:endParaRPr>
          </a:p>
        </p:txBody>
      </p:sp>
      <p:sp>
        <p:nvSpPr>
          <p:cNvPr id="15374" name="Line 5">
            <a:extLst>
              <a:ext uri="{FF2B5EF4-FFF2-40B4-BE49-F238E27FC236}">
                <a16:creationId xmlns:a16="http://schemas.microsoft.com/office/drawing/2014/main" id="{A763AEDF-14D1-09BD-43D3-03208D9E0141}"/>
              </a:ext>
            </a:extLst>
          </p:cNvPr>
          <p:cNvSpPr>
            <a:spLocks noChangeShapeType="1"/>
          </p:cNvSpPr>
          <p:nvPr/>
        </p:nvSpPr>
        <p:spPr bwMode="auto">
          <a:xfrm>
            <a:off x="7308850" y="5805488"/>
            <a:ext cx="1285875" cy="4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5" name="TextBox 18">
            <a:extLst>
              <a:ext uri="{FF2B5EF4-FFF2-40B4-BE49-F238E27FC236}">
                <a16:creationId xmlns:a16="http://schemas.microsoft.com/office/drawing/2014/main" id="{6B3D8C22-BC59-1118-C487-610305A5C47D}"/>
              </a:ext>
            </a:extLst>
          </p:cNvPr>
          <p:cNvSpPr txBox="1">
            <a:spLocks noChangeArrowheads="1"/>
          </p:cNvSpPr>
          <p:nvPr/>
        </p:nvSpPr>
        <p:spPr bwMode="auto">
          <a:xfrm>
            <a:off x="7740650" y="5435600"/>
            <a:ext cx="3206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solidFill>
                  <a:srgbClr val="FFC000"/>
                </a:solidFill>
              </a:rPr>
              <a:t>x</a:t>
            </a:r>
            <a:endParaRPr lang="zh-CN" altLang="en-US" sz="1800">
              <a:solidFill>
                <a:srgbClr val="FFC000"/>
              </a:solidFill>
            </a:endParaRPr>
          </a:p>
        </p:txBody>
      </p:sp>
      <p:sp>
        <p:nvSpPr>
          <p:cNvPr id="15376" name="TextBox 19">
            <a:extLst>
              <a:ext uri="{FF2B5EF4-FFF2-40B4-BE49-F238E27FC236}">
                <a16:creationId xmlns:a16="http://schemas.microsoft.com/office/drawing/2014/main" id="{002AF459-85D1-4A27-DFBE-B3B72AB76D95}"/>
              </a:ext>
            </a:extLst>
          </p:cNvPr>
          <p:cNvSpPr txBox="1">
            <a:spLocks noChangeArrowheads="1"/>
          </p:cNvSpPr>
          <p:nvPr/>
        </p:nvSpPr>
        <p:spPr bwMode="auto">
          <a:xfrm>
            <a:off x="7740650" y="5003800"/>
            <a:ext cx="4159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en-US" sz="1800"/>
              <a:t>：</a:t>
            </a:r>
          </a:p>
        </p:txBody>
      </p:sp>
      <p:sp>
        <p:nvSpPr>
          <p:cNvPr id="15377" name="Line 5">
            <a:extLst>
              <a:ext uri="{FF2B5EF4-FFF2-40B4-BE49-F238E27FC236}">
                <a16:creationId xmlns:a16="http://schemas.microsoft.com/office/drawing/2014/main" id="{480442CB-47F3-87C2-D322-BF45A0698DC1}"/>
              </a:ext>
            </a:extLst>
          </p:cNvPr>
          <p:cNvSpPr>
            <a:spLocks noChangeShapeType="1"/>
          </p:cNvSpPr>
          <p:nvPr/>
        </p:nvSpPr>
        <p:spPr bwMode="auto">
          <a:xfrm>
            <a:off x="7308850" y="6165850"/>
            <a:ext cx="1285875" cy="4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78" name="TextBox 21">
            <a:extLst>
              <a:ext uri="{FF2B5EF4-FFF2-40B4-BE49-F238E27FC236}">
                <a16:creationId xmlns:a16="http://schemas.microsoft.com/office/drawing/2014/main" id="{F64DED8D-385F-E82F-2B84-11AF2B392F84}"/>
              </a:ext>
            </a:extLst>
          </p:cNvPr>
          <p:cNvSpPr txBox="1">
            <a:spLocks noChangeArrowheads="1"/>
          </p:cNvSpPr>
          <p:nvPr/>
        </p:nvSpPr>
        <p:spPr bwMode="auto">
          <a:xfrm>
            <a:off x="7740650" y="5724525"/>
            <a:ext cx="415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zh-CN" altLang="en-US" sz="1800"/>
              <a:t>：</a:t>
            </a:r>
          </a:p>
        </p:txBody>
      </p:sp>
      <p:grpSp>
        <p:nvGrpSpPr>
          <p:cNvPr id="15379" name="组合 1">
            <a:extLst>
              <a:ext uri="{FF2B5EF4-FFF2-40B4-BE49-F238E27FC236}">
                <a16:creationId xmlns:a16="http://schemas.microsoft.com/office/drawing/2014/main" id="{94FD4763-6B0E-C03E-883A-FBA32EABD026}"/>
              </a:ext>
            </a:extLst>
          </p:cNvPr>
          <p:cNvGrpSpPr>
            <a:grpSpLocks/>
          </p:cNvGrpSpPr>
          <p:nvPr/>
        </p:nvGrpSpPr>
        <p:grpSpPr bwMode="auto">
          <a:xfrm>
            <a:off x="6548438" y="4292600"/>
            <a:ext cx="2057400" cy="2233613"/>
            <a:chOff x="6548438" y="4292600"/>
            <a:chExt cx="2057400" cy="2233613"/>
          </a:xfrm>
        </p:grpSpPr>
        <p:grpSp>
          <p:nvGrpSpPr>
            <p:cNvPr id="15380" name="Group 2">
              <a:extLst>
                <a:ext uri="{FF2B5EF4-FFF2-40B4-BE49-F238E27FC236}">
                  <a16:creationId xmlns:a16="http://schemas.microsoft.com/office/drawing/2014/main" id="{8D3656C3-69AF-B304-1DCE-31D0DDB12312}"/>
                </a:ext>
              </a:extLst>
            </p:cNvPr>
            <p:cNvGrpSpPr>
              <a:grpSpLocks/>
            </p:cNvGrpSpPr>
            <p:nvPr/>
          </p:nvGrpSpPr>
          <p:grpSpPr bwMode="auto">
            <a:xfrm>
              <a:off x="7308850" y="4725988"/>
              <a:ext cx="1296988" cy="1800225"/>
              <a:chOff x="1519" y="816"/>
              <a:chExt cx="363" cy="366"/>
            </a:xfrm>
          </p:grpSpPr>
          <p:sp>
            <p:nvSpPr>
              <p:cNvPr id="15384" name="Rectangle 3">
                <a:extLst>
                  <a:ext uri="{FF2B5EF4-FFF2-40B4-BE49-F238E27FC236}">
                    <a16:creationId xmlns:a16="http://schemas.microsoft.com/office/drawing/2014/main" id="{255A00DF-4543-AD6D-4DAF-2F29D674FE66}"/>
                  </a:ext>
                </a:extLst>
              </p:cNvPr>
              <p:cNvSpPr>
                <a:spLocks noChangeArrowheads="1"/>
              </p:cNvSpPr>
              <p:nvPr/>
            </p:nvSpPr>
            <p:spPr bwMode="auto">
              <a:xfrm>
                <a:off x="1522" y="816"/>
                <a:ext cx="360" cy="3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endParaRPr lang="zh-CN" altLang="en-US" sz="1800"/>
              </a:p>
            </p:txBody>
          </p:sp>
          <p:sp>
            <p:nvSpPr>
              <p:cNvPr id="15385" name="Line 4">
                <a:extLst>
                  <a:ext uri="{FF2B5EF4-FFF2-40B4-BE49-F238E27FC236}">
                    <a16:creationId xmlns:a16="http://schemas.microsoft.com/office/drawing/2014/main" id="{5BD90148-58B8-31D9-7348-66AC49DD949F}"/>
                  </a:ext>
                </a:extLst>
              </p:cNvPr>
              <p:cNvSpPr>
                <a:spLocks noChangeShapeType="1"/>
              </p:cNvSpPr>
              <p:nvPr/>
            </p:nvSpPr>
            <p:spPr bwMode="auto">
              <a:xfrm>
                <a:off x="1519" y="874"/>
                <a:ext cx="36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86" name="Line 5">
                <a:extLst>
                  <a:ext uri="{FF2B5EF4-FFF2-40B4-BE49-F238E27FC236}">
                    <a16:creationId xmlns:a16="http://schemas.microsoft.com/office/drawing/2014/main" id="{1508DF5B-56B7-704B-A65A-E16233BA55EF}"/>
                  </a:ext>
                </a:extLst>
              </p:cNvPr>
              <p:cNvSpPr>
                <a:spLocks noChangeShapeType="1"/>
              </p:cNvSpPr>
              <p:nvPr/>
            </p:nvSpPr>
            <p:spPr bwMode="auto">
              <a:xfrm>
                <a:off x="1519" y="977"/>
                <a:ext cx="360"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381" name="TextBox 2">
              <a:extLst>
                <a:ext uri="{FF2B5EF4-FFF2-40B4-BE49-F238E27FC236}">
                  <a16:creationId xmlns:a16="http://schemas.microsoft.com/office/drawing/2014/main" id="{FC366AA8-94AC-7766-A99F-8D5FA88735E8}"/>
                </a:ext>
              </a:extLst>
            </p:cNvPr>
            <p:cNvSpPr txBox="1">
              <a:spLocks noChangeArrowheads="1"/>
            </p:cNvSpPr>
            <p:nvPr/>
          </p:nvSpPr>
          <p:spPr bwMode="auto">
            <a:xfrm>
              <a:off x="6548438" y="4652963"/>
              <a:ext cx="6873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B::x</a:t>
              </a:r>
              <a:endParaRPr lang="zh-CN" altLang="en-US" sz="1800"/>
            </a:p>
          </p:txBody>
        </p:sp>
        <p:sp>
          <p:nvSpPr>
            <p:cNvPr id="15382" name="TextBox 23">
              <a:extLst>
                <a:ext uri="{FF2B5EF4-FFF2-40B4-BE49-F238E27FC236}">
                  <a16:creationId xmlns:a16="http://schemas.microsoft.com/office/drawing/2014/main" id="{297FBEB3-1A00-B312-639B-351BD54FA505}"/>
                </a:ext>
              </a:extLst>
            </p:cNvPr>
            <p:cNvSpPr txBox="1">
              <a:spLocks noChangeArrowheads="1"/>
            </p:cNvSpPr>
            <p:nvPr/>
          </p:nvSpPr>
          <p:spPr bwMode="auto">
            <a:xfrm>
              <a:off x="6588125" y="5435600"/>
              <a:ext cx="6873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C::x</a:t>
              </a:r>
              <a:endParaRPr lang="zh-CN" altLang="en-US" sz="1800"/>
            </a:p>
          </p:txBody>
        </p:sp>
        <p:sp>
          <p:nvSpPr>
            <p:cNvPr id="15383" name="TextBox 2">
              <a:extLst>
                <a:ext uri="{FF2B5EF4-FFF2-40B4-BE49-F238E27FC236}">
                  <a16:creationId xmlns:a16="http://schemas.microsoft.com/office/drawing/2014/main" id="{7866E81B-D543-FAE6-EAA9-BBACA94F0FD8}"/>
                </a:ext>
              </a:extLst>
            </p:cNvPr>
            <p:cNvSpPr txBox="1">
              <a:spLocks noChangeArrowheads="1"/>
            </p:cNvSpPr>
            <p:nvPr/>
          </p:nvSpPr>
          <p:spPr bwMode="auto">
            <a:xfrm>
              <a:off x="7699375" y="4292600"/>
              <a:ext cx="3286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d</a:t>
              </a:r>
              <a:endParaRPr lang="zh-CN" altLang="en-US" sz="180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9" name="Rectangle 3">
            <a:extLst>
              <a:ext uri="{FF2B5EF4-FFF2-40B4-BE49-F238E27FC236}">
                <a16:creationId xmlns:a16="http://schemas.microsoft.com/office/drawing/2014/main" id="{2D582F69-5B33-AAAC-211A-E479660E72B8}"/>
              </a:ext>
            </a:extLst>
          </p:cNvPr>
          <p:cNvSpPr>
            <a:spLocks noGrp="1" noChangeArrowheads="1"/>
          </p:cNvSpPr>
          <p:nvPr>
            <p:ph idx="1"/>
          </p:nvPr>
        </p:nvSpPr>
        <p:spPr>
          <a:xfrm>
            <a:off x="457200" y="333375"/>
            <a:ext cx="8229600" cy="3687763"/>
          </a:xfrm>
        </p:spPr>
        <p:txBody>
          <a:bodyPr/>
          <a:lstStyle/>
          <a:p>
            <a:pPr eaLnBrk="1" hangingPunct="1">
              <a:defRPr/>
            </a:pPr>
            <a:r>
              <a:rPr lang="zh-CN" altLang="en-US"/>
              <a:t>如果要求类</a:t>
            </a:r>
            <a:r>
              <a:rPr lang="en-US" altLang="zh-CN"/>
              <a:t>D</a:t>
            </a:r>
            <a:r>
              <a:rPr lang="zh-CN" altLang="en-US"/>
              <a:t>中只有一个</a:t>
            </a:r>
            <a:r>
              <a:rPr lang="en-US" altLang="zh-CN"/>
              <a:t>x</a:t>
            </a:r>
            <a:r>
              <a:rPr lang="zh-CN" altLang="en-US"/>
              <a:t>，则</a:t>
            </a:r>
            <a:r>
              <a:rPr lang="zh-CN" altLang="en-GB"/>
              <a:t>应把</a:t>
            </a:r>
            <a:r>
              <a:rPr lang="en-GB" altLang="zh-CN"/>
              <a:t>A</a:t>
            </a:r>
            <a:r>
              <a:rPr lang="zh-CN" altLang="en-GB"/>
              <a:t>定义为</a:t>
            </a:r>
            <a:r>
              <a:rPr lang="en-GB" altLang="zh-CN"/>
              <a:t>B</a:t>
            </a:r>
            <a:r>
              <a:rPr lang="zh-CN" altLang="en-GB"/>
              <a:t>和</a:t>
            </a:r>
            <a:r>
              <a:rPr lang="en-GB" altLang="zh-CN"/>
              <a:t>C</a:t>
            </a:r>
            <a:r>
              <a:rPr lang="zh-CN" altLang="en-GB"/>
              <a:t>的</a:t>
            </a:r>
            <a:r>
              <a:rPr lang="zh-CN" altLang="en-GB">
                <a:solidFill>
                  <a:schemeClr val="folHlink"/>
                </a:solidFill>
              </a:rPr>
              <a:t>虚基类</a:t>
            </a:r>
            <a:r>
              <a:rPr lang="zh-CN" altLang="en-GB"/>
              <a:t>：</a:t>
            </a:r>
            <a:r>
              <a:rPr lang="zh-CN" altLang="en-US"/>
              <a:t> </a:t>
            </a:r>
          </a:p>
          <a:p>
            <a:pPr lvl="1" eaLnBrk="1" hangingPunct="1">
              <a:buFontTx/>
              <a:buNone/>
              <a:defRPr/>
            </a:pPr>
            <a:r>
              <a:rPr lang="en-GB" altLang="zh-CN"/>
              <a:t>class A { int x; ......};</a:t>
            </a:r>
          </a:p>
          <a:p>
            <a:pPr lvl="1" eaLnBrk="1" hangingPunct="1">
              <a:buFontTx/>
              <a:buNone/>
              <a:defRPr/>
            </a:pPr>
            <a:r>
              <a:rPr lang="en-GB" altLang="zh-CN"/>
              <a:t>class B: </a:t>
            </a:r>
            <a:r>
              <a:rPr lang="en-GB" altLang="zh-CN">
                <a:solidFill>
                  <a:schemeClr val="folHlink"/>
                </a:solidFill>
              </a:rPr>
              <a:t>virtual</a:t>
            </a:r>
            <a:r>
              <a:rPr lang="en-GB" altLang="zh-CN"/>
              <a:t> public A {......};</a:t>
            </a:r>
          </a:p>
          <a:p>
            <a:pPr lvl="1" eaLnBrk="1" hangingPunct="1">
              <a:buFontTx/>
              <a:buNone/>
              <a:defRPr/>
            </a:pPr>
            <a:r>
              <a:rPr lang="en-GB" altLang="zh-CN"/>
              <a:t>class C: </a:t>
            </a:r>
            <a:r>
              <a:rPr lang="en-GB" altLang="zh-CN">
                <a:solidFill>
                  <a:schemeClr val="folHlink"/>
                </a:solidFill>
              </a:rPr>
              <a:t>virtual</a:t>
            </a:r>
            <a:r>
              <a:rPr lang="en-GB" altLang="zh-CN"/>
              <a:t> public A {......};</a:t>
            </a:r>
          </a:p>
          <a:p>
            <a:pPr lvl="1" eaLnBrk="1" hangingPunct="1">
              <a:buFontTx/>
              <a:buNone/>
              <a:defRPr/>
            </a:pPr>
            <a:r>
              <a:rPr lang="en-GB" altLang="zh-CN"/>
              <a:t>class D: public B, public C {......};</a:t>
            </a:r>
          </a:p>
          <a:p>
            <a:pPr lvl="1" eaLnBrk="1" hangingPunct="1">
              <a:buFontTx/>
              <a:buNone/>
              <a:defRPr/>
            </a:pPr>
            <a:r>
              <a:rPr lang="en-GB" altLang="zh-CN"/>
              <a:t>D d;</a:t>
            </a:r>
          </a:p>
          <a:p>
            <a:pPr eaLnBrk="1" hangingPunct="1">
              <a:defRPr/>
            </a:pPr>
            <a:r>
              <a:rPr lang="zh-CN" altLang="en-US"/>
              <a:t>这样，</a:t>
            </a:r>
            <a:r>
              <a:rPr lang="en-US" altLang="zh-CN"/>
              <a:t>D</a:t>
            </a:r>
            <a:r>
              <a:rPr lang="zh-CN" altLang="en-US"/>
              <a:t>类的对象</a:t>
            </a:r>
            <a:r>
              <a:rPr lang="en-US" altLang="zh-CN"/>
              <a:t>d</a:t>
            </a:r>
            <a:r>
              <a:rPr lang="zh-CN" altLang="en-US"/>
              <a:t>就只有一个</a:t>
            </a:r>
            <a:r>
              <a:rPr lang="en-US" altLang="zh-CN"/>
              <a:t>x</a:t>
            </a:r>
            <a:r>
              <a:rPr lang="zh-CN" altLang="en-US"/>
              <a:t>了。</a:t>
            </a:r>
            <a:endParaRPr lang="en-US" altLang="zh-CN"/>
          </a:p>
        </p:txBody>
      </p:sp>
      <p:sp>
        <p:nvSpPr>
          <p:cNvPr id="16387" name="TextBox 3">
            <a:extLst>
              <a:ext uri="{FF2B5EF4-FFF2-40B4-BE49-F238E27FC236}">
                <a16:creationId xmlns:a16="http://schemas.microsoft.com/office/drawing/2014/main" id="{F6A2C042-6BD3-8270-46B0-6E7AB9C9045F}"/>
              </a:ext>
            </a:extLst>
          </p:cNvPr>
          <p:cNvSpPr txBox="1">
            <a:spLocks noChangeArrowheads="1"/>
          </p:cNvSpPr>
          <p:nvPr/>
        </p:nvSpPr>
        <p:spPr bwMode="auto">
          <a:xfrm>
            <a:off x="3995738" y="4654550"/>
            <a:ext cx="395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2400"/>
              <a:t>A</a:t>
            </a:r>
            <a:endParaRPr lang="zh-CN" altLang="en-US" sz="2400"/>
          </a:p>
        </p:txBody>
      </p:sp>
      <p:sp>
        <p:nvSpPr>
          <p:cNvPr id="16388" name="TextBox 4">
            <a:extLst>
              <a:ext uri="{FF2B5EF4-FFF2-40B4-BE49-F238E27FC236}">
                <a16:creationId xmlns:a16="http://schemas.microsoft.com/office/drawing/2014/main" id="{B4FF3E7C-7086-BF95-503F-31D8332E0F90}"/>
              </a:ext>
            </a:extLst>
          </p:cNvPr>
          <p:cNvSpPr txBox="1">
            <a:spLocks noChangeArrowheads="1"/>
          </p:cNvSpPr>
          <p:nvPr/>
        </p:nvSpPr>
        <p:spPr bwMode="auto">
          <a:xfrm>
            <a:off x="4446588" y="5407025"/>
            <a:ext cx="398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2400"/>
              <a:t>C</a:t>
            </a:r>
            <a:endParaRPr lang="zh-CN" altLang="en-US" sz="2400"/>
          </a:p>
        </p:txBody>
      </p:sp>
      <p:sp>
        <p:nvSpPr>
          <p:cNvPr id="16389" name="TextBox 5">
            <a:extLst>
              <a:ext uri="{FF2B5EF4-FFF2-40B4-BE49-F238E27FC236}">
                <a16:creationId xmlns:a16="http://schemas.microsoft.com/office/drawing/2014/main" id="{AB77DE12-7C6C-AE7C-8E8D-5F48879423F8}"/>
              </a:ext>
            </a:extLst>
          </p:cNvPr>
          <p:cNvSpPr txBox="1">
            <a:spLocks noChangeArrowheads="1"/>
          </p:cNvSpPr>
          <p:nvPr/>
        </p:nvSpPr>
        <p:spPr bwMode="auto">
          <a:xfrm>
            <a:off x="3995738" y="6137275"/>
            <a:ext cx="422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2400"/>
              <a:t>D</a:t>
            </a:r>
            <a:endParaRPr lang="zh-CN" altLang="en-US" sz="2400"/>
          </a:p>
        </p:txBody>
      </p:sp>
      <p:sp>
        <p:nvSpPr>
          <p:cNvPr id="16390" name="TextBox 6">
            <a:extLst>
              <a:ext uri="{FF2B5EF4-FFF2-40B4-BE49-F238E27FC236}">
                <a16:creationId xmlns:a16="http://schemas.microsoft.com/office/drawing/2014/main" id="{1FFE0C39-C88C-3393-67FB-366CEE7AA6B8}"/>
              </a:ext>
            </a:extLst>
          </p:cNvPr>
          <p:cNvSpPr txBox="1">
            <a:spLocks noChangeArrowheads="1"/>
          </p:cNvSpPr>
          <p:nvPr/>
        </p:nvSpPr>
        <p:spPr bwMode="auto">
          <a:xfrm>
            <a:off x="3563938" y="5416550"/>
            <a:ext cx="3952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2400"/>
              <a:t>B</a:t>
            </a:r>
            <a:endParaRPr lang="zh-CN" altLang="en-US" sz="2400"/>
          </a:p>
        </p:txBody>
      </p:sp>
      <p:cxnSp>
        <p:nvCxnSpPr>
          <p:cNvPr id="16391" name="直接箭头连接符 8">
            <a:extLst>
              <a:ext uri="{FF2B5EF4-FFF2-40B4-BE49-F238E27FC236}">
                <a16:creationId xmlns:a16="http://schemas.microsoft.com/office/drawing/2014/main" id="{D80227B4-ED6F-7083-94D2-1DF4546B6603}"/>
              </a:ext>
            </a:extLst>
          </p:cNvPr>
          <p:cNvCxnSpPr>
            <a:cxnSpLocks noChangeShapeType="1"/>
          </p:cNvCxnSpPr>
          <p:nvPr/>
        </p:nvCxnSpPr>
        <p:spPr bwMode="auto">
          <a:xfrm rot="5400000" flipH="1" flipV="1">
            <a:off x="3814762" y="5194301"/>
            <a:ext cx="288925" cy="2159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392" name="直接箭头连接符 9">
            <a:extLst>
              <a:ext uri="{FF2B5EF4-FFF2-40B4-BE49-F238E27FC236}">
                <a16:creationId xmlns:a16="http://schemas.microsoft.com/office/drawing/2014/main" id="{541E310A-818B-A942-AB82-F349EAD8CF28}"/>
              </a:ext>
            </a:extLst>
          </p:cNvPr>
          <p:cNvCxnSpPr>
            <a:cxnSpLocks noChangeShapeType="1"/>
          </p:cNvCxnSpPr>
          <p:nvPr/>
        </p:nvCxnSpPr>
        <p:spPr bwMode="auto">
          <a:xfrm rot="16200000" flipV="1">
            <a:off x="4319587" y="5194301"/>
            <a:ext cx="288925" cy="2159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393" name="直接箭头连接符 11">
            <a:extLst>
              <a:ext uri="{FF2B5EF4-FFF2-40B4-BE49-F238E27FC236}">
                <a16:creationId xmlns:a16="http://schemas.microsoft.com/office/drawing/2014/main" id="{9C10AFBB-DC9B-0CDB-869F-1E2C69F01BBF}"/>
              </a:ext>
            </a:extLst>
          </p:cNvPr>
          <p:cNvCxnSpPr>
            <a:cxnSpLocks noChangeShapeType="1"/>
          </p:cNvCxnSpPr>
          <p:nvPr/>
        </p:nvCxnSpPr>
        <p:spPr bwMode="auto">
          <a:xfrm rot="5400000" flipH="1" flipV="1">
            <a:off x="4253707" y="5834856"/>
            <a:ext cx="347662" cy="2889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6394" name="直接箭头连接符 12">
            <a:extLst>
              <a:ext uri="{FF2B5EF4-FFF2-40B4-BE49-F238E27FC236}">
                <a16:creationId xmlns:a16="http://schemas.microsoft.com/office/drawing/2014/main" id="{5923ACE8-C75C-071A-C5B9-90C3998D2CAE}"/>
              </a:ext>
            </a:extLst>
          </p:cNvPr>
          <p:cNvCxnSpPr>
            <a:cxnSpLocks noChangeShapeType="1"/>
          </p:cNvCxnSpPr>
          <p:nvPr/>
        </p:nvCxnSpPr>
        <p:spPr bwMode="auto">
          <a:xfrm rot="16200000" flipV="1">
            <a:off x="3789362" y="5868988"/>
            <a:ext cx="339725" cy="215900"/>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62" name="Rectangle 2">
            <a:extLst>
              <a:ext uri="{FF2B5EF4-FFF2-40B4-BE49-F238E27FC236}">
                <a16:creationId xmlns:a16="http://schemas.microsoft.com/office/drawing/2014/main" id="{429EF0C0-B774-C60B-BFBD-E3AE12A054DD}"/>
              </a:ext>
            </a:extLst>
          </p:cNvPr>
          <p:cNvSpPr>
            <a:spLocks noGrp="1" noChangeArrowheads="1"/>
          </p:cNvSpPr>
          <p:nvPr>
            <p:ph type="title"/>
          </p:nvPr>
        </p:nvSpPr>
        <p:spPr/>
        <p:txBody>
          <a:bodyPr/>
          <a:lstStyle/>
          <a:p>
            <a:pPr eaLnBrk="1" hangingPunct="1">
              <a:defRPr/>
            </a:pPr>
            <a:r>
              <a:rPr lang="zh-CN" altLang="en-US"/>
              <a:t>虚基类构造函数的调用</a:t>
            </a:r>
            <a:endParaRPr lang="zh-CN" altLang="zh-CN"/>
          </a:p>
        </p:txBody>
      </p:sp>
      <p:sp>
        <p:nvSpPr>
          <p:cNvPr id="604163" name="Rectangle 3">
            <a:extLst>
              <a:ext uri="{FF2B5EF4-FFF2-40B4-BE49-F238E27FC236}">
                <a16:creationId xmlns:a16="http://schemas.microsoft.com/office/drawing/2014/main" id="{901AC620-807B-091C-C11C-3274423B1B4C}"/>
              </a:ext>
            </a:extLst>
          </p:cNvPr>
          <p:cNvSpPr>
            <a:spLocks noGrp="1" noChangeArrowheads="1"/>
          </p:cNvSpPr>
          <p:nvPr>
            <p:ph idx="1"/>
          </p:nvPr>
        </p:nvSpPr>
        <p:spPr/>
        <p:txBody>
          <a:bodyPr/>
          <a:lstStyle/>
          <a:p>
            <a:pPr marL="609600" indent="-609600" eaLnBrk="1" hangingPunct="1">
              <a:defRPr/>
            </a:pPr>
            <a:r>
              <a:rPr lang="zh-CN" altLang="en-US"/>
              <a:t>创建</a:t>
            </a:r>
            <a:r>
              <a:rPr lang="zh-CN" altLang="en-GB"/>
              <a:t>包含虚基类的类</a:t>
            </a:r>
            <a:r>
              <a:rPr lang="zh-CN" altLang="en-US"/>
              <a:t>对象时</a:t>
            </a:r>
            <a:r>
              <a:rPr lang="zh-CN" altLang="en-GB"/>
              <a:t>：</a:t>
            </a:r>
          </a:p>
          <a:p>
            <a:pPr marL="990600" lvl="1" indent="-533400" eaLnBrk="1" hangingPunct="1">
              <a:defRPr/>
            </a:pPr>
            <a:r>
              <a:rPr lang="zh-CN" altLang="en-GB"/>
              <a:t>虚基类的构造函数由</a:t>
            </a:r>
            <a:r>
              <a:rPr lang="zh-CN" altLang="en-US"/>
              <a:t>最新派生出的</a:t>
            </a:r>
            <a:r>
              <a:rPr lang="zh-CN" altLang="en-GB"/>
              <a:t>类的构造函数直接调用。</a:t>
            </a:r>
            <a:endParaRPr lang="zh-CN" altLang="en-US"/>
          </a:p>
          <a:p>
            <a:pPr marL="990600" lvl="1" indent="-533400" eaLnBrk="1" hangingPunct="1">
              <a:defRPr/>
            </a:pPr>
            <a:r>
              <a:rPr lang="zh-CN" altLang="en-GB"/>
              <a:t>虚基类的构造函数优先非虚基类的构造函数执行。</a:t>
            </a:r>
            <a:endParaRPr lang="zh-CN" altLang="en-US"/>
          </a:p>
          <a:p>
            <a:pPr marL="609600" indent="-609600" eaLnBrk="1" hangingPunct="1">
              <a:defRPr/>
            </a:pPr>
            <a:endParaRPr lang="en-US" altLang="zh-CN"/>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5187" name="Rectangle 3">
            <a:extLst>
              <a:ext uri="{FF2B5EF4-FFF2-40B4-BE49-F238E27FC236}">
                <a16:creationId xmlns:a16="http://schemas.microsoft.com/office/drawing/2014/main" id="{D7A31173-3033-56BB-202E-6D921AC6A0FE}"/>
              </a:ext>
            </a:extLst>
          </p:cNvPr>
          <p:cNvSpPr>
            <a:spLocks noGrp="1" noChangeArrowheads="1"/>
          </p:cNvSpPr>
          <p:nvPr>
            <p:ph idx="1"/>
          </p:nvPr>
        </p:nvSpPr>
        <p:spPr>
          <a:xfrm>
            <a:off x="457200" y="692150"/>
            <a:ext cx="8229600" cy="5976938"/>
          </a:xfrm>
        </p:spPr>
        <p:txBody>
          <a:bodyPr/>
          <a:lstStyle/>
          <a:p>
            <a:pPr eaLnBrk="1" hangingPunct="1">
              <a:lnSpc>
                <a:spcPct val="80000"/>
              </a:lnSpc>
              <a:buFont typeface="Wingdings" panose="05000000000000000000" pitchFamily="2" charset="2"/>
              <a:buNone/>
              <a:defRPr/>
            </a:pPr>
            <a:r>
              <a:rPr lang="en-GB" altLang="zh-CN" sz="2400" dirty="0"/>
              <a:t>class A</a:t>
            </a:r>
          </a:p>
          <a:p>
            <a:pPr eaLnBrk="1" hangingPunct="1">
              <a:lnSpc>
                <a:spcPct val="80000"/>
              </a:lnSpc>
              <a:buFont typeface="Wingdings" panose="05000000000000000000" pitchFamily="2" charset="2"/>
              <a:buNone/>
              <a:defRPr/>
            </a:pPr>
            <a:r>
              <a:rPr lang="en-GB" altLang="zh-CN" sz="2400" dirty="0"/>
              <a:t>{  </a:t>
            </a:r>
            <a:r>
              <a:rPr lang="en-GB" altLang="zh-CN" sz="2400" dirty="0" err="1"/>
              <a:t>int</a:t>
            </a:r>
            <a:r>
              <a:rPr lang="en-GB" altLang="zh-CN" sz="2400" dirty="0"/>
              <a:t> x;</a:t>
            </a:r>
          </a:p>
          <a:p>
            <a:pPr eaLnBrk="1" hangingPunct="1">
              <a:lnSpc>
                <a:spcPct val="80000"/>
              </a:lnSpc>
              <a:buFont typeface="Wingdings" panose="05000000000000000000" pitchFamily="2" charset="2"/>
              <a:buNone/>
              <a:defRPr/>
            </a:pPr>
            <a:r>
              <a:rPr lang="en-GB" altLang="zh-CN" sz="2400" dirty="0"/>
              <a:t>  public:</a:t>
            </a:r>
          </a:p>
          <a:p>
            <a:pPr eaLnBrk="1" hangingPunct="1">
              <a:lnSpc>
                <a:spcPct val="80000"/>
              </a:lnSpc>
              <a:buFont typeface="Wingdings" panose="05000000000000000000" pitchFamily="2" charset="2"/>
              <a:buNone/>
              <a:defRPr/>
            </a:pPr>
            <a:r>
              <a:rPr lang="en-GB" altLang="zh-CN" sz="2400" dirty="0"/>
              <a:t>   A(</a:t>
            </a:r>
            <a:r>
              <a:rPr lang="en-GB" altLang="zh-CN" sz="2400" dirty="0" err="1"/>
              <a:t>int</a:t>
            </a:r>
            <a:r>
              <a:rPr lang="en-GB" altLang="zh-CN" sz="2400" dirty="0"/>
              <a:t> </a:t>
            </a:r>
            <a:r>
              <a:rPr lang="en-GB" altLang="zh-CN" sz="2400" dirty="0" err="1"/>
              <a:t>i</a:t>
            </a:r>
            <a:r>
              <a:rPr lang="en-GB" altLang="zh-CN" sz="2400" dirty="0"/>
              <a:t>) { x = </a:t>
            </a:r>
            <a:r>
              <a:rPr lang="en-GB" altLang="zh-CN" sz="2400" dirty="0" err="1"/>
              <a:t>i</a:t>
            </a:r>
            <a:r>
              <a:rPr lang="en-GB" altLang="zh-CN" sz="2400" dirty="0"/>
              <a:t>; }</a:t>
            </a:r>
          </a:p>
          <a:p>
            <a:pPr eaLnBrk="1" hangingPunct="1">
              <a:lnSpc>
                <a:spcPct val="80000"/>
              </a:lnSpc>
              <a:buFont typeface="Wingdings" panose="05000000000000000000" pitchFamily="2" charset="2"/>
              <a:buNone/>
              <a:defRPr/>
            </a:pPr>
            <a:r>
              <a:rPr lang="en-GB" altLang="zh-CN" sz="2400" dirty="0"/>
              <a:t>};</a:t>
            </a:r>
          </a:p>
          <a:p>
            <a:pPr eaLnBrk="1" hangingPunct="1">
              <a:lnSpc>
                <a:spcPct val="80000"/>
              </a:lnSpc>
              <a:buFont typeface="Wingdings" panose="05000000000000000000" pitchFamily="2" charset="2"/>
              <a:buNone/>
              <a:defRPr/>
            </a:pPr>
            <a:r>
              <a:rPr lang="en-GB" altLang="zh-CN" sz="2400" dirty="0"/>
              <a:t>class B: virtual public A</a:t>
            </a:r>
            <a:r>
              <a:rPr lang="en-US" altLang="zh-CN" sz="2400" dirty="0"/>
              <a:t> //</a:t>
            </a:r>
            <a:r>
              <a:rPr lang="zh-CN" altLang="en-US" sz="2400" dirty="0"/>
              <a:t>包含虚基类</a:t>
            </a:r>
            <a:r>
              <a:rPr lang="en-US" altLang="zh-CN" sz="2400" dirty="0"/>
              <a:t>A</a:t>
            </a:r>
            <a:endParaRPr lang="en-GB" altLang="zh-CN" sz="2400" dirty="0"/>
          </a:p>
          <a:p>
            <a:pPr eaLnBrk="1" hangingPunct="1">
              <a:lnSpc>
                <a:spcPct val="80000"/>
              </a:lnSpc>
              <a:buFont typeface="Wingdings" panose="05000000000000000000" pitchFamily="2" charset="2"/>
              <a:buNone/>
              <a:defRPr/>
            </a:pPr>
            <a:r>
              <a:rPr lang="en-GB" altLang="zh-CN" sz="2400" dirty="0"/>
              <a:t>{  </a:t>
            </a:r>
            <a:r>
              <a:rPr lang="en-GB" altLang="zh-CN" sz="2400" dirty="0" err="1"/>
              <a:t>int</a:t>
            </a:r>
            <a:r>
              <a:rPr lang="en-GB" altLang="zh-CN" sz="2400" dirty="0"/>
              <a:t> y;</a:t>
            </a:r>
          </a:p>
          <a:p>
            <a:pPr eaLnBrk="1" hangingPunct="1">
              <a:lnSpc>
                <a:spcPct val="80000"/>
              </a:lnSpc>
              <a:buFont typeface="Wingdings" panose="05000000000000000000" pitchFamily="2" charset="2"/>
              <a:buNone/>
              <a:defRPr/>
            </a:pPr>
            <a:r>
              <a:rPr lang="en-GB" altLang="zh-CN" sz="2400" dirty="0"/>
              <a:t>public:</a:t>
            </a:r>
          </a:p>
          <a:p>
            <a:pPr eaLnBrk="1" hangingPunct="1">
              <a:lnSpc>
                <a:spcPct val="80000"/>
              </a:lnSpc>
              <a:buFont typeface="Wingdings" panose="05000000000000000000" pitchFamily="2" charset="2"/>
              <a:buNone/>
              <a:defRPr/>
            </a:pPr>
            <a:r>
              <a:rPr lang="en-GB" altLang="zh-CN" sz="2400" dirty="0"/>
              <a:t>   B(</a:t>
            </a:r>
            <a:r>
              <a:rPr lang="en-GB" altLang="zh-CN" sz="2400" dirty="0" err="1"/>
              <a:t>int</a:t>
            </a:r>
            <a:r>
              <a:rPr lang="en-GB" altLang="zh-CN" sz="2400" dirty="0"/>
              <a:t> </a:t>
            </a:r>
            <a:r>
              <a:rPr lang="en-GB" altLang="zh-CN" sz="2400" dirty="0" err="1"/>
              <a:t>i</a:t>
            </a:r>
            <a:r>
              <a:rPr lang="en-GB" altLang="zh-CN" sz="2400" dirty="0"/>
              <a:t>): A(1) { y = </a:t>
            </a:r>
            <a:r>
              <a:rPr lang="en-GB" altLang="zh-CN" sz="2400" dirty="0" err="1"/>
              <a:t>i</a:t>
            </a:r>
            <a:r>
              <a:rPr lang="en-GB" altLang="zh-CN" sz="2400" dirty="0"/>
              <a:t>; }</a:t>
            </a:r>
          </a:p>
          <a:p>
            <a:pPr eaLnBrk="1" hangingPunct="1">
              <a:lnSpc>
                <a:spcPct val="80000"/>
              </a:lnSpc>
              <a:buFont typeface="Wingdings" panose="05000000000000000000" pitchFamily="2" charset="2"/>
              <a:buNone/>
              <a:defRPr/>
            </a:pPr>
            <a:r>
              <a:rPr lang="en-GB" altLang="zh-CN" sz="2400" dirty="0"/>
              <a:t>};</a:t>
            </a:r>
          </a:p>
          <a:p>
            <a:pPr eaLnBrk="1" hangingPunct="1">
              <a:lnSpc>
                <a:spcPct val="80000"/>
              </a:lnSpc>
              <a:buFont typeface="Wingdings" panose="05000000000000000000" pitchFamily="2" charset="2"/>
              <a:buNone/>
              <a:defRPr/>
            </a:pPr>
            <a:r>
              <a:rPr lang="en-GB" altLang="zh-CN" sz="2400" dirty="0"/>
              <a:t>class C: virtual public A</a:t>
            </a:r>
            <a:r>
              <a:rPr lang="en-US" altLang="zh-CN" sz="2400" dirty="0"/>
              <a:t> //</a:t>
            </a:r>
            <a:r>
              <a:rPr lang="zh-CN" altLang="en-US" sz="2400" dirty="0"/>
              <a:t>包含虚基类</a:t>
            </a:r>
            <a:r>
              <a:rPr lang="en-US" altLang="zh-CN" sz="2400" dirty="0"/>
              <a:t>A</a:t>
            </a:r>
            <a:endParaRPr lang="en-GB" altLang="zh-CN" sz="2400" dirty="0"/>
          </a:p>
          <a:p>
            <a:pPr eaLnBrk="1" hangingPunct="1">
              <a:lnSpc>
                <a:spcPct val="80000"/>
              </a:lnSpc>
              <a:buFont typeface="Wingdings" panose="05000000000000000000" pitchFamily="2" charset="2"/>
              <a:buNone/>
              <a:defRPr/>
            </a:pPr>
            <a:r>
              <a:rPr lang="en-GB" altLang="zh-CN" sz="2400" dirty="0"/>
              <a:t>{  </a:t>
            </a:r>
            <a:r>
              <a:rPr lang="en-GB" altLang="zh-CN" sz="2400" dirty="0" err="1"/>
              <a:t>int</a:t>
            </a:r>
            <a:r>
              <a:rPr lang="en-GB" altLang="zh-CN" sz="2400" dirty="0"/>
              <a:t> z;</a:t>
            </a:r>
          </a:p>
          <a:p>
            <a:pPr eaLnBrk="1" hangingPunct="1">
              <a:lnSpc>
                <a:spcPct val="80000"/>
              </a:lnSpc>
              <a:buFont typeface="Wingdings" panose="05000000000000000000" pitchFamily="2" charset="2"/>
              <a:buNone/>
              <a:defRPr/>
            </a:pPr>
            <a:r>
              <a:rPr lang="en-GB" altLang="zh-CN" sz="2400" dirty="0"/>
              <a:t>  public:</a:t>
            </a:r>
          </a:p>
          <a:p>
            <a:pPr eaLnBrk="1" hangingPunct="1">
              <a:lnSpc>
                <a:spcPct val="80000"/>
              </a:lnSpc>
              <a:buFont typeface="Wingdings" panose="05000000000000000000" pitchFamily="2" charset="2"/>
              <a:buNone/>
              <a:defRPr/>
            </a:pPr>
            <a:r>
              <a:rPr lang="en-GB" altLang="zh-CN" sz="2400" dirty="0"/>
              <a:t>   C(</a:t>
            </a:r>
            <a:r>
              <a:rPr lang="en-GB" altLang="zh-CN" sz="2400" dirty="0" err="1"/>
              <a:t>int</a:t>
            </a:r>
            <a:r>
              <a:rPr lang="en-GB" altLang="zh-CN" sz="2400" dirty="0"/>
              <a:t> </a:t>
            </a:r>
            <a:r>
              <a:rPr lang="en-GB" altLang="zh-CN" sz="2400" dirty="0" err="1"/>
              <a:t>i</a:t>
            </a:r>
            <a:r>
              <a:rPr lang="en-GB" altLang="zh-CN" sz="2400" dirty="0"/>
              <a:t>): A(2) { z = </a:t>
            </a:r>
            <a:r>
              <a:rPr lang="en-GB" altLang="zh-CN" sz="2400" dirty="0" err="1"/>
              <a:t>i</a:t>
            </a:r>
            <a:r>
              <a:rPr lang="en-GB" altLang="zh-CN" sz="2400" dirty="0"/>
              <a:t>; }</a:t>
            </a:r>
          </a:p>
          <a:p>
            <a:pPr eaLnBrk="1" hangingPunct="1">
              <a:lnSpc>
                <a:spcPct val="80000"/>
              </a:lnSpc>
              <a:buFont typeface="Wingdings" panose="05000000000000000000" pitchFamily="2" charset="2"/>
              <a:buNone/>
              <a:defRPr/>
            </a:pPr>
            <a:r>
              <a:rPr lang="en-GB" altLang="zh-CN" sz="2400" dirty="0"/>
              <a:t>};</a:t>
            </a:r>
            <a:endParaRPr lang="en-US" altLang="zh-CN" sz="2400" dirty="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6211" name="Rectangle 3">
            <a:extLst>
              <a:ext uri="{FF2B5EF4-FFF2-40B4-BE49-F238E27FC236}">
                <a16:creationId xmlns:a16="http://schemas.microsoft.com/office/drawing/2014/main" id="{E16982F2-2EB0-71D7-F84D-B7C920C394CD}"/>
              </a:ext>
            </a:extLst>
          </p:cNvPr>
          <p:cNvSpPr>
            <a:spLocks noGrp="1" noChangeArrowheads="1"/>
          </p:cNvSpPr>
          <p:nvPr>
            <p:ph idx="1"/>
          </p:nvPr>
        </p:nvSpPr>
        <p:spPr>
          <a:xfrm>
            <a:off x="144463" y="115888"/>
            <a:ext cx="8964612" cy="6524625"/>
          </a:xfrm>
        </p:spPr>
        <p:txBody>
          <a:bodyPr/>
          <a:lstStyle/>
          <a:p>
            <a:pPr eaLnBrk="1" hangingPunct="1">
              <a:lnSpc>
                <a:spcPct val="80000"/>
              </a:lnSpc>
              <a:buFont typeface="Wingdings" panose="05000000000000000000" pitchFamily="2" charset="2"/>
              <a:buNone/>
              <a:defRPr/>
            </a:pPr>
            <a:r>
              <a:rPr lang="en-GB" altLang="zh-CN" sz="2400" dirty="0"/>
              <a:t>class D: public B, public C</a:t>
            </a:r>
            <a:r>
              <a:rPr lang="en-US" altLang="zh-CN" sz="2400" dirty="0"/>
              <a:t> </a:t>
            </a:r>
            <a:r>
              <a:rPr lang="en-US" altLang="zh-CN" sz="2400" dirty="0">
                <a:solidFill>
                  <a:srgbClr val="FFC000"/>
                </a:solidFill>
              </a:rPr>
              <a:t>//</a:t>
            </a:r>
            <a:r>
              <a:rPr lang="zh-CN" altLang="en-US" sz="2400" dirty="0">
                <a:solidFill>
                  <a:srgbClr val="FFC000"/>
                </a:solidFill>
              </a:rPr>
              <a:t>包含虚基类</a:t>
            </a:r>
            <a:r>
              <a:rPr lang="en-US" altLang="zh-CN" sz="2400" dirty="0">
                <a:solidFill>
                  <a:srgbClr val="FFC000"/>
                </a:solidFill>
              </a:rPr>
              <a:t>A</a:t>
            </a:r>
            <a:endParaRPr lang="en-GB" altLang="zh-CN" sz="2400" dirty="0">
              <a:solidFill>
                <a:srgbClr val="FFC000"/>
              </a:solidFill>
            </a:endParaRPr>
          </a:p>
          <a:p>
            <a:pPr eaLnBrk="1" hangingPunct="1">
              <a:lnSpc>
                <a:spcPct val="80000"/>
              </a:lnSpc>
              <a:buFont typeface="Wingdings" panose="05000000000000000000" pitchFamily="2" charset="2"/>
              <a:buNone/>
              <a:defRPr/>
            </a:pPr>
            <a:r>
              <a:rPr lang="en-GB" altLang="zh-CN" sz="2400" dirty="0"/>
              <a:t>{  </a:t>
            </a:r>
            <a:r>
              <a:rPr lang="en-GB" altLang="zh-CN" sz="2400" dirty="0" err="1"/>
              <a:t>int</a:t>
            </a:r>
            <a:r>
              <a:rPr lang="en-GB" altLang="zh-CN" sz="2400" dirty="0"/>
              <a:t> m;</a:t>
            </a:r>
          </a:p>
          <a:p>
            <a:pPr eaLnBrk="1" hangingPunct="1">
              <a:lnSpc>
                <a:spcPct val="80000"/>
              </a:lnSpc>
              <a:buFont typeface="Wingdings" panose="05000000000000000000" pitchFamily="2" charset="2"/>
              <a:buNone/>
              <a:defRPr/>
            </a:pPr>
            <a:r>
              <a:rPr lang="en-GB" altLang="zh-CN" sz="2400" dirty="0"/>
              <a:t>public:</a:t>
            </a:r>
          </a:p>
          <a:p>
            <a:pPr eaLnBrk="1" hangingPunct="1">
              <a:lnSpc>
                <a:spcPct val="80000"/>
              </a:lnSpc>
              <a:buFont typeface="Wingdings" panose="05000000000000000000" pitchFamily="2" charset="2"/>
              <a:buNone/>
              <a:defRPr/>
            </a:pPr>
            <a:r>
              <a:rPr lang="en-GB" altLang="zh-CN" sz="2400" dirty="0"/>
              <a:t>   D(</a:t>
            </a:r>
            <a:r>
              <a:rPr lang="en-GB" altLang="zh-CN" sz="2400" dirty="0" err="1"/>
              <a:t>int</a:t>
            </a:r>
            <a:r>
              <a:rPr lang="en-GB" altLang="zh-CN" sz="2400" dirty="0"/>
              <a:t> </a:t>
            </a:r>
            <a:r>
              <a:rPr lang="en-GB" altLang="zh-CN" sz="2400" dirty="0" err="1"/>
              <a:t>i</a:t>
            </a:r>
            <a:r>
              <a:rPr lang="en-GB" altLang="zh-CN" sz="2400" dirty="0"/>
              <a:t>, </a:t>
            </a:r>
            <a:r>
              <a:rPr lang="en-GB" altLang="zh-CN" sz="2400" dirty="0" err="1"/>
              <a:t>int</a:t>
            </a:r>
            <a:r>
              <a:rPr lang="en-GB" altLang="zh-CN" sz="2400" dirty="0"/>
              <a:t> j, </a:t>
            </a:r>
            <a:r>
              <a:rPr lang="en-GB" altLang="zh-CN" sz="2400" dirty="0" err="1"/>
              <a:t>int</a:t>
            </a:r>
            <a:r>
              <a:rPr lang="en-GB" altLang="zh-CN" sz="2400" dirty="0"/>
              <a:t> k): B(</a:t>
            </a:r>
            <a:r>
              <a:rPr lang="en-GB" altLang="zh-CN" sz="2400" dirty="0" err="1"/>
              <a:t>i</a:t>
            </a:r>
            <a:r>
              <a:rPr lang="en-GB" altLang="zh-CN" sz="2400" dirty="0"/>
              <a:t>), C(j), A(3) { m = k; }</a:t>
            </a:r>
          </a:p>
          <a:p>
            <a:pPr eaLnBrk="1" hangingPunct="1">
              <a:lnSpc>
                <a:spcPct val="80000"/>
              </a:lnSpc>
              <a:buFont typeface="Wingdings" panose="05000000000000000000" pitchFamily="2" charset="2"/>
              <a:buNone/>
              <a:defRPr/>
            </a:pPr>
            <a:r>
              <a:rPr lang="en-GB" altLang="zh-CN" sz="2400" dirty="0"/>
              <a:t>};</a:t>
            </a:r>
          </a:p>
          <a:p>
            <a:pPr eaLnBrk="1" hangingPunct="1">
              <a:lnSpc>
                <a:spcPct val="80000"/>
              </a:lnSpc>
              <a:buFont typeface="Wingdings" panose="05000000000000000000" pitchFamily="2" charset="2"/>
              <a:buNone/>
              <a:defRPr/>
            </a:pPr>
            <a:r>
              <a:rPr lang="en-GB" altLang="zh-CN" sz="2400" dirty="0"/>
              <a:t>class E: public D</a:t>
            </a:r>
            <a:r>
              <a:rPr lang="en-US" altLang="zh-CN" sz="2400" dirty="0"/>
              <a:t> </a:t>
            </a:r>
            <a:r>
              <a:rPr lang="en-US" altLang="zh-CN" sz="2400" dirty="0">
                <a:solidFill>
                  <a:srgbClr val="FFC000"/>
                </a:solidFill>
              </a:rPr>
              <a:t>//</a:t>
            </a:r>
            <a:r>
              <a:rPr lang="zh-CN" altLang="en-US" sz="2400" dirty="0">
                <a:solidFill>
                  <a:srgbClr val="FFC000"/>
                </a:solidFill>
              </a:rPr>
              <a:t>包含虚基类</a:t>
            </a:r>
            <a:r>
              <a:rPr lang="en-US" altLang="zh-CN" sz="2400" dirty="0">
                <a:solidFill>
                  <a:srgbClr val="FFC000"/>
                </a:solidFill>
              </a:rPr>
              <a:t>A</a:t>
            </a:r>
            <a:endParaRPr lang="en-GB" altLang="zh-CN" sz="2400" dirty="0">
              <a:solidFill>
                <a:srgbClr val="FFC000"/>
              </a:solidFill>
            </a:endParaRPr>
          </a:p>
          <a:p>
            <a:pPr eaLnBrk="1" hangingPunct="1">
              <a:lnSpc>
                <a:spcPct val="80000"/>
              </a:lnSpc>
              <a:buFont typeface="Wingdings" panose="05000000000000000000" pitchFamily="2" charset="2"/>
              <a:buNone/>
              <a:defRPr/>
            </a:pPr>
            <a:r>
              <a:rPr lang="en-GB" altLang="zh-CN" sz="2400" dirty="0"/>
              <a:t>{  </a:t>
            </a:r>
            <a:r>
              <a:rPr lang="en-GB" altLang="zh-CN" sz="2400" dirty="0" err="1"/>
              <a:t>int</a:t>
            </a:r>
            <a:r>
              <a:rPr lang="en-GB" altLang="zh-CN" sz="2400" dirty="0"/>
              <a:t> n;</a:t>
            </a:r>
          </a:p>
          <a:p>
            <a:pPr eaLnBrk="1" hangingPunct="1">
              <a:lnSpc>
                <a:spcPct val="80000"/>
              </a:lnSpc>
              <a:buFont typeface="Wingdings" panose="05000000000000000000" pitchFamily="2" charset="2"/>
              <a:buNone/>
              <a:defRPr/>
            </a:pPr>
            <a:r>
              <a:rPr lang="en-GB" altLang="zh-CN" sz="2400" dirty="0"/>
              <a:t>  public:</a:t>
            </a:r>
          </a:p>
          <a:p>
            <a:pPr eaLnBrk="1" hangingPunct="1">
              <a:lnSpc>
                <a:spcPct val="80000"/>
              </a:lnSpc>
              <a:buFont typeface="Wingdings" panose="05000000000000000000" pitchFamily="2" charset="2"/>
              <a:buNone/>
              <a:defRPr/>
            </a:pPr>
            <a:r>
              <a:rPr lang="en-GB" altLang="zh-CN" sz="2400" dirty="0"/>
              <a:t>   E(</a:t>
            </a:r>
            <a:r>
              <a:rPr lang="en-GB" altLang="zh-CN" sz="2400" dirty="0" err="1"/>
              <a:t>int</a:t>
            </a:r>
            <a:r>
              <a:rPr lang="en-GB" altLang="zh-CN" sz="2400" dirty="0"/>
              <a:t> </a:t>
            </a:r>
            <a:r>
              <a:rPr lang="en-GB" altLang="zh-CN" sz="2400" dirty="0" err="1"/>
              <a:t>i</a:t>
            </a:r>
            <a:r>
              <a:rPr lang="en-GB" altLang="zh-CN" sz="2400" dirty="0"/>
              <a:t>, </a:t>
            </a:r>
            <a:r>
              <a:rPr lang="en-GB" altLang="zh-CN" sz="2400" dirty="0" err="1"/>
              <a:t>int</a:t>
            </a:r>
            <a:r>
              <a:rPr lang="en-GB" altLang="zh-CN" sz="2400" dirty="0"/>
              <a:t> j, </a:t>
            </a:r>
            <a:r>
              <a:rPr lang="en-GB" altLang="zh-CN" sz="2400" dirty="0" err="1"/>
              <a:t>int</a:t>
            </a:r>
            <a:r>
              <a:rPr lang="en-GB" altLang="zh-CN" sz="2400" dirty="0"/>
              <a:t> k, </a:t>
            </a:r>
            <a:r>
              <a:rPr lang="en-GB" altLang="zh-CN" sz="2400" dirty="0" err="1"/>
              <a:t>int</a:t>
            </a:r>
            <a:r>
              <a:rPr lang="en-GB" altLang="zh-CN" sz="2400" dirty="0"/>
              <a:t> l): D(</a:t>
            </a:r>
            <a:r>
              <a:rPr lang="en-GB" altLang="zh-CN" sz="2400" dirty="0" err="1"/>
              <a:t>i,j,k</a:t>
            </a:r>
            <a:r>
              <a:rPr lang="en-GB" altLang="zh-CN" sz="2400" dirty="0"/>
              <a:t>), A(4) { n = l; }</a:t>
            </a:r>
          </a:p>
          <a:p>
            <a:pPr eaLnBrk="1" hangingPunct="1">
              <a:lnSpc>
                <a:spcPct val="80000"/>
              </a:lnSpc>
              <a:buFont typeface="Wingdings" panose="05000000000000000000" pitchFamily="2" charset="2"/>
              <a:buNone/>
              <a:defRPr/>
            </a:pPr>
            <a:r>
              <a:rPr lang="en-GB" altLang="zh-CN" sz="2400" dirty="0"/>
              <a:t>};</a:t>
            </a:r>
          </a:p>
          <a:p>
            <a:pPr eaLnBrk="1" hangingPunct="1">
              <a:lnSpc>
                <a:spcPct val="80000"/>
              </a:lnSpc>
              <a:buFont typeface="Wingdings" panose="05000000000000000000" pitchFamily="2" charset="2"/>
              <a:buNone/>
              <a:defRPr/>
            </a:pPr>
            <a:r>
              <a:rPr lang="en-GB" altLang="zh-CN" sz="2400" dirty="0"/>
              <a:t>......</a:t>
            </a:r>
          </a:p>
          <a:p>
            <a:pPr eaLnBrk="1" hangingPunct="1">
              <a:buFont typeface="Wingdings" panose="05000000000000000000" pitchFamily="2" charset="2"/>
              <a:buNone/>
              <a:defRPr/>
            </a:pPr>
            <a:r>
              <a:rPr lang="en-GB" altLang="zh-CN" sz="2400" dirty="0"/>
              <a:t>D d(1,2,3);  //</a:t>
            </a:r>
            <a:r>
              <a:rPr lang="zh-CN" altLang="en-GB" sz="2400" dirty="0"/>
              <a:t>这里，</a:t>
            </a:r>
            <a:r>
              <a:rPr lang="en-GB" altLang="zh-CN" sz="2400" dirty="0"/>
              <a:t>A</a:t>
            </a:r>
            <a:r>
              <a:rPr lang="zh-CN" altLang="en-GB" sz="2400" dirty="0"/>
              <a:t>的构造函数由</a:t>
            </a:r>
            <a:r>
              <a:rPr lang="en-GB" altLang="zh-CN" sz="2400" dirty="0"/>
              <a:t>D</a:t>
            </a:r>
            <a:r>
              <a:rPr lang="zh-CN" altLang="en-GB" sz="2400" dirty="0"/>
              <a:t>调用，</a:t>
            </a:r>
            <a:r>
              <a:rPr lang="en-GB" altLang="zh-CN" sz="2400" dirty="0" err="1"/>
              <a:t>d.x</a:t>
            </a:r>
            <a:r>
              <a:rPr lang="zh-CN" altLang="en-GB" sz="2400" dirty="0"/>
              <a:t>初始化为</a:t>
            </a:r>
            <a:r>
              <a:rPr lang="en-GB" altLang="zh-CN" sz="2400" dirty="0"/>
              <a:t>3</a:t>
            </a:r>
            <a:r>
              <a:rPr lang="zh-CN" altLang="en-GB" sz="2400" dirty="0"/>
              <a:t>。</a:t>
            </a:r>
          </a:p>
          <a:p>
            <a:pPr eaLnBrk="1" hangingPunct="1">
              <a:lnSpc>
                <a:spcPct val="80000"/>
              </a:lnSpc>
              <a:defRPr/>
            </a:pPr>
            <a:r>
              <a:rPr lang="zh-CN" altLang="en-US" sz="2400" dirty="0"/>
              <a:t>调用的构造函数及它们的执行次序是：</a:t>
            </a:r>
          </a:p>
          <a:p>
            <a:pPr lvl="1" eaLnBrk="1" hangingPunct="1">
              <a:lnSpc>
                <a:spcPct val="80000"/>
              </a:lnSpc>
              <a:buFontTx/>
              <a:buNone/>
              <a:defRPr/>
            </a:pPr>
            <a:r>
              <a:rPr lang="en-US" altLang="zh-CN" sz="2000" dirty="0"/>
              <a:t>A(3)</a:t>
            </a:r>
            <a:r>
              <a:rPr lang="zh-CN" altLang="en-US" sz="2000" dirty="0"/>
              <a:t>、</a:t>
            </a:r>
            <a:r>
              <a:rPr lang="en-US" altLang="zh-CN" sz="2000" dirty="0"/>
              <a:t>B(1)</a:t>
            </a:r>
            <a:r>
              <a:rPr lang="zh-CN" altLang="en-US" sz="2000" dirty="0"/>
              <a:t>、</a:t>
            </a:r>
            <a:r>
              <a:rPr lang="en-US" altLang="zh-CN" sz="2000" dirty="0"/>
              <a:t>C(2)</a:t>
            </a:r>
            <a:r>
              <a:rPr lang="zh-CN" altLang="en-US" sz="2000" dirty="0"/>
              <a:t>、</a:t>
            </a:r>
            <a:r>
              <a:rPr lang="en-US" altLang="zh-CN" sz="2000" dirty="0"/>
              <a:t>D(1,2,3)</a:t>
            </a:r>
            <a:endParaRPr lang="zh-CN" altLang="en-GB" sz="2000" dirty="0"/>
          </a:p>
          <a:p>
            <a:pPr eaLnBrk="1" hangingPunct="1">
              <a:lnSpc>
                <a:spcPct val="120000"/>
              </a:lnSpc>
              <a:buFont typeface="Wingdings" panose="05000000000000000000" pitchFamily="2" charset="2"/>
              <a:buNone/>
              <a:defRPr/>
            </a:pPr>
            <a:r>
              <a:rPr lang="en-GB" altLang="zh-CN" sz="2400" dirty="0"/>
              <a:t>E e(1,2,3,4);  //</a:t>
            </a:r>
            <a:r>
              <a:rPr lang="zh-CN" altLang="en-GB" sz="2400" dirty="0"/>
              <a:t>这里， </a:t>
            </a:r>
            <a:r>
              <a:rPr lang="en-GB" altLang="zh-CN" sz="2400" dirty="0"/>
              <a:t>A</a:t>
            </a:r>
            <a:r>
              <a:rPr lang="zh-CN" altLang="en-GB" sz="2400" dirty="0"/>
              <a:t>的构造函数由</a:t>
            </a:r>
            <a:r>
              <a:rPr lang="en-GB" altLang="zh-CN" sz="2400" dirty="0"/>
              <a:t>E</a:t>
            </a:r>
            <a:r>
              <a:rPr lang="zh-CN" altLang="en-GB" sz="2400" dirty="0"/>
              <a:t>调用，</a:t>
            </a:r>
            <a:r>
              <a:rPr lang="en-GB" altLang="zh-CN" sz="2400" dirty="0" err="1"/>
              <a:t>e.x</a:t>
            </a:r>
            <a:r>
              <a:rPr lang="zh-CN" altLang="en-GB" sz="2400" dirty="0"/>
              <a:t>初始化为</a:t>
            </a:r>
            <a:r>
              <a:rPr lang="en-GB" altLang="zh-CN" sz="2400" dirty="0"/>
              <a:t>4</a:t>
            </a:r>
            <a:r>
              <a:rPr lang="zh-CN" altLang="en-GB" sz="2400" dirty="0"/>
              <a:t>。</a:t>
            </a:r>
          </a:p>
          <a:p>
            <a:pPr eaLnBrk="1" hangingPunct="1">
              <a:lnSpc>
                <a:spcPct val="80000"/>
              </a:lnSpc>
              <a:defRPr/>
            </a:pPr>
            <a:r>
              <a:rPr lang="zh-CN" altLang="en-US" sz="2400" dirty="0"/>
              <a:t>调用的构造函数及它们的执行次序是：</a:t>
            </a:r>
          </a:p>
          <a:p>
            <a:pPr lvl="1" eaLnBrk="1" hangingPunct="1">
              <a:lnSpc>
                <a:spcPct val="80000"/>
              </a:lnSpc>
              <a:buFontTx/>
              <a:buNone/>
              <a:defRPr/>
            </a:pPr>
            <a:r>
              <a:rPr lang="en-US" altLang="zh-CN" sz="2000" dirty="0"/>
              <a:t>A(4)</a:t>
            </a:r>
            <a:r>
              <a:rPr lang="zh-CN" altLang="en-US" sz="2000" dirty="0"/>
              <a:t>、</a:t>
            </a:r>
            <a:r>
              <a:rPr lang="en-US" altLang="zh-CN" sz="2000" dirty="0"/>
              <a:t>B(1)</a:t>
            </a:r>
            <a:r>
              <a:rPr lang="zh-CN" altLang="en-US" sz="2000" dirty="0"/>
              <a:t>、</a:t>
            </a:r>
            <a:r>
              <a:rPr lang="en-US" altLang="zh-CN" sz="2000" dirty="0"/>
              <a:t>C(2)</a:t>
            </a:r>
            <a:r>
              <a:rPr lang="zh-CN" altLang="en-US" sz="2000" dirty="0"/>
              <a:t>、</a:t>
            </a:r>
            <a:r>
              <a:rPr lang="en-US" altLang="zh-CN" sz="2000" dirty="0"/>
              <a:t>D(1,2,3)</a:t>
            </a:r>
            <a:r>
              <a:rPr lang="zh-CN" altLang="en-US" sz="2000" dirty="0"/>
              <a:t>、</a:t>
            </a:r>
            <a:r>
              <a:rPr lang="en-US" altLang="zh-CN" sz="2000" dirty="0"/>
              <a:t>E(1,2,3,4) </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05E033-A89D-D14B-D5FB-40BEAE8160DC}"/>
              </a:ext>
            </a:extLst>
          </p:cNvPr>
          <p:cNvSpPr>
            <a:spLocks noGrp="1"/>
          </p:cNvSpPr>
          <p:nvPr>
            <p:ph type="ctrTitle" sz="quarter"/>
          </p:nvPr>
        </p:nvSpPr>
        <p:spPr/>
        <p:txBody>
          <a:bodyPr/>
          <a:lstStyle/>
          <a:p>
            <a:pPr>
              <a:defRPr/>
            </a:pPr>
            <a:r>
              <a:rPr lang="zh-CN" altLang="en-US"/>
              <a:t>虚基类的实现</a:t>
            </a:r>
          </a:p>
        </p:txBody>
      </p:sp>
      <p:sp>
        <p:nvSpPr>
          <p:cNvPr id="3" name="副标题 2">
            <a:extLst>
              <a:ext uri="{FF2B5EF4-FFF2-40B4-BE49-F238E27FC236}">
                <a16:creationId xmlns:a16="http://schemas.microsoft.com/office/drawing/2014/main" id="{2F449BEF-7460-6549-9B76-B8B7D0E91F8D}"/>
              </a:ext>
            </a:extLst>
          </p:cNvPr>
          <p:cNvSpPr>
            <a:spLocks noGrp="1"/>
          </p:cNvSpPr>
          <p:nvPr>
            <p:ph type="subTitle" sz="quarter" idx="1"/>
          </p:nvPr>
        </p:nvSpPr>
        <p:spPr/>
        <p:txBody>
          <a:bodyPr/>
          <a:lstStyle/>
          <a:p>
            <a:pPr>
              <a:defRPr/>
            </a:pPr>
            <a:endParaRPr lang="zh-CN" alt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807A0F0-0DED-B3B5-2E6D-A1CCBBA7D9F7}"/>
              </a:ext>
            </a:extLst>
          </p:cNvPr>
          <p:cNvSpPr>
            <a:spLocks noGrp="1"/>
          </p:cNvSpPr>
          <p:nvPr>
            <p:ph idx="1"/>
          </p:nvPr>
        </p:nvSpPr>
        <p:spPr>
          <a:xfrm>
            <a:off x="34925" y="188913"/>
            <a:ext cx="8229600" cy="4545012"/>
          </a:xfrm>
        </p:spPr>
        <p:txBody>
          <a:bodyPr>
            <a:normAutofit fontScale="62500" lnSpcReduction="20000"/>
          </a:bodyPr>
          <a:lstStyle/>
          <a:p>
            <a:pPr marL="0" indent="0">
              <a:buFont typeface="Wingdings" panose="05000000000000000000" pitchFamily="2" charset="2"/>
              <a:buNone/>
              <a:defRPr/>
            </a:pPr>
            <a:r>
              <a:rPr lang="en-US" altLang="zh-CN" dirty="0"/>
              <a:t>class A</a:t>
            </a:r>
          </a:p>
          <a:p>
            <a:pPr marL="0" indent="0">
              <a:buFont typeface="Wingdings" panose="05000000000000000000" pitchFamily="2" charset="2"/>
              <a:buNone/>
              <a:defRPr/>
            </a:pPr>
            <a:r>
              <a:rPr lang="en-US" altLang="zh-CN" dirty="0"/>
              <a:t>{  </a:t>
            </a:r>
            <a:r>
              <a:rPr lang="en-US" altLang="zh-CN" dirty="0" err="1"/>
              <a:t>int</a:t>
            </a:r>
            <a:r>
              <a:rPr lang="en-US" altLang="zh-CN" dirty="0"/>
              <a:t> x;</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class B:  public A</a:t>
            </a:r>
          </a:p>
          <a:p>
            <a:pPr marL="0" indent="0">
              <a:buFont typeface="Wingdings" panose="05000000000000000000" pitchFamily="2" charset="2"/>
              <a:buNone/>
              <a:defRPr/>
            </a:pPr>
            <a:r>
              <a:rPr lang="en-US" altLang="zh-CN" dirty="0"/>
              <a:t>{  </a:t>
            </a:r>
            <a:r>
              <a:rPr lang="en-US" altLang="zh-CN" dirty="0" err="1"/>
              <a:t>int</a:t>
            </a:r>
            <a:r>
              <a:rPr lang="en-US" altLang="zh-CN" dirty="0"/>
              <a:t> y;</a:t>
            </a:r>
          </a:p>
          <a:p>
            <a:pPr marL="0" indent="0">
              <a:buFont typeface="Wingdings" panose="05000000000000000000" pitchFamily="2" charset="2"/>
              <a:buNone/>
              <a:defRPr/>
            </a:pPr>
            <a:r>
              <a:rPr lang="en-US" altLang="zh-CN" dirty="0"/>
              <a:t>    void fb() { x, y } //this-&gt;x, this-&gt;y</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class C:  public A</a:t>
            </a:r>
          </a:p>
          <a:p>
            <a:pPr marL="0" indent="0">
              <a:buFont typeface="Wingdings" panose="05000000000000000000" pitchFamily="2" charset="2"/>
              <a:buNone/>
              <a:defRPr/>
            </a:pPr>
            <a:r>
              <a:rPr lang="en-US" altLang="zh-CN" dirty="0"/>
              <a:t>{  </a:t>
            </a:r>
            <a:r>
              <a:rPr lang="en-US" altLang="zh-CN" dirty="0" err="1"/>
              <a:t>int</a:t>
            </a:r>
            <a:r>
              <a:rPr lang="en-US" altLang="zh-CN" dirty="0"/>
              <a:t> z;</a:t>
            </a:r>
          </a:p>
          <a:p>
            <a:pPr marL="0" indent="0">
              <a:buFont typeface="Wingdings" panose="05000000000000000000" pitchFamily="2" charset="2"/>
              <a:buNone/>
              <a:defRPr/>
            </a:pPr>
            <a:r>
              <a:rPr lang="en-US" altLang="zh-CN" dirty="0"/>
              <a:t>    void fc() { x, z } //this-&gt;x, this-&gt;z</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class D: public B, public C</a:t>
            </a:r>
          </a:p>
          <a:p>
            <a:pPr marL="0" indent="0">
              <a:buFont typeface="Wingdings" panose="05000000000000000000" pitchFamily="2" charset="2"/>
              <a:buNone/>
              <a:defRPr/>
            </a:pPr>
            <a:r>
              <a:rPr lang="en-US" altLang="zh-CN" dirty="0"/>
              <a:t>{  </a:t>
            </a:r>
            <a:r>
              <a:rPr lang="en-US" altLang="zh-CN" dirty="0" err="1"/>
              <a:t>int</a:t>
            </a:r>
            <a:r>
              <a:rPr lang="en-US" altLang="zh-CN" dirty="0"/>
              <a:t> m;</a:t>
            </a:r>
          </a:p>
          <a:p>
            <a:pPr marL="0" indent="0">
              <a:buFont typeface="Wingdings" panose="05000000000000000000" pitchFamily="2" charset="2"/>
              <a:buNone/>
              <a:defRPr/>
            </a:pPr>
            <a:r>
              <a:rPr lang="en-US" altLang="zh-CN" dirty="0"/>
              <a:t>};</a:t>
            </a:r>
            <a:endParaRPr lang="zh-CN" altLang="en-US" dirty="0"/>
          </a:p>
        </p:txBody>
      </p:sp>
      <p:sp>
        <p:nvSpPr>
          <p:cNvPr id="21507" name="TextBox 3">
            <a:extLst>
              <a:ext uri="{FF2B5EF4-FFF2-40B4-BE49-F238E27FC236}">
                <a16:creationId xmlns:a16="http://schemas.microsoft.com/office/drawing/2014/main" id="{1D16E1B8-68A6-41BA-F9F3-DA28889953B9}"/>
              </a:ext>
            </a:extLst>
          </p:cNvPr>
          <p:cNvSpPr txBox="1">
            <a:spLocks noChangeArrowheads="1"/>
          </p:cNvSpPr>
          <p:nvPr/>
        </p:nvSpPr>
        <p:spPr bwMode="auto">
          <a:xfrm>
            <a:off x="6543675" y="4365625"/>
            <a:ext cx="692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D d;</a:t>
            </a:r>
            <a:endParaRPr lang="zh-CN" altLang="en-US" sz="1800"/>
          </a:p>
        </p:txBody>
      </p:sp>
      <p:sp>
        <p:nvSpPr>
          <p:cNvPr id="5" name="矩形 4">
            <a:extLst>
              <a:ext uri="{FF2B5EF4-FFF2-40B4-BE49-F238E27FC236}">
                <a16:creationId xmlns:a16="http://schemas.microsoft.com/office/drawing/2014/main" id="{BCAA7018-0FFF-24C8-D8A3-49EB66446400}"/>
              </a:ext>
            </a:extLst>
          </p:cNvPr>
          <p:cNvSpPr/>
          <p:nvPr/>
        </p:nvSpPr>
        <p:spPr>
          <a:xfrm>
            <a:off x="6659563" y="4797425"/>
            <a:ext cx="1296987" cy="18716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0" name="直接连接符 9">
            <a:extLst>
              <a:ext uri="{FF2B5EF4-FFF2-40B4-BE49-F238E27FC236}">
                <a16:creationId xmlns:a16="http://schemas.microsoft.com/office/drawing/2014/main" id="{50E307E4-609B-D2F8-03B4-77C12BF5A851}"/>
              </a:ext>
            </a:extLst>
          </p:cNvPr>
          <p:cNvCxnSpPr/>
          <p:nvPr/>
        </p:nvCxnSpPr>
        <p:spPr>
          <a:xfrm>
            <a:off x="6659563" y="5156200"/>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FF49F23-9E48-79F9-BEED-2D24B1397025}"/>
              </a:ext>
            </a:extLst>
          </p:cNvPr>
          <p:cNvCxnSpPr/>
          <p:nvPr/>
        </p:nvCxnSpPr>
        <p:spPr>
          <a:xfrm>
            <a:off x="6659563" y="5516563"/>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73C21F0F-6A0A-6F62-49A8-939636D5D093}"/>
              </a:ext>
            </a:extLst>
          </p:cNvPr>
          <p:cNvCxnSpPr/>
          <p:nvPr/>
        </p:nvCxnSpPr>
        <p:spPr>
          <a:xfrm>
            <a:off x="6659563" y="5948363"/>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294F678-BD9F-4B6F-167D-9FAD35EF58CA}"/>
              </a:ext>
            </a:extLst>
          </p:cNvPr>
          <p:cNvCxnSpPr/>
          <p:nvPr/>
        </p:nvCxnSpPr>
        <p:spPr>
          <a:xfrm>
            <a:off x="6659563" y="6308725"/>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513" name="TextBox 14">
            <a:extLst>
              <a:ext uri="{FF2B5EF4-FFF2-40B4-BE49-F238E27FC236}">
                <a16:creationId xmlns:a16="http://schemas.microsoft.com/office/drawing/2014/main" id="{6BAF278B-48CE-7E2F-3CEC-FBB0FED30CF9}"/>
              </a:ext>
            </a:extLst>
          </p:cNvPr>
          <p:cNvSpPr txBox="1">
            <a:spLocks noChangeArrowheads="1"/>
          </p:cNvSpPr>
          <p:nvPr/>
        </p:nvSpPr>
        <p:spPr bwMode="auto">
          <a:xfrm>
            <a:off x="6156325" y="4797425"/>
            <a:ext cx="42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x:</a:t>
            </a:r>
            <a:endParaRPr lang="zh-CN" altLang="en-US" sz="1800"/>
          </a:p>
        </p:txBody>
      </p:sp>
      <p:sp>
        <p:nvSpPr>
          <p:cNvPr id="21514" name="TextBox 15">
            <a:extLst>
              <a:ext uri="{FF2B5EF4-FFF2-40B4-BE49-F238E27FC236}">
                <a16:creationId xmlns:a16="http://schemas.microsoft.com/office/drawing/2014/main" id="{9BA7302A-7880-506E-BEEA-D38CE87BE07F}"/>
              </a:ext>
            </a:extLst>
          </p:cNvPr>
          <p:cNvSpPr txBox="1">
            <a:spLocks noChangeArrowheads="1"/>
          </p:cNvSpPr>
          <p:nvPr/>
        </p:nvSpPr>
        <p:spPr bwMode="auto">
          <a:xfrm>
            <a:off x="6156325" y="5148263"/>
            <a:ext cx="42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y:</a:t>
            </a:r>
            <a:endParaRPr lang="zh-CN" altLang="en-US" sz="1800"/>
          </a:p>
        </p:txBody>
      </p:sp>
      <p:sp>
        <p:nvSpPr>
          <p:cNvPr id="21515" name="TextBox 16">
            <a:extLst>
              <a:ext uri="{FF2B5EF4-FFF2-40B4-BE49-F238E27FC236}">
                <a16:creationId xmlns:a16="http://schemas.microsoft.com/office/drawing/2014/main" id="{A1BB1A9B-D8F5-2901-F62D-12CEDF2C278D}"/>
              </a:ext>
            </a:extLst>
          </p:cNvPr>
          <p:cNvSpPr txBox="1">
            <a:spLocks noChangeArrowheads="1"/>
          </p:cNvSpPr>
          <p:nvPr/>
        </p:nvSpPr>
        <p:spPr bwMode="auto">
          <a:xfrm>
            <a:off x="6156325" y="5589588"/>
            <a:ext cx="42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x:</a:t>
            </a:r>
            <a:endParaRPr lang="zh-CN" altLang="en-US" sz="1800"/>
          </a:p>
        </p:txBody>
      </p:sp>
      <p:sp>
        <p:nvSpPr>
          <p:cNvPr id="21516" name="TextBox 17">
            <a:extLst>
              <a:ext uri="{FF2B5EF4-FFF2-40B4-BE49-F238E27FC236}">
                <a16:creationId xmlns:a16="http://schemas.microsoft.com/office/drawing/2014/main" id="{30FBCF96-6404-BC43-D9FC-F1701F98009A}"/>
              </a:ext>
            </a:extLst>
          </p:cNvPr>
          <p:cNvSpPr txBox="1">
            <a:spLocks noChangeArrowheads="1"/>
          </p:cNvSpPr>
          <p:nvPr/>
        </p:nvSpPr>
        <p:spPr bwMode="auto">
          <a:xfrm>
            <a:off x="6156325" y="5940425"/>
            <a:ext cx="42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z:</a:t>
            </a:r>
            <a:endParaRPr lang="zh-CN" altLang="en-US" sz="1800"/>
          </a:p>
        </p:txBody>
      </p:sp>
      <p:sp>
        <p:nvSpPr>
          <p:cNvPr id="21517" name="TextBox 18">
            <a:extLst>
              <a:ext uri="{FF2B5EF4-FFF2-40B4-BE49-F238E27FC236}">
                <a16:creationId xmlns:a16="http://schemas.microsoft.com/office/drawing/2014/main" id="{990024B0-9758-BA8A-60ED-AE61DD210A1D}"/>
              </a:ext>
            </a:extLst>
          </p:cNvPr>
          <p:cNvSpPr txBox="1">
            <a:spLocks noChangeArrowheads="1"/>
          </p:cNvSpPr>
          <p:nvPr/>
        </p:nvSpPr>
        <p:spPr bwMode="auto">
          <a:xfrm>
            <a:off x="6156325" y="6299200"/>
            <a:ext cx="5127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m:</a:t>
            </a:r>
            <a:endParaRPr lang="zh-CN" altLang="en-US" sz="1800"/>
          </a:p>
        </p:txBody>
      </p:sp>
      <p:sp>
        <p:nvSpPr>
          <p:cNvPr id="24" name="Rectangle 2">
            <a:extLst>
              <a:ext uri="{FF2B5EF4-FFF2-40B4-BE49-F238E27FC236}">
                <a16:creationId xmlns:a16="http://schemas.microsoft.com/office/drawing/2014/main" id="{C0A6B9BF-DE31-BEC7-31F3-8E5827EF96A3}"/>
              </a:ext>
            </a:extLst>
          </p:cNvPr>
          <p:cNvSpPr>
            <a:spLocks noGrp="1" noChangeArrowheads="1"/>
          </p:cNvSpPr>
          <p:nvPr>
            <p:ph type="title"/>
          </p:nvPr>
        </p:nvSpPr>
        <p:spPr>
          <a:xfrm>
            <a:off x="4067175" y="349250"/>
            <a:ext cx="4619625" cy="703263"/>
          </a:xfrm>
        </p:spPr>
        <p:txBody>
          <a:bodyPr/>
          <a:lstStyle/>
          <a:p>
            <a:pPr eaLnBrk="1" hangingPunct="1">
              <a:defRPr/>
            </a:pPr>
            <a:r>
              <a:rPr lang="zh-CN" altLang="en-US"/>
              <a:t>非虚基类</a:t>
            </a:r>
          </a:p>
        </p:txBody>
      </p:sp>
      <p:sp>
        <p:nvSpPr>
          <p:cNvPr id="25" name="TextBox 3">
            <a:extLst>
              <a:ext uri="{FF2B5EF4-FFF2-40B4-BE49-F238E27FC236}">
                <a16:creationId xmlns:a16="http://schemas.microsoft.com/office/drawing/2014/main" id="{2DA99B03-DB7D-8446-B50C-CEA2DD3B630D}"/>
              </a:ext>
            </a:extLst>
          </p:cNvPr>
          <p:cNvSpPr txBox="1">
            <a:spLocks noChangeArrowheads="1"/>
          </p:cNvSpPr>
          <p:nvPr/>
        </p:nvSpPr>
        <p:spPr bwMode="auto">
          <a:xfrm>
            <a:off x="7164388" y="4365625"/>
            <a:ext cx="944562" cy="369888"/>
          </a:xfrm>
          <a:prstGeom prst="rect">
            <a:avLst/>
          </a:prstGeom>
          <a:solidFill>
            <a:schemeClr val="bg2">
              <a:lumMod val="60000"/>
              <a:lumOff val="40000"/>
            </a:schemeClr>
          </a:solidFill>
          <a:ln>
            <a:noFill/>
          </a:ln>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804030504040204" pitchFamily="34" charset="0"/>
                <a:ea typeface="宋体" charset="-122"/>
              </a:defRPr>
            </a:lvl1pPr>
            <a:lvl2pPr marL="742950" indent="-285750" eaLnBrk="0" hangingPunct="0">
              <a:spcBef>
                <a:spcPct val="20000"/>
              </a:spcBef>
              <a:buClr>
                <a:schemeClr val="tx1"/>
              </a:buClr>
              <a:buChar char="•"/>
              <a:defRPr sz="2800">
                <a:solidFill>
                  <a:schemeClr val="tx1"/>
                </a:solidFill>
                <a:latin typeface="Verdana" panose="020B0804030504040204" pitchFamily="34" charset="0"/>
                <a:ea typeface="宋体"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804030504040204" pitchFamily="34" charset="0"/>
                <a:ea typeface="宋体" charset="-122"/>
              </a:defRPr>
            </a:lvl3pPr>
            <a:lvl4pPr marL="1600200" indent="-228600" eaLnBrk="0" hangingPunct="0">
              <a:spcBef>
                <a:spcPct val="20000"/>
              </a:spcBef>
              <a:buClr>
                <a:schemeClr val="tx2"/>
              </a:buClr>
              <a:buChar char="•"/>
              <a:defRPr sz="2000">
                <a:solidFill>
                  <a:schemeClr val="tx1"/>
                </a:solidFill>
                <a:latin typeface="Verdana" panose="020B0804030504040204" pitchFamily="34" charset="0"/>
                <a:ea typeface="宋体"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9pPr>
          </a:lstStyle>
          <a:p>
            <a:pPr eaLnBrk="1" hangingPunct="1">
              <a:spcBef>
                <a:spcPct val="0"/>
              </a:spcBef>
              <a:buClrTx/>
              <a:buSzTx/>
              <a:buFontTx/>
              <a:buNone/>
              <a:defRPr/>
            </a:pPr>
            <a:r>
              <a:rPr lang="en-US" altLang="zh-CN" sz="1800" dirty="0" err="1">
                <a:sym typeface="+mn-ea"/>
              </a:rPr>
              <a:t>d.fb</a:t>
            </a:r>
            <a:r>
              <a:rPr lang="en-US" altLang="zh-CN" sz="1800" dirty="0">
                <a:sym typeface="+mn-ea"/>
              </a:rPr>
              <a:t>();</a:t>
            </a:r>
            <a:endParaRPr lang="zh-CN" altLang="en-US" sz="1800" dirty="0">
              <a:sym typeface="+mn-ea"/>
            </a:endParaRPr>
          </a:p>
        </p:txBody>
      </p:sp>
      <p:cxnSp>
        <p:nvCxnSpPr>
          <p:cNvPr id="26" name="直接箭头连接符 25">
            <a:extLst>
              <a:ext uri="{FF2B5EF4-FFF2-40B4-BE49-F238E27FC236}">
                <a16:creationId xmlns:a16="http://schemas.microsoft.com/office/drawing/2014/main" id="{2C28C8A2-AEEA-EEB4-D3B3-ED434246A425}"/>
              </a:ext>
            </a:extLst>
          </p:cNvPr>
          <p:cNvCxnSpPr/>
          <p:nvPr/>
        </p:nvCxnSpPr>
        <p:spPr>
          <a:xfrm>
            <a:off x="3276600" y="3213100"/>
            <a:ext cx="3382963" cy="23034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3">
            <a:extLst>
              <a:ext uri="{FF2B5EF4-FFF2-40B4-BE49-F238E27FC236}">
                <a16:creationId xmlns:a16="http://schemas.microsoft.com/office/drawing/2014/main" id="{C1EFCD82-C029-BF31-C3B5-FA69C6579272}"/>
              </a:ext>
            </a:extLst>
          </p:cNvPr>
          <p:cNvSpPr txBox="1">
            <a:spLocks noChangeArrowheads="1"/>
          </p:cNvSpPr>
          <p:nvPr/>
        </p:nvSpPr>
        <p:spPr bwMode="auto">
          <a:xfrm>
            <a:off x="8172450" y="4365625"/>
            <a:ext cx="944563" cy="368300"/>
          </a:xfrm>
          <a:prstGeom prst="rect">
            <a:avLst/>
          </a:prstGeom>
          <a:solidFill>
            <a:schemeClr val="bg2">
              <a:lumMod val="60000"/>
              <a:lumOff val="40000"/>
            </a:schemeClr>
          </a:solidFill>
          <a:ln>
            <a:noFill/>
          </a:ln>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804030504040204" pitchFamily="34" charset="0"/>
                <a:ea typeface="宋体" charset="-122"/>
              </a:defRPr>
            </a:lvl1pPr>
            <a:lvl2pPr marL="742950" indent="-285750" eaLnBrk="0" hangingPunct="0">
              <a:spcBef>
                <a:spcPct val="20000"/>
              </a:spcBef>
              <a:buClr>
                <a:schemeClr val="tx1"/>
              </a:buClr>
              <a:buChar char="•"/>
              <a:defRPr sz="2800">
                <a:solidFill>
                  <a:schemeClr val="tx1"/>
                </a:solidFill>
                <a:latin typeface="Verdana" panose="020B0804030504040204" pitchFamily="34" charset="0"/>
                <a:ea typeface="宋体"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804030504040204" pitchFamily="34" charset="0"/>
                <a:ea typeface="宋体" charset="-122"/>
              </a:defRPr>
            </a:lvl3pPr>
            <a:lvl4pPr marL="1600200" indent="-228600" eaLnBrk="0" hangingPunct="0">
              <a:spcBef>
                <a:spcPct val="20000"/>
              </a:spcBef>
              <a:buClr>
                <a:schemeClr val="tx2"/>
              </a:buClr>
              <a:buChar char="•"/>
              <a:defRPr sz="2000">
                <a:solidFill>
                  <a:schemeClr val="tx1"/>
                </a:solidFill>
                <a:latin typeface="Verdana" panose="020B0804030504040204" pitchFamily="34" charset="0"/>
                <a:ea typeface="宋体"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9pPr>
          </a:lstStyle>
          <a:p>
            <a:pPr eaLnBrk="1" hangingPunct="1">
              <a:spcBef>
                <a:spcPct val="0"/>
              </a:spcBef>
              <a:buClrTx/>
              <a:buSzTx/>
              <a:buFontTx/>
              <a:buNone/>
              <a:defRPr/>
            </a:pPr>
            <a:r>
              <a:rPr lang="en-US" altLang="zh-CN" sz="1800" dirty="0" err="1">
                <a:sym typeface="+mn-ea"/>
              </a:rPr>
              <a:t>d.fc</a:t>
            </a:r>
            <a:r>
              <a:rPr lang="en-US" altLang="zh-CN" sz="1800" dirty="0">
                <a:sym typeface="+mn-ea"/>
              </a:rPr>
              <a:t>();</a:t>
            </a:r>
            <a:endParaRPr lang="zh-CN" altLang="en-US" sz="1800" dirty="0">
              <a:sym typeface="+mn-ea"/>
            </a:endParaRPr>
          </a:p>
        </p:txBody>
      </p:sp>
      <p:cxnSp>
        <p:nvCxnSpPr>
          <p:cNvPr id="32" name="直接箭头连接符 31">
            <a:extLst>
              <a:ext uri="{FF2B5EF4-FFF2-40B4-BE49-F238E27FC236}">
                <a16:creationId xmlns:a16="http://schemas.microsoft.com/office/drawing/2014/main" id="{2475CB83-26B9-6C5A-5CD2-BF058622FBB4}"/>
              </a:ext>
            </a:extLst>
          </p:cNvPr>
          <p:cNvCxnSpPr/>
          <p:nvPr/>
        </p:nvCxnSpPr>
        <p:spPr>
          <a:xfrm>
            <a:off x="3203575" y="1989138"/>
            <a:ext cx="3455988" cy="28082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ppt_x"/>
                                          </p:val>
                                        </p:tav>
                                        <p:tav tm="100000">
                                          <p:val>
                                            <p:strVal val="#ppt_x"/>
                                          </p:val>
                                        </p:tav>
                                      </p:tavLst>
                                    </p:anim>
                                    <p:anim calcmode="lin" valueType="num">
                                      <p:cBhvr additive="base">
                                        <p:cTn id="2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9"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6CB9C8-1485-3DA7-10C2-2348E8C1493C}"/>
              </a:ext>
            </a:extLst>
          </p:cNvPr>
          <p:cNvSpPr>
            <a:spLocks noGrp="1"/>
          </p:cNvSpPr>
          <p:nvPr>
            <p:ph idx="1"/>
          </p:nvPr>
        </p:nvSpPr>
        <p:spPr>
          <a:xfrm>
            <a:off x="34925" y="187325"/>
            <a:ext cx="8229600" cy="4610100"/>
          </a:xfrm>
        </p:spPr>
        <p:txBody>
          <a:bodyPr>
            <a:normAutofit fontScale="62500" lnSpcReduction="20000"/>
          </a:bodyPr>
          <a:lstStyle/>
          <a:p>
            <a:pPr marL="0" indent="0">
              <a:buFont typeface="Wingdings" panose="05000000000000000000" pitchFamily="2" charset="2"/>
              <a:buNone/>
              <a:defRPr/>
            </a:pPr>
            <a:r>
              <a:rPr lang="en-US" altLang="zh-CN" dirty="0"/>
              <a:t>class A</a:t>
            </a:r>
          </a:p>
          <a:p>
            <a:pPr marL="0" indent="0">
              <a:buFont typeface="Wingdings" panose="05000000000000000000" pitchFamily="2" charset="2"/>
              <a:buNone/>
              <a:defRPr/>
            </a:pPr>
            <a:r>
              <a:rPr lang="en-US" altLang="zh-CN" dirty="0"/>
              <a:t>{  </a:t>
            </a:r>
            <a:r>
              <a:rPr lang="en-US" altLang="zh-CN" dirty="0" err="1"/>
              <a:t>int</a:t>
            </a:r>
            <a:r>
              <a:rPr lang="en-US" altLang="zh-CN" dirty="0"/>
              <a:t> x;</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class B:  </a:t>
            </a:r>
            <a:r>
              <a:rPr lang="en-US" altLang="zh-CN" dirty="0">
                <a:solidFill>
                  <a:srgbClr val="FFC000"/>
                </a:solidFill>
              </a:rPr>
              <a:t>virtual</a:t>
            </a:r>
            <a:r>
              <a:rPr lang="en-US" altLang="zh-CN" dirty="0"/>
              <a:t> public A</a:t>
            </a:r>
          </a:p>
          <a:p>
            <a:pPr marL="0" indent="0">
              <a:buFont typeface="Wingdings" panose="05000000000000000000" pitchFamily="2" charset="2"/>
              <a:buNone/>
              <a:defRPr/>
            </a:pPr>
            <a:r>
              <a:rPr lang="en-US" altLang="zh-CN" dirty="0"/>
              <a:t>{  </a:t>
            </a:r>
            <a:r>
              <a:rPr lang="en-US" altLang="zh-CN" dirty="0" err="1"/>
              <a:t>int</a:t>
            </a:r>
            <a:r>
              <a:rPr lang="en-US" altLang="zh-CN" dirty="0"/>
              <a:t> y;</a:t>
            </a:r>
          </a:p>
          <a:p>
            <a:pPr marL="0" indent="0">
              <a:buFont typeface="Wingdings" panose="05000000000000000000" pitchFamily="2" charset="2"/>
              <a:buNone/>
              <a:defRPr/>
            </a:pPr>
            <a:r>
              <a:rPr lang="en-US" altLang="zh-CN" dirty="0"/>
              <a:t>    void fb() { x, y } //this-&gt;x, this-&gt;y</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class C:  </a:t>
            </a:r>
            <a:r>
              <a:rPr lang="en-US" altLang="zh-CN" dirty="0">
                <a:solidFill>
                  <a:srgbClr val="FFC000"/>
                </a:solidFill>
              </a:rPr>
              <a:t>virtual</a:t>
            </a:r>
            <a:r>
              <a:rPr lang="en-US" altLang="zh-CN" dirty="0"/>
              <a:t> public A</a:t>
            </a:r>
          </a:p>
          <a:p>
            <a:pPr marL="0" indent="0">
              <a:buFont typeface="Wingdings" panose="05000000000000000000" pitchFamily="2" charset="2"/>
              <a:buNone/>
              <a:defRPr/>
            </a:pPr>
            <a:r>
              <a:rPr lang="en-US" altLang="zh-CN" dirty="0"/>
              <a:t>{  </a:t>
            </a:r>
            <a:r>
              <a:rPr lang="en-US" altLang="zh-CN" dirty="0" err="1"/>
              <a:t>int</a:t>
            </a:r>
            <a:r>
              <a:rPr lang="en-US" altLang="zh-CN" dirty="0"/>
              <a:t> z; </a:t>
            </a:r>
          </a:p>
          <a:p>
            <a:pPr marL="0" indent="0">
              <a:buFont typeface="Wingdings" panose="05000000000000000000" pitchFamily="2" charset="2"/>
              <a:buNone/>
              <a:defRPr/>
            </a:pPr>
            <a:r>
              <a:rPr lang="en-US" altLang="zh-CN" dirty="0"/>
              <a:t>    void fc() { x,  z  }   //this-&gt;</a:t>
            </a:r>
            <a:r>
              <a:rPr lang="en-US" altLang="zh-CN" dirty="0">
                <a:solidFill>
                  <a:srgbClr val="FFC000"/>
                </a:solidFill>
              </a:rPr>
              <a:t>x</a:t>
            </a:r>
            <a:r>
              <a:rPr lang="en-US" altLang="zh-CN" dirty="0"/>
              <a:t>, this-&gt;z</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class D: public B, public C</a:t>
            </a:r>
          </a:p>
          <a:p>
            <a:pPr marL="0" indent="0">
              <a:buFont typeface="Wingdings" panose="05000000000000000000" pitchFamily="2" charset="2"/>
              <a:buNone/>
              <a:defRPr/>
            </a:pPr>
            <a:r>
              <a:rPr lang="en-US" altLang="zh-CN" dirty="0"/>
              <a:t>{  </a:t>
            </a:r>
            <a:r>
              <a:rPr lang="en-US" altLang="zh-CN" dirty="0" err="1"/>
              <a:t>int</a:t>
            </a:r>
            <a:r>
              <a:rPr lang="en-US" altLang="zh-CN" dirty="0"/>
              <a:t> m;</a:t>
            </a:r>
          </a:p>
          <a:p>
            <a:pPr marL="0" indent="0">
              <a:buFont typeface="Wingdings" panose="05000000000000000000" pitchFamily="2" charset="2"/>
              <a:buNone/>
              <a:defRPr/>
            </a:pPr>
            <a:r>
              <a:rPr lang="en-US" altLang="zh-CN" dirty="0"/>
              <a:t>};</a:t>
            </a:r>
            <a:endParaRPr lang="zh-CN" altLang="en-US" dirty="0"/>
          </a:p>
        </p:txBody>
      </p:sp>
      <p:sp>
        <p:nvSpPr>
          <p:cNvPr id="22531" name="TextBox 3">
            <a:extLst>
              <a:ext uri="{FF2B5EF4-FFF2-40B4-BE49-F238E27FC236}">
                <a16:creationId xmlns:a16="http://schemas.microsoft.com/office/drawing/2014/main" id="{7C1A4FC9-535F-CD36-1F82-7A1C574D6CA7}"/>
              </a:ext>
            </a:extLst>
          </p:cNvPr>
          <p:cNvSpPr txBox="1">
            <a:spLocks noChangeArrowheads="1"/>
          </p:cNvSpPr>
          <p:nvPr/>
        </p:nvSpPr>
        <p:spPr bwMode="auto">
          <a:xfrm>
            <a:off x="6543675" y="4365625"/>
            <a:ext cx="692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D d;</a:t>
            </a:r>
            <a:endParaRPr lang="zh-CN" altLang="en-US" sz="1800"/>
          </a:p>
        </p:txBody>
      </p:sp>
      <p:sp>
        <p:nvSpPr>
          <p:cNvPr id="5" name="矩形 4">
            <a:extLst>
              <a:ext uri="{FF2B5EF4-FFF2-40B4-BE49-F238E27FC236}">
                <a16:creationId xmlns:a16="http://schemas.microsoft.com/office/drawing/2014/main" id="{4B9BF361-08A9-B005-BF09-5DE85C8701E4}"/>
              </a:ext>
            </a:extLst>
          </p:cNvPr>
          <p:cNvSpPr/>
          <p:nvPr/>
        </p:nvSpPr>
        <p:spPr>
          <a:xfrm>
            <a:off x="6659563" y="4797425"/>
            <a:ext cx="1296987" cy="1520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0" name="直接连接符 9">
            <a:extLst>
              <a:ext uri="{FF2B5EF4-FFF2-40B4-BE49-F238E27FC236}">
                <a16:creationId xmlns:a16="http://schemas.microsoft.com/office/drawing/2014/main" id="{6B968EA5-C5D6-E1A1-41ED-FF1F4748FD90}"/>
              </a:ext>
            </a:extLst>
          </p:cNvPr>
          <p:cNvCxnSpPr/>
          <p:nvPr/>
        </p:nvCxnSpPr>
        <p:spPr>
          <a:xfrm>
            <a:off x="6659563" y="5156200"/>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DFD6525A-590F-DD2F-9E98-41A175D1C11F}"/>
              </a:ext>
            </a:extLst>
          </p:cNvPr>
          <p:cNvCxnSpPr/>
          <p:nvPr/>
        </p:nvCxnSpPr>
        <p:spPr>
          <a:xfrm>
            <a:off x="6659563" y="5516563"/>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089C0311-7D5C-1C4E-9689-9E06925A0D74}"/>
              </a:ext>
            </a:extLst>
          </p:cNvPr>
          <p:cNvCxnSpPr/>
          <p:nvPr/>
        </p:nvCxnSpPr>
        <p:spPr>
          <a:xfrm>
            <a:off x="6659563" y="5948363"/>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536" name="TextBox 15">
            <a:extLst>
              <a:ext uri="{FF2B5EF4-FFF2-40B4-BE49-F238E27FC236}">
                <a16:creationId xmlns:a16="http://schemas.microsoft.com/office/drawing/2014/main" id="{DDE51620-7267-F311-5D1E-29DA5246B5D5}"/>
              </a:ext>
            </a:extLst>
          </p:cNvPr>
          <p:cNvSpPr txBox="1">
            <a:spLocks noChangeArrowheads="1"/>
          </p:cNvSpPr>
          <p:nvPr/>
        </p:nvSpPr>
        <p:spPr bwMode="auto">
          <a:xfrm>
            <a:off x="6156325" y="5148263"/>
            <a:ext cx="42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y:</a:t>
            </a:r>
            <a:endParaRPr lang="zh-CN" altLang="en-US" sz="1800"/>
          </a:p>
        </p:txBody>
      </p:sp>
      <p:sp>
        <p:nvSpPr>
          <p:cNvPr id="22537" name="TextBox 16">
            <a:extLst>
              <a:ext uri="{FF2B5EF4-FFF2-40B4-BE49-F238E27FC236}">
                <a16:creationId xmlns:a16="http://schemas.microsoft.com/office/drawing/2014/main" id="{BE0E48B5-C3D4-8D0C-7372-E606136BAD44}"/>
              </a:ext>
            </a:extLst>
          </p:cNvPr>
          <p:cNvSpPr txBox="1">
            <a:spLocks noChangeArrowheads="1"/>
          </p:cNvSpPr>
          <p:nvPr/>
        </p:nvSpPr>
        <p:spPr bwMode="auto">
          <a:xfrm>
            <a:off x="6156325" y="4795838"/>
            <a:ext cx="425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x:</a:t>
            </a:r>
            <a:endParaRPr lang="zh-CN" altLang="en-US" sz="1800"/>
          </a:p>
        </p:txBody>
      </p:sp>
      <p:sp>
        <p:nvSpPr>
          <p:cNvPr id="22538" name="TextBox 17">
            <a:extLst>
              <a:ext uri="{FF2B5EF4-FFF2-40B4-BE49-F238E27FC236}">
                <a16:creationId xmlns:a16="http://schemas.microsoft.com/office/drawing/2014/main" id="{EB37A121-6D47-845B-CD2F-529825D8DDA8}"/>
              </a:ext>
            </a:extLst>
          </p:cNvPr>
          <p:cNvSpPr txBox="1">
            <a:spLocks noChangeArrowheads="1"/>
          </p:cNvSpPr>
          <p:nvPr/>
        </p:nvSpPr>
        <p:spPr bwMode="auto">
          <a:xfrm>
            <a:off x="6156325" y="5588000"/>
            <a:ext cx="42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z:</a:t>
            </a:r>
            <a:endParaRPr lang="zh-CN" altLang="en-US" sz="1800"/>
          </a:p>
        </p:txBody>
      </p:sp>
      <p:sp>
        <p:nvSpPr>
          <p:cNvPr id="22539" name="TextBox 18">
            <a:extLst>
              <a:ext uri="{FF2B5EF4-FFF2-40B4-BE49-F238E27FC236}">
                <a16:creationId xmlns:a16="http://schemas.microsoft.com/office/drawing/2014/main" id="{BC24E959-75BD-2303-F1ED-433C182715C5}"/>
              </a:ext>
            </a:extLst>
          </p:cNvPr>
          <p:cNvSpPr txBox="1">
            <a:spLocks noChangeArrowheads="1"/>
          </p:cNvSpPr>
          <p:nvPr/>
        </p:nvSpPr>
        <p:spPr bwMode="auto">
          <a:xfrm>
            <a:off x="6156325" y="5948363"/>
            <a:ext cx="512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m:</a:t>
            </a:r>
            <a:endParaRPr lang="zh-CN" altLang="en-US" sz="1800"/>
          </a:p>
        </p:txBody>
      </p:sp>
      <p:sp>
        <p:nvSpPr>
          <p:cNvPr id="45" name="Rectangle 2">
            <a:extLst>
              <a:ext uri="{FF2B5EF4-FFF2-40B4-BE49-F238E27FC236}">
                <a16:creationId xmlns:a16="http://schemas.microsoft.com/office/drawing/2014/main" id="{0D3B8877-B934-7D0C-B1C3-0CF0653C7678}"/>
              </a:ext>
            </a:extLst>
          </p:cNvPr>
          <p:cNvSpPr>
            <a:spLocks noGrp="1" noChangeArrowheads="1"/>
          </p:cNvSpPr>
          <p:nvPr>
            <p:ph type="title"/>
          </p:nvPr>
        </p:nvSpPr>
        <p:spPr>
          <a:xfrm>
            <a:off x="4067175" y="349250"/>
            <a:ext cx="4619625" cy="1279525"/>
          </a:xfrm>
        </p:spPr>
        <p:txBody>
          <a:bodyPr>
            <a:normAutofit fontScale="90000"/>
          </a:bodyPr>
          <a:lstStyle/>
          <a:p>
            <a:pPr eaLnBrk="1" hangingPunct="1">
              <a:defRPr/>
            </a:pPr>
            <a:r>
              <a:rPr lang="zh-CN" altLang="en-US" sz="3600"/>
              <a:t>虚基类的一种实现</a:t>
            </a:r>
            <a:br>
              <a:rPr lang="en-US" altLang="zh-CN" sz="4000"/>
            </a:br>
            <a:r>
              <a:rPr lang="zh-CN" altLang="en-US" sz="3200"/>
              <a:t>（简单去掉一个</a:t>
            </a:r>
            <a:r>
              <a:rPr lang="en-US" altLang="zh-CN" sz="3200"/>
              <a:t>x</a:t>
            </a:r>
            <a:r>
              <a:rPr lang="zh-CN" altLang="en-US" sz="3200"/>
              <a:t>）</a:t>
            </a:r>
            <a:br>
              <a:rPr lang="en-US" altLang="zh-CN" sz="3200"/>
            </a:br>
            <a:r>
              <a:rPr lang="zh-CN" altLang="en-US" sz="2900"/>
              <a:t>可行吗？</a:t>
            </a:r>
          </a:p>
        </p:txBody>
      </p:sp>
      <p:sp>
        <p:nvSpPr>
          <p:cNvPr id="53" name="TextBox 3">
            <a:extLst>
              <a:ext uri="{FF2B5EF4-FFF2-40B4-BE49-F238E27FC236}">
                <a16:creationId xmlns:a16="http://schemas.microsoft.com/office/drawing/2014/main" id="{5DBD2EE6-09B8-D7B4-4A3C-8BDE1E9F99C1}"/>
              </a:ext>
            </a:extLst>
          </p:cNvPr>
          <p:cNvSpPr txBox="1">
            <a:spLocks noChangeArrowheads="1"/>
          </p:cNvSpPr>
          <p:nvPr/>
        </p:nvSpPr>
        <p:spPr bwMode="auto">
          <a:xfrm>
            <a:off x="7164388" y="4365625"/>
            <a:ext cx="950912" cy="369888"/>
          </a:xfrm>
          <a:prstGeom prst="rect">
            <a:avLst/>
          </a:prstGeom>
          <a:solidFill>
            <a:schemeClr val="bg2">
              <a:lumMod val="60000"/>
              <a:lumOff val="40000"/>
            </a:schemeClr>
          </a:solidFill>
          <a:ln>
            <a:noFill/>
          </a:ln>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804030504040204" pitchFamily="34" charset="0"/>
                <a:ea typeface="宋体" charset="-122"/>
              </a:defRPr>
            </a:lvl1pPr>
            <a:lvl2pPr marL="742950" indent="-285750" eaLnBrk="0" hangingPunct="0">
              <a:spcBef>
                <a:spcPct val="20000"/>
              </a:spcBef>
              <a:buClr>
                <a:schemeClr val="tx1"/>
              </a:buClr>
              <a:buChar char="•"/>
              <a:defRPr sz="2800">
                <a:solidFill>
                  <a:schemeClr val="tx1"/>
                </a:solidFill>
                <a:latin typeface="Verdana" panose="020B0804030504040204" pitchFamily="34" charset="0"/>
                <a:ea typeface="宋体"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804030504040204" pitchFamily="34" charset="0"/>
                <a:ea typeface="宋体" charset="-122"/>
              </a:defRPr>
            </a:lvl3pPr>
            <a:lvl4pPr marL="1600200" indent="-228600" eaLnBrk="0" hangingPunct="0">
              <a:spcBef>
                <a:spcPct val="20000"/>
              </a:spcBef>
              <a:buClr>
                <a:schemeClr val="tx2"/>
              </a:buClr>
              <a:buChar char="•"/>
              <a:defRPr sz="2000">
                <a:solidFill>
                  <a:schemeClr val="tx1"/>
                </a:solidFill>
                <a:latin typeface="Verdana" panose="020B0804030504040204" pitchFamily="34" charset="0"/>
                <a:ea typeface="宋体"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9pPr>
          </a:lstStyle>
          <a:p>
            <a:pPr eaLnBrk="1" hangingPunct="1">
              <a:spcBef>
                <a:spcPct val="0"/>
              </a:spcBef>
              <a:buClrTx/>
              <a:buSzTx/>
              <a:buFontTx/>
              <a:buNone/>
              <a:defRPr/>
            </a:pPr>
            <a:r>
              <a:rPr lang="en-US" altLang="zh-CN" sz="1800" dirty="0" err="1">
                <a:sym typeface="+mn-ea"/>
              </a:rPr>
              <a:t>d.fb</a:t>
            </a:r>
            <a:r>
              <a:rPr lang="en-US" altLang="zh-CN" sz="1800" dirty="0">
                <a:sym typeface="+mn-ea"/>
              </a:rPr>
              <a:t>();</a:t>
            </a:r>
            <a:endParaRPr lang="zh-CN" altLang="en-US" sz="1800" dirty="0">
              <a:sym typeface="+mn-ea"/>
            </a:endParaRPr>
          </a:p>
        </p:txBody>
      </p:sp>
      <p:cxnSp>
        <p:nvCxnSpPr>
          <p:cNvPr id="54" name="直接箭头连接符 53">
            <a:extLst>
              <a:ext uri="{FF2B5EF4-FFF2-40B4-BE49-F238E27FC236}">
                <a16:creationId xmlns:a16="http://schemas.microsoft.com/office/drawing/2014/main" id="{D6CDD86A-BFA1-6F2D-20CD-7E177B473644}"/>
              </a:ext>
            </a:extLst>
          </p:cNvPr>
          <p:cNvCxnSpPr/>
          <p:nvPr/>
        </p:nvCxnSpPr>
        <p:spPr>
          <a:xfrm>
            <a:off x="3492500" y="3213100"/>
            <a:ext cx="3167063" cy="23034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8" name="TextBox 3">
            <a:extLst>
              <a:ext uri="{FF2B5EF4-FFF2-40B4-BE49-F238E27FC236}">
                <a16:creationId xmlns:a16="http://schemas.microsoft.com/office/drawing/2014/main" id="{EF01B74E-B24C-5753-907C-73168B677D63}"/>
              </a:ext>
            </a:extLst>
          </p:cNvPr>
          <p:cNvSpPr txBox="1">
            <a:spLocks noChangeArrowheads="1"/>
          </p:cNvSpPr>
          <p:nvPr/>
        </p:nvSpPr>
        <p:spPr bwMode="auto">
          <a:xfrm>
            <a:off x="3779838" y="3851275"/>
            <a:ext cx="1474787" cy="369888"/>
          </a:xfrm>
          <a:prstGeom prst="rect">
            <a:avLst/>
          </a:prstGeom>
          <a:solidFill>
            <a:schemeClr val="bg2">
              <a:lumMod val="60000"/>
              <a:lumOff val="40000"/>
            </a:schemeClr>
          </a:solidFill>
          <a:ln>
            <a:noFill/>
          </a:ln>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804030504040204" pitchFamily="34" charset="0"/>
                <a:ea typeface="宋体" charset="-122"/>
              </a:defRPr>
            </a:lvl1pPr>
            <a:lvl2pPr marL="742950" indent="-285750">
              <a:spcBef>
                <a:spcPct val="20000"/>
              </a:spcBef>
              <a:buClr>
                <a:schemeClr val="tx1"/>
              </a:buClr>
              <a:buChar char="•"/>
              <a:defRPr sz="2800">
                <a:solidFill>
                  <a:schemeClr val="tx1"/>
                </a:solidFill>
                <a:latin typeface="Verdana" panose="020B0804030504040204" pitchFamily="34" charset="0"/>
                <a:ea typeface="宋体"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804030504040204" pitchFamily="34" charset="0"/>
                <a:ea typeface="宋体" charset="-122"/>
              </a:defRPr>
            </a:lvl3pPr>
            <a:lvl4pPr marL="1600200" indent="-228600">
              <a:spcBef>
                <a:spcPct val="20000"/>
              </a:spcBef>
              <a:buClr>
                <a:schemeClr val="tx2"/>
              </a:buClr>
              <a:buChar char="•"/>
              <a:defRPr sz="2000">
                <a:solidFill>
                  <a:schemeClr val="tx1"/>
                </a:solidFill>
                <a:latin typeface="Verdana" panose="020B0804030504040204" pitchFamily="34" charset="0"/>
                <a:ea typeface="宋体"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9pPr>
          </a:lstStyle>
          <a:p>
            <a:pPr eaLnBrk="1" hangingPunct="1">
              <a:spcBef>
                <a:spcPct val="0"/>
              </a:spcBef>
              <a:buClrTx/>
              <a:buSzTx/>
              <a:buFontTx/>
              <a:buNone/>
              <a:defRPr/>
            </a:pPr>
            <a:r>
              <a:rPr lang="zh-CN" altLang="en-US" sz="1800">
                <a:solidFill>
                  <a:srgbClr val="FFC000"/>
                </a:solidFill>
                <a:sym typeface="+mn-ea"/>
              </a:rPr>
              <a:t>访问不到</a:t>
            </a:r>
            <a:r>
              <a:rPr lang="en-US" altLang="zh-CN" sz="1800">
                <a:solidFill>
                  <a:srgbClr val="FFC000"/>
                </a:solidFill>
                <a:sym typeface="+mn-ea"/>
              </a:rPr>
              <a:t>x</a:t>
            </a:r>
            <a:r>
              <a:rPr lang="zh-CN" altLang="en-US" sz="1800">
                <a:solidFill>
                  <a:srgbClr val="FFC000"/>
                </a:solidFill>
                <a:sym typeface="+mn-ea"/>
              </a:rPr>
              <a:t>！</a:t>
            </a:r>
          </a:p>
        </p:txBody>
      </p:sp>
      <p:sp>
        <p:nvSpPr>
          <p:cNvPr id="28" name="TextBox 3">
            <a:extLst>
              <a:ext uri="{FF2B5EF4-FFF2-40B4-BE49-F238E27FC236}">
                <a16:creationId xmlns:a16="http://schemas.microsoft.com/office/drawing/2014/main" id="{312CA28D-2E40-B130-2E6C-1C0B15418DD1}"/>
              </a:ext>
            </a:extLst>
          </p:cNvPr>
          <p:cNvSpPr txBox="1">
            <a:spLocks noChangeArrowheads="1"/>
          </p:cNvSpPr>
          <p:nvPr/>
        </p:nvSpPr>
        <p:spPr bwMode="auto">
          <a:xfrm>
            <a:off x="8172450" y="4365625"/>
            <a:ext cx="944563" cy="368300"/>
          </a:xfrm>
          <a:prstGeom prst="rect">
            <a:avLst/>
          </a:prstGeom>
          <a:solidFill>
            <a:schemeClr val="bg2">
              <a:lumMod val="60000"/>
              <a:lumOff val="40000"/>
            </a:schemeClr>
          </a:solidFill>
          <a:ln>
            <a:noFill/>
          </a:ln>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804030504040204" pitchFamily="34" charset="0"/>
                <a:ea typeface="宋体" charset="-122"/>
              </a:defRPr>
            </a:lvl1pPr>
            <a:lvl2pPr marL="742950" indent="-285750" eaLnBrk="0" hangingPunct="0">
              <a:spcBef>
                <a:spcPct val="20000"/>
              </a:spcBef>
              <a:buClr>
                <a:schemeClr val="tx1"/>
              </a:buClr>
              <a:buChar char="•"/>
              <a:defRPr sz="2800">
                <a:solidFill>
                  <a:schemeClr val="tx1"/>
                </a:solidFill>
                <a:latin typeface="Verdana" panose="020B0804030504040204" pitchFamily="34" charset="0"/>
                <a:ea typeface="宋体"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804030504040204" pitchFamily="34" charset="0"/>
                <a:ea typeface="宋体" charset="-122"/>
              </a:defRPr>
            </a:lvl3pPr>
            <a:lvl4pPr marL="1600200" indent="-228600" eaLnBrk="0" hangingPunct="0">
              <a:spcBef>
                <a:spcPct val="20000"/>
              </a:spcBef>
              <a:buClr>
                <a:schemeClr val="tx2"/>
              </a:buClr>
              <a:buChar char="•"/>
              <a:defRPr sz="2000">
                <a:solidFill>
                  <a:schemeClr val="tx1"/>
                </a:solidFill>
                <a:latin typeface="Verdana" panose="020B0804030504040204" pitchFamily="34" charset="0"/>
                <a:ea typeface="宋体"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9pPr>
          </a:lstStyle>
          <a:p>
            <a:pPr eaLnBrk="1" hangingPunct="1">
              <a:spcBef>
                <a:spcPct val="0"/>
              </a:spcBef>
              <a:buClrTx/>
              <a:buSzTx/>
              <a:buFontTx/>
              <a:buNone/>
              <a:defRPr/>
            </a:pPr>
            <a:r>
              <a:rPr lang="en-US" altLang="zh-CN" sz="1800" dirty="0" err="1">
                <a:sym typeface="+mn-ea"/>
              </a:rPr>
              <a:t>d.fc</a:t>
            </a:r>
            <a:r>
              <a:rPr lang="en-US" altLang="zh-CN" sz="1800" dirty="0">
                <a:sym typeface="+mn-ea"/>
              </a:rPr>
              <a:t>();</a:t>
            </a:r>
            <a:endParaRPr lang="zh-CN" altLang="en-US" sz="1800" dirty="0">
              <a:sym typeface="+mn-ea"/>
            </a:endParaRPr>
          </a:p>
        </p:txBody>
      </p:sp>
      <p:cxnSp>
        <p:nvCxnSpPr>
          <p:cNvPr id="30" name="直接箭头连接符 29">
            <a:extLst>
              <a:ext uri="{FF2B5EF4-FFF2-40B4-BE49-F238E27FC236}">
                <a16:creationId xmlns:a16="http://schemas.microsoft.com/office/drawing/2014/main" id="{FB4AE737-A064-0025-585F-45B6A44C47D0}"/>
              </a:ext>
            </a:extLst>
          </p:cNvPr>
          <p:cNvCxnSpPr/>
          <p:nvPr/>
        </p:nvCxnSpPr>
        <p:spPr>
          <a:xfrm>
            <a:off x="3203575" y="1989138"/>
            <a:ext cx="3455988" cy="28082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anim calcmode="lin" valueType="num">
                                      <p:cBhvr additive="base">
                                        <p:cTn id="11" dur="500" fill="hold"/>
                                        <p:tgtEl>
                                          <p:spTgt spid="58"/>
                                        </p:tgtEl>
                                        <p:attrNameLst>
                                          <p:attrName>ppt_x</p:attrName>
                                        </p:attrNameLst>
                                      </p:cBhvr>
                                      <p:tavLst>
                                        <p:tav tm="0">
                                          <p:val>
                                            <p:strVal val="#ppt_x"/>
                                          </p:val>
                                        </p:tav>
                                        <p:tav tm="100000">
                                          <p:val>
                                            <p:strVal val="#ppt_x"/>
                                          </p:val>
                                        </p:tav>
                                      </p:tavLst>
                                    </p:anim>
                                    <p:anim calcmode="lin" valueType="num">
                                      <p:cBhvr additive="base">
                                        <p:cTn id="12" dur="500" fill="hold"/>
                                        <p:tgtEl>
                                          <p:spTgt spid="5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500" fill="hold"/>
                                        <p:tgtEl>
                                          <p:spTgt spid="53"/>
                                        </p:tgtEl>
                                        <p:attrNameLst>
                                          <p:attrName>ppt_x</p:attrName>
                                        </p:attrNameLst>
                                      </p:cBhvr>
                                      <p:tavLst>
                                        <p:tav tm="0">
                                          <p:val>
                                            <p:strVal val="#ppt_x"/>
                                          </p:val>
                                        </p:tav>
                                        <p:tav tm="100000">
                                          <p:val>
                                            <p:strVal val="#ppt_x"/>
                                          </p:val>
                                        </p:tav>
                                      </p:tavLst>
                                    </p:anim>
                                    <p:anim calcmode="lin" valueType="num">
                                      <p:cBhvr additive="base">
                                        <p:cTn id="16" dur="500" fill="hold"/>
                                        <p:tgtEl>
                                          <p:spTgt spid="5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ppt_x"/>
                                          </p:val>
                                        </p:tav>
                                        <p:tav tm="100000">
                                          <p:val>
                                            <p:strVal val="#ppt_x"/>
                                          </p:val>
                                        </p:tav>
                                      </p:tavLst>
                                    </p:anim>
                                    <p:anim calcmode="lin" valueType="num">
                                      <p:cBhvr additive="base">
                                        <p:cTn id="24"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8" grpId="0" animBg="1"/>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82AF09B-1FEE-858F-7FB6-35EAF7AE0165}"/>
              </a:ext>
            </a:extLst>
          </p:cNvPr>
          <p:cNvSpPr>
            <a:spLocks noGrp="1"/>
          </p:cNvSpPr>
          <p:nvPr>
            <p:ph idx="1"/>
          </p:nvPr>
        </p:nvSpPr>
        <p:spPr>
          <a:xfrm>
            <a:off x="34925" y="187325"/>
            <a:ext cx="8229600" cy="4610100"/>
          </a:xfrm>
        </p:spPr>
        <p:txBody>
          <a:bodyPr>
            <a:normAutofit fontScale="62500" lnSpcReduction="20000"/>
          </a:bodyPr>
          <a:lstStyle/>
          <a:p>
            <a:pPr marL="0" indent="0">
              <a:buFont typeface="Wingdings" panose="05000000000000000000" pitchFamily="2" charset="2"/>
              <a:buNone/>
              <a:defRPr/>
            </a:pPr>
            <a:r>
              <a:rPr lang="en-US" altLang="zh-CN" dirty="0"/>
              <a:t>class A</a:t>
            </a:r>
          </a:p>
          <a:p>
            <a:pPr marL="0" indent="0">
              <a:buFont typeface="Wingdings" panose="05000000000000000000" pitchFamily="2" charset="2"/>
              <a:buNone/>
              <a:defRPr/>
            </a:pPr>
            <a:r>
              <a:rPr lang="en-US" altLang="zh-CN" dirty="0"/>
              <a:t>{  </a:t>
            </a:r>
            <a:r>
              <a:rPr lang="en-US" altLang="zh-CN" dirty="0" err="1"/>
              <a:t>int</a:t>
            </a:r>
            <a:r>
              <a:rPr lang="en-US" altLang="zh-CN" dirty="0"/>
              <a:t> x;</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class B:  </a:t>
            </a:r>
            <a:r>
              <a:rPr lang="en-US" altLang="zh-CN" dirty="0">
                <a:solidFill>
                  <a:srgbClr val="FFC000"/>
                </a:solidFill>
              </a:rPr>
              <a:t>virtual</a:t>
            </a:r>
            <a:r>
              <a:rPr lang="en-US" altLang="zh-CN" dirty="0"/>
              <a:t> public A</a:t>
            </a:r>
          </a:p>
          <a:p>
            <a:pPr marL="0" indent="0">
              <a:buFont typeface="Wingdings" panose="05000000000000000000" pitchFamily="2" charset="2"/>
              <a:buNone/>
              <a:defRPr/>
            </a:pPr>
            <a:r>
              <a:rPr lang="en-US" altLang="zh-CN" dirty="0"/>
              <a:t>{  </a:t>
            </a:r>
            <a:r>
              <a:rPr lang="en-US" altLang="zh-CN" dirty="0" err="1"/>
              <a:t>int</a:t>
            </a:r>
            <a:r>
              <a:rPr lang="en-US" altLang="zh-CN" dirty="0"/>
              <a:t> y;</a:t>
            </a:r>
          </a:p>
          <a:p>
            <a:pPr marL="0" indent="0">
              <a:buFont typeface="Wingdings" panose="05000000000000000000" pitchFamily="2" charset="2"/>
              <a:buNone/>
              <a:defRPr/>
            </a:pPr>
            <a:r>
              <a:rPr lang="en-US" altLang="zh-CN" dirty="0"/>
              <a:t>    void fb() { x, y } //this-&gt;</a:t>
            </a:r>
            <a:r>
              <a:rPr lang="en-US" altLang="zh-CN" dirty="0">
                <a:solidFill>
                  <a:srgbClr val="FFC000"/>
                </a:solidFill>
              </a:rPr>
              <a:t>...x</a:t>
            </a:r>
            <a:r>
              <a:rPr lang="en-US" altLang="zh-CN" dirty="0"/>
              <a:t>, this-&gt;y</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class C:  </a:t>
            </a:r>
            <a:r>
              <a:rPr lang="en-US" altLang="zh-CN" dirty="0">
                <a:solidFill>
                  <a:srgbClr val="FFC000"/>
                </a:solidFill>
              </a:rPr>
              <a:t>virtual</a:t>
            </a:r>
            <a:r>
              <a:rPr lang="en-US" altLang="zh-CN" dirty="0"/>
              <a:t> public A</a:t>
            </a:r>
          </a:p>
          <a:p>
            <a:pPr marL="0" indent="0">
              <a:buFont typeface="Wingdings" panose="05000000000000000000" pitchFamily="2" charset="2"/>
              <a:buNone/>
              <a:defRPr/>
            </a:pPr>
            <a:r>
              <a:rPr lang="en-US" altLang="zh-CN" dirty="0"/>
              <a:t>{  </a:t>
            </a:r>
            <a:r>
              <a:rPr lang="en-US" altLang="zh-CN" dirty="0" err="1"/>
              <a:t>int</a:t>
            </a:r>
            <a:r>
              <a:rPr lang="en-US" altLang="zh-CN" dirty="0"/>
              <a:t> z; </a:t>
            </a:r>
          </a:p>
          <a:p>
            <a:pPr marL="0" indent="0">
              <a:buFont typeface="Wingdings" panose="05000000000000000000" pitchFamily="2" charset="2"/>
              <a:buNone/>
              <a:defRPr/>
            </a:pPr>
            <a:r>
              <a:rPr lang="en-US" altLang="zh-CN" dirty="0"/>
              <a:t>    void fc() { x,  z  }   //this-&gt;</a:t>
            </a:r>
            <a:r>
              <a:rPr lang="en-US" altLang="zh-CN" dirty="0">
                <a:solidFill>
                  <a:srgbClr val="FFC000"/>
                </a:solidFill>
              </a:rPr>
              <a:t>...x</a:t>
            </a:r>
            <a:r>
              <a:rPr lang="en-US" altLang="zh-CN" dirty="0"/>
              <a:t>, this-&gt;z</a:t>
            </a:r>
          </a:p>
          <a:p>
            <a:pPr marL="0" indent="0">
              <a:buFont typeface="Wingdings" panose="05000000000000000000" pitchFamily="2" charset="2"/>
              <a:buNone/>
              <a:defRPr/>
            </a:pPr>
            <a:r>
              <a:rPr lang="en-US" altLang="zh-CN" dirty="0"/>
              <a:t>};</a:t>
            </a:r>
          </a:p>
          <a:p>
            <a:pPr marL="0" indent="0">
              <a:buFont typeface="Wingdings" panose="05000000000000000000" pitchFamily="2" charset="2"/>
              <a:buNone/>
              <a:defRPr/>
            </a:pPr>
            <a:r>
              <a:rPr lang="en-US" altLang="zh-CN" dirty="0"/>
              <a:t>class D: public B, public C</a:t>
            </a:r>
          </a:p>
          <a:p>
            <a:pPr marL="0" indent="0">
              <a:buFont typeface="Wingdings" panose="05000000000000000000" pitchFamily="2" charset="2"/>
              <a:buNone/>
              <a:defRPr/>
            </a:pPr>
            <a:r>
              <a:rPr lang="en-US" altLang="zh-CN" dirty="0"/>
              <a:t>{  </a:t>
            </a:r>
            <a:r>
              <a:rPr lang="en-US" altLang="zh-CN" dirty="0" err="1"/>
              <a:t>int</a:t>
            </a:r>
            <a:r>
              <a:rPr lang="en-US" altLang="zh-CN" dirty="0"/>
              <a:t> m;</a:t>
            </a:r>
          </a:p>
          <a:p>
            <a:pPr marL="0" indent="0">
              <a:buFont typeface="Wingdings" panose="05000000000000000000" pitchFamily="2" charset="2"/>
              <a:buNone/>
              <a:defRPr/>
            </a:pPr>
            <a:r>
              <a:rPr lang="en-US" altLang="zh-CN" dirty="0"/>
              <a:t>};</a:t>
            </a:r>
            <a:endParaRPr lang="zh-CN" altLang="en-US" dirty="0"/>
          </a:p>
        </p:txBody>
      </p:sp>
      <p:sp>
        <p:nvSpPr>
          <p:cNvPr id="23555" name="TextBox 3">
            <a:extLst>
              <a:ext uri="{FF2B5EF4-FFF2-40B4-BE49-F238E27FC236}">
                <a16:creationId xmlns:a16="http://schemas.microsoft.com/office/drawing/2014/main" id="{8B178615-B1D1-2541-0F9B-5CF4BA955327}"/>
              </a:ext>
            </a:extLst>
          </p:cNvPr>
          <p:cNvSpPr txBox="1">
            <a:spLocks noChangeArrowheads="1"/>
          </p:cNvSpPr>
          <p:nvPr/>
        </p:nvSpPr>
        <p:spPr bwMode="auto">
          <a:xfrm>
            <a:off x="6543675" y="4078288"/>
            <a:ext cx="692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D d;</a:t>
            </a:r>
            <a:endParaRPr lang="zh-CN" altLang="en-US" sz="1800"/>
          </a:p>
        </p:txBody>
      </p:sp>
      <p:sp>
        <p:nvSpPr>
          <p:cNvPr id="5" name="矩形 4">
            <a:extLst>
              <a:ext uri="{FF2B5EF4-FFF2-40B4-BE49-F238E27FC236}">
                <a16:creationId xmlns:a16="http://schemas.microsoft.com/office/drawing/2014/main" id="{C8754FC8-BE0F-8D9D-186D-3D15BF22F7EB}"/>
              </a:ext>
            </a:extLst>
          </p:cNvPr>
          <p:cNvSpPr/>
          <p:nvPr/>
        </p:nvSpPr>
        <p:spPr>
          <a:xfrm>
            <a:off x="6659563" y="4510088"/>
            <a:ext cx="1296987" cy="2232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cxnSp>
        <p:nvCxnSpPr>
          <p:cNvPr id="10" name="直接连接符 9">
            <a:extLst>
              <a:ext uri="{FF2B5EF4-FFF2-40B4-BE49-F238E27FC236}">
                <a16:creationId xmlns:a16="http://schemas.microsoft.com/office/drawing/2014/main" id="{CE5E60C7-1967-84A9-68C8-CDB536D2A40D}"/>
              </a:ext>
            </a:extLst>
          </p:cNvPr>
          <p:cNvCxnSpPr/>
          <p:nvPr/>
        </p:nvCxnSpPr>
        <p:spPr>
          <a:xfrm>
            <a:off x="6659563" y="4868863"/>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D37ED61-16F7-57E7-80A2-3C51F71A51B7}"/>
              </a:ext>
            </a:extLst>
          </p:cNvPr>
          <p:cNvCxnSpPr/>
          <p:nvPr/>
        </p:nvCxnSpPr>
        <p:spPr>
          <a:xfrm>
            <a:off x="6659563" y="5229225"/>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997A298-F929-0481-056C-8CBB94FD4F2A}"/>
              </a:ext>
            </a:extLst>
          </p:cNvPr>
          <p:cNvCxnSpPr/>
          <p:nvPr/>
        </p:nvCxnSpPr>
        <p:spPr>
          <a:xfrm>
            <a:off x="6659563" y="5661025"/>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363F472-CDA5-BD85-14AC-AD3992D4C7D7}"/>
              </a:ext>
            </a:extLst>
          </p:cNvPr>
          <p:cNvCxnSpPr/>
          <p:nvPr/>
        </p:nvCxnSpPr>
        <p:spPr>
          <a:xfrm>
            <a:off x="6659563" y="6021388"/>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61" name="TextBox 15">
            <a:extLst>
              <a:ext uri="{FF2B5EF4-FFF2-40B4-BE49-F238E27FC236}">
                <a16:creationId xmlns:a16="http://schemas.microsoft.com/office/drawing/2014/main" id="{1EF1B678-57D7-E462-3904-0D47943F6839}"/>
              </a:ext>
            </a:extLst>
          </p:cNvPr>
          <p:cNvSpPr txBox="1">
            <a:spLocks noChangeArrowheads="1"/>
          </p:cNvSpPr>
          <p:nvPr/>
        </p:nvSpPr>
        <p:spPr bwMode="auto">
          <a:xfrm>
            <a:off x="6156325" y="4860925"/>
            <a:ext cx="42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y:</a:t>
            </a:r>
            <a:endParaRPr lang="zh-CN" altLang="en-US" sz="1800"/>
          </a:p>
        </p:txBody>
      </p:sp>
      <p:sp>
        <p:nvSpPr>
          <p:cNvPr id="23562" name="TextBox 16">
            <a:extLst>
              <a:ext uri="{FF2B5EF4-FFF2-40B4-BE49-F238E27FC236}">
                <a16:creationId xmlns:a16="http://schemas.microsoft.com/office/drawing/2014/main" id="{B7CF64D5-1D1F-FD45-4E0A-4016CACADD29}"/>
              </a:ext>
            </a:extLst>
          </p:cNvPr>
          <p:cNvSpPr txBox="1">
            <a:spLocks noChangeArrowheads="1"/>
          </p:cNvSpPr>
          <p:nvPr/>
        </p:nvSpPr>
        <p:spPr bwMode="auto">
          <a:xfrm>
            <a:off x="6156325" y="6372225"/>
            <a:ext cx="4254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x:</a:t>
            </a:r>
            <a:endParaRPr lang="zh-CN" altLang="en-US" sz="1800"/>
          </a:p>
        </p:txBody>
      </p:sp>
      <p:sp>
        <p:nvSpPr>
          <p:cNvPr id="23563" name="TextBox 17">
            <a:extLst>
              <a:ext uri="{FF2B5EF4-FFF2-40B4-BE49-F238E27FC236}">
                <a16:creationId xmlns:a16="http://schemas.microsoft.com/office/drawing/2014/main" id="{A3EDE5F5-0E0A-2CAA-4E49-C2DB6CB47845}"/>
              </a:ext>
            </a:extLst>
          </p:cNvPr>
          <p:cNvSpPr txBox="1">
            <a:spLocks noChangeArrowheads="1"/>
          </p:cNvSpPr>
          <p:nvPr/>
        </p:nvSpPr>
        <p:spPr bwMode="auto">
          <a:xfrm>
            <a:off x="6156325" y="5653088"/>
            <a:ext cx="4254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z:</a:t>
            </a:r>
            <a:endParaRPr lang="zh-CN" altLang="en-US" sz="1800"/>
          </a:p>
        </p:txBody>
      </p:sp>
      <p:sp>
        <p:nvSpPr>
          <p:cNvPr id="23564" name="TextBox 18">
            <a:extLst>
              <a:ext uri="{FF2B5EF4-FFF2-40B4-BE49-F238E27FC236}">
                <a16:creationId xmlns:a16="http://schemas.microsoft.com/office/drawing/2014/main" id="{0D2DB74C-825F-8FE7-870A-A1EA6C2564AD}"/>
              </a:ext>
            </a:extLst>
          </p:cNvPr>
          <p:cNvSpPr txBox="1">
            <a:spLocks noChangeArrowheads="1"/>
          </p:cNvSpPr>
          <p:nvPr/>
        </p:nvSpPr>
        <p:spPr bwMode="auto">
          <a:xfrm>
            <a:off x="6156325" y="6011863"/>
            <a:ext cx="5127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 typeface="Wingdings" panose="05000000000000000000" pitchFamily="2" charset="2"/>
              <a:buNone/>
            </a:pPr>
            <a:r>
              <a:rPr lang="en-US" altLang="zh-CN" sz="1800"/>
              <a:t>m:</a:t>
            </a:r>
            <a:endParaRPr lang="zh-CN" altLang="en-US" sz="1800"/>
          </a:p>
        </p:txBody>
      </p:sp>
      <p:cxnSp>
        <p:nvCxnSpPr>
          <p:cNvPr id="28" name="直接连接符 27">
            <a:extLst>
              <a:ext uri="{FF2B5EF4-FFF2-40B4-BE49-F238E27FC236}">
                <a16:creationId xmlns:a16="http://schemas.microsoft.com/office/drawing/2014/main" id="{5DC95C20-B2E7-3CB4-B6D9-F6D972A568E7}"/>
              </a:ext>
            </a:extLst>
          </p:cNvPr>
          <p:cNvCxnSpPr/>
          <p:nvPr/>
        </p:nvCxnSpPr>
        <p:spPr>
          <a:xfrm>
            <a:off x="6659563" y="6381750"/>
            <a:ext cx="12969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566" name="TextBox 28">
            <a:extLst>
              <a:ext uri="{FF2B5EF4-FFF2-40B4-BE49-F238E27FC236}">
                <a16:creationId xmlns:a16="http://schemas.microsoft.com/office/drawing/2014/main" id="{4FCD1940-6152-C58E-DC4E-11030F67397F}"/>
              </a:ext>
            </a:extLst>
          </p:cNvPr>
          <p:cNvSpPr txBox="1">
            <a:spLocks noChangeArrowheads="1"/>
          </p:cNvSpPr>
          <p:nvPr/>
        </p:nvSpPr>
        <p:spPr bwMode="auto">
          <a:xfrm>
            <a:off x="6664325" y="1773238"/>
            <a:ext cx="15954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algn="ctr" eaLnBrk="1" hangingPunct="1">
              <a:spcBef>
                <a:spcPct val="0"/>
              </a:spcBef>
              <a:buClrTx/>
              <a:buSzTx/>
              <a:buFont typeface="Wingdings" panose="05000000000000000000" pitchFamily="2" charset="2"/>
              <a:buNone/>
            </a:pPr>
            <a:r>
              <a:rPr lang="zh-CN" altLang="en-US" sz="2200" b="1"/>
              <a:t>虚基类表：</a:t>
            </a:r>
            <a:endParaRPr lang="en-US" altLang="zh-CN" sz="2200" b="1"/>
          </a:p>
          <a:p>
            <a:pPr algn="ctr" eaLnBrk="1" hangingPunct="1">
              <a:spcBef>
                <a:spcPct val="0"/>
              </a:spcBef>
              <a:buClrTx/>
              <a:buSzTx/>
              <a:buFont typeface="Wingdings" panose="05000000000000000000" pitchFamily="2" charset="2"/>
              <a:buNone/>
            </a:pPr>
            <a:r>
              <a:rPr lang="en-US" altLang="zh-CN" sz="1800"/>
              <a:t>vbtable</a:t>
            </a:r>
            <a:endParaRPr lang="zh-CN" altLang="en-US" sz="1800"/>
          </a:p>
        </p:txBody>
      </p:sp>
      <p:cxnSp>
        <p:nvCxnSpPr>
          <p:cNvPr id="33" name="直接箭头连接符 32">
            <a:extLst>
              <a:ext uri="{FF2B5EF4-FFF2-40B4-BE49-F238E27FC236}">
                <a16:creationId xmlns:a16="http://schemas.microsoft.com/office/drawing/2014/main" id="{06B1EFA7-A28F-E8CC-0E9B-1AE0DC4F1D90}"/>
              </a:ext>
            </a:extLst>
          </p:cNvPr>
          <p:cNvCxnSpPr/>
          <p:nvPr/>
        </p:nvCxnSpPr>
        <p:spPr>
          <a:xfrm>
            <a:off x="7812088" y="4725988"/>
            <a:ext cx="6477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7AA3FE2F-25AF-D351-E49F-AD1782D65118}"/>
              </a:ext>
            </a:extLst>
          </p:cNvPr>
          <p:cNvCxnSpPr>
            <a:endCxn id="49" idx="1"/>
          </p:cNvCxnSpPr>
          <p:nvPr/>
        </p:nvCxnSpPr>
        <p:spPr>
          <a:xfrm flipV="1">
            <a:off x="7812088" y="5362575"/>
            <a:ext cx="649287" cy="1111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336E1215-9C02-6E68-9C99-26B60F2FA33A}"/>
              </a:ext>
            </a:extLst>
          </p:cNvPr>
          <p:cNvSpPr/>
          <p:nvPr/>
        </p:nvSpPr>
        <p:spPr>
          <a:xfrm>
            <a:off x="8459788" y="4656138"/>
            <a:ext cx="433387" cy="4683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400" dirty="0">
                <a:sym typeface="+mn-ea"/>
              </a:rPr>
              <a:t>20</a:t>
            </a:r>
            <a:endParaRPr lang="zh-CN" altLang="en-US" sz="1400" dirty="0">
              <a:sym typeface="+mn-ea"/>
            </a:endParaRPr>
          </a:p>
        </p:txBody>
      </p:sp>
      <p:sp>
        <p:nvSpPr>
          <p:cNvPr id="49" name="矩形 48">
            <a:extLst>
              <a:ext uri="{FF2B5EF4-FFF2-40B4-BE49-F238E27FC236}">
                <a16:creationId xmlns:a16="http://schemas.microsoft.com/office/drawing/2014/main" id="{D7D539EF-F326-E0FC-B1A3-D4E72397EC49}"/>
              </a:ext>
            </a:extLst>
          </p:cNvPr>
          <p:cNvSpPr/>
          <p:nvPr/>
        </p:nvSpPr>
        <p:spPr>
          <a:xfrm>
            <a:off x="8461375" y="5129213"/>
            <a:ext cx="431800" cy="4683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1400" dirty="0">
                <a:sym typeface="+mn-ea"/>
              </a:rPr>
              <a:t>12</a:t>
            </a:r>
            <a:endParaRPr lang="zh-CN" altLang="en-US" sz="1400" dirty="0">
              <a:sym typeface="+mn-ea"/>
            </a:endParaRPr>
          </a:p>
        </p:txBody>
      </p:sp>
      <p:cxnSp>
        <p:nvCxnSpPr>
          <p:cNvPr id="52" name="肘形连接符 51">
            <a:extLst>
              <a:ext uri="{FF2B5EF4-FFF2-40B4-BE49-F238E27FC236}">
                <a16:creationId xmlns:a16="http://schemas.microsoft.com/office/drawing/2014/main" id="{C3193AED-FA9E-5F04-61AC-89402CE4E63B}"/>
              </a:ext>
            </a:extLst>
          </p:cNvPr>
          <p:cNvCxnSpPr>
            <a:endCxn id="49" idx="1"/>
          </p:cNvCxnSpPr>
          <p:nvPr/>
        </p:nvCxnSpPr>
        <p:spPr>
          <a:xfrm rot="5400000">
            <a:off x="7867650" y="5573713"/>
            <a:ext cx="865187" cy="750888"/>
          </a:xfrm>
          <a:prstGeom prst="bentConnector3">
            <a:avLst>
              <a:gd name="adj1" fmla="val 100386"/>
            </a:avLst>
          </a:prstGeom>
          <a:ln>
            <a:solidFill>
              <a:srgbClr val="00CC00"/>
            </a:solidFill>
            <a:tailEnd type="arrow"/>
          </a:ln>
        </p:spPr>
        <p:style>
          <a:lnRef idx="1">
            <a:schemeClr val="accent1"/>
          </a:lnRef>
          <a:fillRef idx="0">
            <a:schemeClr val="accent1"/>
          </a:fillRef>
          <a:effectRef idx="0">
            <a:schemeClr val="accent1"/>
          </a:effectRef>
          <a:fontRef idx="minor">
            <a:schemeClr val="tx1"/>
          </a:fontRef>
        </p:style>
      </p:cxnSp>
      <p:cxnSp>
        <p:nvCxnSpPr>
          <p:cNvPr id="57" name="肘形连接符 56">
            <a:extLst>
              <a:ext uri="{FF2B5EF4-FFF2-40B4-BE49-F238E27FC236}">
                <a16:creationId xmlns:a16="http://schemas.microsoft.com/office/drawing/2014/main" id="{539D37AE-162A-E082-0FA3-01415B8836EC}"/>
              </a:ext>
            </a:extLst>
          </p:cNvPr>
          <p:cNvCxnSpPr>
            <a:endCxn id="49" idx="1"/>
          </p:cNvCxnSpPr>
          <p:nvPr/>
        </p:nvCxnSpPr>
        <p:spPr>
          <a:xfrm rot="5400000">
            <a:off x="7599363" y="5402262"/>
            <a:ext cx="1512888" cy="798513"/>
          </a:xfrm>
          <a:prstGeom prst="bentConnector3">
            <a:avLst>
              <a:gd name="adj1" fmla="val 99925"/>
            </a:avLst>
          </a:prstGeom>
          <a:ln>
            <a:solidFill>
              <a:srgbClr val="00CC00"/>
            </a:solidFill>
            <a:tailEnd type="arrow"/>
          </a:ln>
        </p:spPr>
        <p:style>
          <a:lnRef idx="1">
            <a:schemeClr val="accent1"/>
          </a:lnRef>
          <a:fillRef idx="0">
            <a:schemeClr val="accent1"/>
          </a:fillRef>
          <a:effectRef idx="0">
            <a:schemeClr val="accent1"/>
          </a:effectRef>
          <a:fontRef idx="minor">
            <a:schemeClr val="tx1"/>
          </a:fontRef>
        </p:style>
      </p:cxnSp>
      <p:sp>
        <p:nvSpPr>
          <p:cNvPr id="45" name="Rectangle 2">
            <a:extLst>
              <a:ext uri="{FF2B5EF4-FFF2-40B4-BE49-F238E27FC236}">
                <a16:creationId xmlns:a16="http://schemas.microsoft.com/office/drawing/2014/main" id="{65B7C60E-40B2-0C1E-2298-E9BFEC522F1A}"/>
              </a:ext>
            </a:extLst>
          </p:cNvPr>
          <p:cNvSpPr>
            <a:spLocks noGrp="1" noChangeArrowheads="1"/>
          </p:cNvSpPr>
          <p:nvPr>
            <p:ph type="title"/>
          </p:nvPr>
        </p:nvSpPr>
        <p:spPr>
          <a:xfrm>
            <a:off x="4067175" y="44450"/>
            <a:ext cx="4826000" cy="1279525"/>
          </a:xfrm>
        </p:spPr>
        <p:txBody>
          <a:bodyPr>
            <a:noAutofit/>
          </a:bodyPr>
          <a:lstStyle/>
          <a:p>
            <a:pPr eaLnBrk="1" hangingPunct="1">
              <a:defRPr/>
            </a:pPr>
            <a:r>
              <a:rPr lang="zh-CN" altLang="en-US" sz="3600"/>
              <a:t>虚基类的实现</a:t>
            </a:r>
            <a:br>
              <a:rPr lang="en-US" altLang="zh-CN" sz="3600"/>
            </a:br>
            <a:r>
              <a:rPr lang="zh-CN" altLang="en-US" sz="2800"/>
              <a:t>（</a:t>
            </a:r>
            <a:r>
              <a:rPr lang="en-US" altLang="zh-CN" sz="2800"/>
              <a:t>x</a:t>
            </a:r>
            <a:r>
              <a:rPr lang="zh-CN" altLang="en-US" sz="2800"/>
              <a:t>移到最后，在原来</a:t>
            </a:r>
            <a:r>
              <a:rPr lang="en-US" altLang="zh-CN" sz="2800"/>
              <a:t>x</a:t>
            </a:r>
            <a:r>
              <a:rPr lang="zh-CN" altLang="en-US" sz="2800"/>
              <a:t>的位置存储一个</a:t>
            </a:r>
            <a:r>
              <a:rPr lang="en-US" altLang="zh-CN" sz="2800"/>
              <a:t>x</a:t>
            </a:r>
            <a:r>
              <a:rPr lang="zh-CN" altLang="en-US" sz="2800"/>
              <a:t>的偏移量指针）</a:t>
            </a:r>
          </a:p>
        </p:txBody>
      </p:sp>
      <p:sp>
        <p:nvSpPr>
          <p:cNvPr id="50" name="TextBox 3">
            <a:extLst>
              <a:ext uri="{FF2B5EF4-FFF2-40B4-BE49-F238E27FC236}">
                <a16:creationId xmlns:a16="http://schemas.microsoft.com/office/drawing/2014/main" id="{AC3775C3-57D2-D4D8-6987-D7BC6772000E}"/>
              </a:ext>
            </a:extLst>
          </p:cNvPr>
          <p:cNvSpPr txBox="1">
            <a:spLocks noChangeArrowheads="1"/>
          </p:cNvSpPr>
          <p:nvPr/>
        </p:nvSpPr>
        <p:spPr bwMode="auto">
          <a:xfrm>
            <a:off x="7164388" y="4076700"/>
            <a:ext cx="950912" cy="369888"/>
          </a:xfrm>
          <a:prstGeom prst="rect">
            <a:avLst/>
          </a:prstGeom>
          <a:solidFill>
            <a:schemeClr val="bg2">
              <a:lumMod val="60000"/>
              <a:lumOff val="40000"/>
            </a:schemeClr>
          </a:solidFill>
          <a:ln>
            <a:noFill/>
          </a:ln>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804030504040204" pitchFamily="34" charset="0"/>
                <a:ea typeface="宋体" charset="-122"/>
              </a:defRPr>
            </a:lvl1pPr>
            <a:lvl2pPr marL="742950" indent="-285750" eaLnBrk="0" hangingPunct="0">
              <a:spcBef>
                <a:spcPct val="20000"/>
              </a:spcBef>
              <a:buClr>
                <a:schemeClr val="tx1"/>
              </a:buClr>
              <a:buChar char="•"/>
              <a:defRPr sz="2800">
                <a:solidFill>
                  <a:schemeClr val="tx1"/>
                </a:solidFill>
                <a:latin typeface="Verdana" panose="020B0804030504040204" pitchFamily="34" charset="0"/>
                <a:ea typeface="宋体"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804030504040204" pitchFamily="34" charset="0"/>
                <a:ea typeface="宋体" charset="-122"/>
              </a:defRPr>
            </a:lvl3pPr>
            <a:lvl4pPr marL="1600200" indent="-228600" eaLnBrk="0" hangingPunct="0">
              <a:spcBef>
                <a:spcPct val="20000"/>
              </a:spcBef>
              <a:buClr>
                <a:schemeClr val="tx2"/>
              </a:buClr>
              <a:buChar char="•"/>
              <a:defRPr sz="2000">
                <a:solidFill>
                  <a:schemeClr val="tx1"/>
                </a:solidFill>
                <a:latin typeface="Verdana" panose="020B0804030504040204" pitchFamily="34" charset="0"/>
                <a:ea typeface="宋体"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9pPr>
          </a:lstStyle>
          <a:p>
            <a:pPr eaLnBrk="1" hangingPunct="1">
              <a:spcBef>
                <a:spcPct val="0"/>
              </a:spcBef>
              <a:buClrTx/>
              <a:buSzTx/>
              <a:buFontTx/>
              <a:buNone/>
              <a:defRPr/>
            </a:pPr>
            <a:r>
              <a:rPr lang="en-US" altLang="zh-CN" sz="1800" dirty="0" err="1">
                <a:sym typeface="+mn-ea"/>
              </a:rPr>
              <a:t>d.fb</a:t>
            </a:r>
            <a:r>
              <a:rPr lang="en-US" altLang="zh-CN" sz="1800" dirty="0">
                <a:sym typeface="+mn-ea"/>
              </a:rPr>
              <a:t>();</a:t>
            </a:r>
            <a:endParaRPr lang="zh-CN" altLang="en-US" sz="1800" dirty="0">
              <a:sym typeface="+mn-ea"/>
            </a:endParaRPr>
          </a:p>
        </p:txBody>
      </p:sp>
      <p:cxnSp>
        <p:nvCxnSpPr>
          <p:cNvPr id="53" name="直接箭头连接符 52">
            <a:extLst>
              <a:ext uri="{FF2B5EF4-FFF2-40B4-BE49-F238E27FC236}">
                <a16:creationId xmlns:a16="http://schemas.microsoft.com/office/drawing/2014/main" id="{D85899CD-117B-5688-39DD-8381581B3261}"/>
              </a:ext>
            </a:extLst>
          </p:cNvPr>
          <p:cNvCxnSpPr>
            <a:endCxn id="49" idx="1"/>
          </p:cNvCxnSpPr>
          <p:nvPr/>
        </p:nvCxnSpPr>
        <p:spPr>
          <a:xfrm>
            <a:off x="3419475" y="3213100"/>
            <a:ext cx="3206750" cy="20526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6" name="TextBox 3">
            <a:extLst>
              <a:ext uri="{FF2B5EF4-FFF2-40B4-BE49-F238E27FC236}">
                <a16:creationId xmlns:a16="http://schemas.microsoft.com/office/drawing/2014/main" id="{ED9D88AD-B459-69C0-1733-A1F79DB68D37}"/>
              </a:ext>
            </a:extLst>
          </p:cNvPr>
          <p:cNvSpPr txBox="1">
            <a:spLocks noChangeArrowheads="1"/>
          </p:cNvSpPr>
          <p:nvPr/>
        </p:nvSpPr>
        <p:spPr bwMode="auto">
          <a:xfrm>
            <a:off x="8235950" y="4076700"/>
            <a:ext cx="944563" cy="369888"/>
          </a:xfrm>
          <a:prstGeom prst="rect">
            <a:avLst/>
          </a:prstGeom>
          <a:solidFill>
            <a:schemeClr val="bg2">
              <a:lumMod val="60000"/>
              <a:lumOff val="40000"/>
            </a:schemeClr>
          </a:solidFill>
          <a:ln>
            <a:noFill/>
          </a:ln>
        </p:spPr>
        <p:txBody>
          <a:bodyPr wrap="none">
            <a:spAutoFit/>
          </a:bodyPr>
          <a:lstStyle>
            <a:lvl1pPr eaLnBrk="0" hangingPunct="0">
              <a:spcBef>
                <a:spcPct val="20000"/>
              </a:spcBef>
              <a:buClr>
                <a:schemeClr val="hlink"/>
              </a:buClr>
              <a:buSzPct val="60000"/>
              <a:buFont typeface="Wingdings" panose="05000000000000000000" pitchFamily="2" charset="2"/>
              <a:buChar char="n"/>
              <a:defRPr sz="3200">
                <a:solidFill>
                  <a:schemeClr val="tx1"/>
                </a:solidFill>
                <a:latin typeface="Verdana" panose="020B0804030504040204" pitchFamily="34" charset="0"/>
                <a:ea typeface="宋体" charset="-122"/>
              </a:defRPr>
            </a:lvl1pPr>
            <a:lvl2pPr marL="742950" indent="-285750" eaLnBrk="0" hangingPunct="0">
              <a:spcBef>
                <a:spcPct val="20000"/>
              </a:spcBef>
              <a:buClr>
                <a:schemeClr val="tx1"/>
              </a:buClr>
              <a:buChar char="•"/>
              <a:defRPr sz="2800">
                <a:solidFill>
                  <a:schemeClr val="tx1"/>
                </a:solidFill>
                <a:latin typeface="Verdana" panose="020B0804030504040204" pitchFamily="34" charset="0"/>
                <a:ea typeface="宋体" charset="-122"/>
              </a:defRPr>
            </a:lvl2pPr>
            <a:lvl3pPr marL="1143000" indent="-228600" eaLnBrk="0" hangingPunct="0">
              <a:spcBef>
                <a:spcPct val="20000"/>
              </a:spcBef>
              <a:buClr>
                <a:schemeClr val="accent2"/>
              </a:buClr>
              <a:buSzPct val="60000"/>
              <a:buFont typeface="Wingdings" panose="05000000000000000000" pitchFamily="2" charset="2"/>
              <a:buChar char="n"/>
              <a:defRPr sz="2400">
                <a:solidFill>
                  <a:schemeClr val="tx1"/>
                </a:solidFill>
                <a:latin typeface="Verdana" panose="020B0804030504040204" pitchFamily="34" charset="0"/>
                <a:ea typeface="宋体" charset="-122"/>
              </a:defRPr>
            </a:lvl3pPr>
            <a:lvl4pPr marL="1600200" indent="-228600" eaLnBrk="0" hangingPunct="0">
              <a:spcBef>
                <a:spcPct val="20000"/>
              </a:spcBef>
              <a:buClr>
                <a:schemeClr val="tx2"/>
              </a:buClr>
              <a:buChar char="•"/>
              <a:defRPr sz="2000">
                <a:solidFill>
                  <a:schemeClr val="tx1"/>
                </a:solidFill>
                <a:latin typeface="Verdana" panose="020B0804030504040204" pitchFamily="34" charset="0"/>
                <a:ea typeface="宋体" charset="-122"/>
              </a:defRPr>
            </a:lvl4pPr>
            <a:lvl5pPr marL="2057400" indent="-228600" eaLnBrk="0" hangingPunct="0">
              <a:spcBef>
                <a:spcPct val="20000"/>
              </a:spcBef>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804030504040204" pitchFamily="34" charset="0"/>
                <a:ea typeface="宋体" charset="-122"/>
              </a:defRPr>
            </a:lvl9pPr>
          </a:lstStyle>
          <a:p>
            <a:pPr eaLnBrk="1" hangingPunct="1">
              <a:spcBef>
                <a:spcPct val="0"/>
              </a:spcBef>
              <a:buClrTx/>
              <a:buSzTx/>
              <a:buFontTx/>
              <a:buNone/>
              <a:defRPr/>
            </a:pPr>
            <a:r>
              <a:rPr lang="en-US" altLang="zh-CN" sz="1800" dirty="0" err="1">
                <a:sym typeface="+mn-ea"/>
              </a:rPr>
              <a:t>d.fc</a:t>
            </a:r>
            <a:r>
              <a:rPr lang="en-US" altLang="zh-CN" sz="1800" dirty="0">
                <a:sym typeface="+mn-ea"/>
              </a:rPr>
              <a:t>();</a:t>
            </a:r>
            <a:endParaRPr lang="zh-CN" altLang="en-US" sz="1800" dirty="0">
              <a:sym typeface="+mn-ea"/>
            </a:endParaRPr>
          </a:p>
        </p:txBody>
      </p:sp>
      <p:cxnSp>
        <p:nvCxnSpPr>
          <p:cNvPr id="58" name="直接箭头连接符 57">
            <a:extLst>
              <a:ext uri="{FF2B5EF4-FFF2-40B4-BE49-F238E27FC236}">
                <a16:creationId xmlns:a16="http://schemas.microsoft.com/office/drawing/2014/main" id="{A4B1FAC7-DA17-14D2-AB54-E22175522FA8}"/>
              </a:ext>
            </a:extLst>
          </p:cNvPr>
          <p:cNvCxnSpPr>
            <a:endCxn id="49" idx="1"/>
          </p:cNvCxnSpPr>
          <p:nvPr/>
        </p:nvCxnSpPr>
        <p:spPr>
          <a:xfrm>
            <a:off x="3203575" y="1989138"/>
            <a:ext cx="3422650" cy="25209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07458C90-B80C-4023-4279-768BDB3E461C}"/>
              </a:ext>
            </a:extLst>
          </p:cNvPr>
          <p:cNvCxnSpPr>
            <a:stCxn id="23566" idx="2"/>
            <a:endCxn id="48" idx="0"/>
          </p:cNvCxnSpPr>
          <p:nvPr/>
        </p:nvCxnSpPr>
        <p:spPr>
          <a:xfrm>
            <a:off x="7462838" y="2481263"/>
            <a:ext cx="1214437" cy="2174875"/>
          </a:xfrm>
          <a:prstGeom prst="straightConnector1">
            <a:avLst/>
          </a:prstGeom>
          <a:ln>
            <a:solidFill>
              <a:srgbClr val="FFC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additive="base">
                                        <p:cTn id="11" dur="500" fill="hold"/>
                                        <p:tgtEl>
                                          <p:spTgt spid="50"/>
                                        </p:tgtEl>
                                        <p:attrNameLst>
                                          <p:attrName>ppt_x</p:attrName>
                                        </p:attrNameLst>
                                      </p:cBhvr>
                                      <p:tavLst>
                                        <p:tav tm="0">
                                          <p:val>
                                            <p:strVal val="#ppt_x"/>
                                          </p:val>
                                        </p:tav>
                                        <p:tav tm="100000">
                                          <p:val>
                                            <p:strVal val="#ppt_x"/>
                                          </p:val>
                                        </p:tav>
                                      </p:tavLst>
                                    </p:anim>
                                    <p:anim calcmode="lin" valueType="num">
                                      <p:cBhvr additive="base">
                                        <p:cTn id="12" dur="500" fill="hold"/>
                                        <p:tgtEl>
                                          <p:spTgt spid="5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anim calcmode="lin" valueType="num">
                                      <p:cBhvr additive="base">
                                        <p:cTn id="15" dur="500" fill="hold"/>
                                        <p:tgtEl>
                                          <p:spTgt spid="56"/>
                                        </p:tgtEl>
                                        <p:attrNameLst>
                                          <p:attrName>ppt_x</p:attrName>
                                        </p:attrNameLst>
                                      </p:cBhvr>
                                      <p:tavLst>
                                        <p:tav tm="0">
                                          <p:val>
                                            <p:strVal val="#ppt_x"/>
                                          </p:val>
                                        </p:tav>
                                        <p:tav tm="100000">
                                          <p:val>
                                            <p:strVal val="#ppt_x"/>
                                          </p:val>
                                        </p:tav>
                                      </p:tavLst>
                                    </p:anim>
                                    <p:anim calcmode="lin" valueType="num">
                                      <p:cBhvr additive="base">
                                        <p:cTn id="16" dur="500" fill="hold"/>
                                        <p:tgtEl>
                                          <p:spTgt spid="5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8"/>
                                        </p:tgtEl>
                                        <p:attrNameLst>
                                          <p:attrName>style.visibility</p:attrName>
                                        </p:attrNameLst>
                                      </p:cBhvr>
                                      <p:to>
                                        <p:strVal val="visible"/>
                                      </p:to>
                                    </p:set>
                                    <p:anim calcmode="lin" valueType="num">
                                      <p:cBhvr additive="base">
                                        <p:cTn id="19" dur="500" fill="hold"/>
                                        <p:tgtEl>
                                          <p:spTgt spid="58"/>
                                        </p:tgtEl>
                                        <p:attrNameLst>
                                          <p:attrName>ppt_x</p:attrName>
                                        </p:attrNameLst>
                                      </p:cBhvr>
                                      <p:tavLst>
                                        <p:tav tm="0">
                                          <p:val>
                                            <p:strVal val="#ppt_x"/>
                                          </p:val>
                                        </p:tav>
                                        <p:tav tm="100000">
                                          <p:val>
                                            <p:strVal val="#ppt_x"/>
                                          </p:val>
                                        </p:tav>
                                      </p:tavLst>
                                    </p:anim>
                                    <p:anim calcmode="lin" valueType="num">
                                      <p:cBhvr additive="base">
                                        <p:cTn id="20"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6" grpId="0" animBg="1"/>
    </p:bldLst>
  </p:timing>
</p:sld>
</file>

<file path=ppt/theme/theme1.xml><?xml version="1.0" encoding="utf-8"?>
<a:theme xmlns:a="http://schemas.openxmlformats.org/drawingml/2006/main" name="Globe">
  <a:themeElements>
    <a:clrScheme name="Globe 9">
      <a:dk1>
        <a:srgbClr val="003B76"/>
      </a:dk1>
      <a:lt1>
        <a:srgbClr val="FFFFFF"/>
      </a:lt1>
      <a:dk2>
        <a:srgbClr val="0066CC"/>
      </a:dk2>
      <a:lt2>
        <a:srgbClr val="FFFF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2075" tIns="46038" rIns="92075" bIns="46038"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804030504040204" pitchFamily="34"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2075" tIns="46038" rIns="92075" bIns="46038"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804030504040204" pitchFamily="34" charset="0"/>
            <a:ea typeface="宋体" charset="-122"/>
          </a:defRPr>
        </a:defPPr>
      </a:lstStyle>
    </a:lnDef>
    <a:txDef>
      <a:spPr>
        <a:noFill/>
      </a:spPr>
      <a:bodyPr wrap="square" rtlCol="0">
        <a:spAutoFit/>
      </a:bodyPr>
      <a:lstStyle>
        <a:defPPr>
          <a:defRPr dirty="0"/>
        </a:defPPr>
      </a:lstStyle>
    </a:tx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FF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Globe</Template>
  <TotalTime>13</TotalTime>
  <Words>1921</Words>
  <Application>Microsoft Office PowerPoint</Application>
  <PresentationFormat>全屏显示(4:3)</PresentationFormat>
  <Paragraphs>285</Paragraphs>
  <Slides>20</Slides>
  <Notes>0</Notes>
  <HiddenSlides>7</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Verdana</vt:lpstr>
      <vt:lpstr>宋体</vt:lpstr>
      <vt:lpstr>Arial</vt:lpstr>
      <vt:lpstr>Wingdings</vt:lpstr>
      <vt:lpstr>Times New Roman</vt:lpstr>
      <vt:lpstr>+mn-ea</vt:lpstr>
      <vt:lpstr>Globe</vt:lpstr>
      <vt:lpstr>多继承</vt:lpstr>
      <vt:lpstr>什么时候需要多继承？</vt:lpstr>
      <vt:lpstr>PowerPoint 演示文稿</vt:lpstr>
      <vt:lpstr>PowerPoint 演示文稿</vt:lpstr>
      <vt:lpstr>PowerPoint 演示文稿</vt:lpstr>
      <vt:lpstr>多继承的类定义</vt:lpstr>
      <vt:lpstr>PowerPoint 演示文稿</vt:lpstr>
      <vt:lpstr>PowerPoint 演示文稿</vt:lpstr>
      <vt:lpstr>多继承带来的问题</vt:lpstr>
      <vt:lpstr>多继承中的名冲突问题</vt:lpstr>
      <vt:lpstr>PowerPoint 演示文稿</vt:lpstr>
      <vt:lpstr>重复继承问题－－虚基类</vt:lpstr>
      <vt:lpstr>PowerPoint 演示文稿</vt:lpstr>
      <vt:lpstr>虚基类构造函数的调用</vt:lpstr>
      <vt:lpstr>PowerPoint 演示文稿</vt:lpstr>
      <vt:lpstr>PowerPoint 演示文稿</vt:lpstr>
      <vt:lpstr>虚基类的实现</vt:lpstr>
      <vt:lpstr>非虚基类</vt:lpstr>
      <vt:lpstr>虚基类的一种实现 （简单去掉一个x） 可行吗？</vt:lpstr>
      <vt:lpstr>虚基类的实现 （x移到最后，在原来x的位置存储一个x的偏移量指针）</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Chapter12   Derived Classes</dc:title>
  <dc:creator>chenjj</dc:creator>
  <cp:lastModifiedBy>润泽 颜</cp:lastModifiedBy>
  <cp:revision>788</cp:revision>
  <dcterms:created xsi:type="dcterms:W3CDTF">1999-06-07T15:18:19Z</dcterms:created>
  <dcterms:modified xsi:type="dcterms:W3CDTF">2026-06-18T00:20:41Z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2052-3.3.1.5149</vt:lpwstr>
  </property>
</Properties>
</file>